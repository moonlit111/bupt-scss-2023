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gif" ContentType="image/gif"/>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4" r:id="rId3"/>
  </p:sldMasterIdLst>
  <p:notesMasterIdLst>
    <p:notesMasterId r:id="rId6"/>
  </p:notesMasterIdLst>
  <p:sldIdLst>
    <p:sldId id="530" r:id="rId4"/>
    <p:sldId id="589" r:id="rId5"/>
    <p:sldId id="532" r:id="rId7"/>
    <p:sldId id="531" r:id="rId8"/>
    <p:sldId id="619" r:id="rId9"/>
    <p:sldId id="534" r:id="rId10"/>
    <p:sldId id="535" r:id="rId11"/>
    <p:sldId id="533" r:id="rId12"/>
    <p:sldId id="637" r:id="rId13"/>
    <p:sldId id="536" r:id="rId14"/>
    <p:sldId id="651" r:id="rId15"/>
    <p:sldId id="620" r:id="rId16"/>
    <p:sldId id="638" r:id="rId17"/>
    <p:sldId id="613" r:id="rId18"/>
    <p:sldId id="614" r:id="rId19"/>
    <p:sldId id="615" r:id="rId20"/>
    <p:sldId id="616" r:id="rId21"/>
    <p:sldId id="617" r:id="rId22"/>
    <p:sldId id="618" r:id="rId23"/>
    <p:sldId id="540" r:id="rId24"/>
    <p:sldId id="639" r:id="rId25"/>
    <p:sldId id="544" r:id="rId26"/>
    <p:sldId id="584" r:id="rId27"/>
    <p:sldId id="585" r:id="rId28"/>
    <p:sldId id="586" r:id="rId29"/>
    <p:sldId id="545" r:id="rId30"/>
    <p:sldId id="547" r:id="rId31"/>
    <p:sldId id="548" r:id="rId32"/>
    <p:sldId id="549" r:id="rId33"/>
    <p:sldId id="652" r:id="rId34"/>
    <p:sldId id="551" r:id="rId35"/>
    <p:sldId id="552" r:id="rId36"/>
    <p:sldId id="553" r:id="rId37"/>
    <p:sldId id="554" r:id="rId38"/>
    <p:sldId id="555" r:id="rId39"/>
    <p:sldId id="621" r:id="rId40"/>
    <p:sldId id="622" r:id="rId41"/>
    <p:sldId id="640" r:id="rId42"/>
    <p:sldId id="598" r:id="rId43"/>
    <p:sldId id="592" r:id="rId44"/>
    <p:sldId id="594" r:id="rId45"/>
    <p:sldId id="595" r:id="rId46"/>
    <p:sldId id="596" r:id="rId47"/>
    <p:sldId id="624" r:id="rId48"/>
    <p:sldId id="626" r:id="rId49"/>
    <p:sldId id="627" r:id="rId50"/>
    <p:sldId id="625" r:id="rId51"/>
    <p:sldId id="628" r:id="rId52"/>
    <p:sldId id="641" r:id="rId53"/>
    <p:sldId id="657" r:id="rId54"/>
    <p:sldId id="642" r:id="rId55"/>
    <p:sldId id="644" r:id="rId56"/>
    <p:sldId id="645" r:id="rId57"/>
    <p:sldId id="658" r:id="rId58"/>
    <p:sldId id="630" r:id="rId59"/>
    <p:sldId id="631" r:id="rId60"/>
    <p:sldId id="634" r:id="rId61"/>
    <p:sldId id="650" r:id="rId62"/>
    <p:sldId id="646" r:id="rId63"/>
    <p:sldId id="659" r:id="rId64"/>
    <p:sldId id="648" r:id="rId65"/>
    <p:sldId id="660" r:id="rId66"/>
    <p:sldId id="649" r:id="rId67"/>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9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3333CC"/>
    <a:srgbClr val="0066FF"/>
    <a:srgbClr val="FF99FF"/>
    <a:srgbClr val="FFCC99"/>
    <a:srgbClr val="FF3300"/>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620"/>
    <p:restoredTop sz="94248"/>
  </p:normalViewPr>
  <p:slideViewPr>
    <p:cSldViewPr showGuides="1">
      <p:cViewPr varScale="1">
        <p:scale>
          <a:sx n="83" d="100"/>
          <a:sy n="83" d="100"/>
        </p:scale>
        <p:origin x="1378" y="48"/>
      </p:cViewPr>
      <p:guideLst>
        <p:guide orient="horz" pos="2160"/>
        <p:guide pos="290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0" Type="http://schemas.openxmlformats.org/officeDocument/2006/relationships/tableStyles" Target="tableStyles.xml"/><Relationship Id="rId7" Type="http://schemas.openxmlformats.org/officeDocument/2006/relationships/slide" Target="slides/slide3.xml"/><Relationship Id="rId69" Type="http://schemas.openxmlformats.org/officeDocument/2006/relationships/viewProps" Target="viewProps.xml"/><Relationship Id="rId68" Type="http://schemas.openxmlformats.org/officeDocument/2006/relationships/presProps" Target="presProps.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notesMaster" Target="notesMasters/notesMaster1.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FA052BB8-61AC-4BEF-9DBE-B3598BCCC3B0}" type="doc">
      <dgm:prSet loTypeId="urn:microsoft.com/office/officeart/2005/8/layout/pyramid4" loCatId="pyramid" qsTypeId="urn:microsoft.com/office/officeart/2005/8/quickstyle/simple1" qsCatId="simple" csTypeId="urn:microsoft.com/office/officeart/2005/8/colors/colorful5" csCatId="colorful" phldr="1"/>
      <dgm:spPr/>
      <dgm:t>
        <a:bodyPr/>
        <a:lstStyle/>
        <a:p>
          <a:endParaRPr lang="zh-CN" altLang="en-US"/>
        </a:p>
      </dgm:t>
    </dgm:pt>
    <dgm:pt modelId="{26B95B34-D9A0-45CE-A159-7F57985C5745}">
      <dgm:prSet phldrT="[文本]" custT="1"/>
      <dgm:spPr>
        <a:xfrm>
          <a:off x="1242426" y="0"/>
          <a:ext cx="1295650" cy="1295650"/>
        </a:xfrm>
        <a:solidFill>
          <a:srgbClr val="00B0F0"/>
        </a:solidFill>
        <a:ln w="25400" cap="flat" cmpd="sng" algn="ctr">
          <a:solidFill>
            <a:srgbClr val="FFFFFF">
              <a:hueOff val="0"/>
              <a:satOff val="0"/>
              <a:lumOff val="0"/>
              <a:alphaOff val="0"/>
            </a:srgbClr>
          </a:solidFill>
          <a:prstDash val="solid"/>
        </a:ln>
        <a:effectLst/>
      </dgm:spPr>
      <dgm:t>
        <a:bodyPr/>
        <a:lstStyle/>
        <a:p>
          <a:pPr>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完整</a:t>
          </a:r>
        </a:p>
      </dgm:t>
    </dgm:pt>
    <dgm:pt modelId="{970EC18B-65C1-467C-8878-5F091323B60D}" cxnId="{FCC48109-D988-443D-9999-16DF8161CEC3}"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C44FAE5-5A77-4099-B9B3-624DC4BC43B2}" cxnId="{FCC48109-D988-443D-9999-16DF8161CEC3}"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024C4AC-F0B9-4FD8-B4BB-89F1DA3D5347}">
      <dgm:prSet phldrT="[文本]" custT="1"/>
      <dgm:spPr>
        <a:xfrm>
          <a:off x="594601" y="1295650"/>
          <a:ext cx="1295650" cy="1295650"/>
        </a:xfrm>
        <a:solidFill>
          <a:srgbClr val="B2C1DB">
            <a:hueOff val="-4326688"/>
            <a:satOff val="2309"/>
            <a:lumOff val="-10064"/>
            <a:alphaOff val="0"/>
          </a:srgbClr>
        </a:solidFill>
        <a:ln w="25400" cap="flat" cmpd="sng" algn="ctr">
          <a:solidFill>
            <a:srgbClr val="FFFFFF">
              <a:hueOff val="0"/>
              <a:satOff val="0"/>
              <a:lumOff val="0"/>
              <a:alphaOff val="0"/>
            </a:srgbClr>
          </a:solidFill>
          <a:prstDash val="solid"/>
        </a:ln>
        <a:effectLst/>
      </dgm:spPr>
      <dgm:t>
        <a:bodyPr/>
        <a:lstStyle/>
        <a:p>
          <a:pPr>
            <a:buNone/>
          </a:pPr>
          <a:r>
            <a:rPr lang="zh-CN" altLang="en-US" sz="1800" dirty="0">
              <a:solidFill>
                <a:srgbClr val="FFFFFF"/>
              </a:solidFill>
              <a:latin typeface="微软雅黑" panose="020B0503020204020204" pitchFamily="34" charset="-122"/>
              <a:ea typeface="微软雅黑" panose="020B0503020204020204" pitchFamily="34" charset="-122"/>
              <a:cs typeface="+mn-cs"/>
            </a:rPr>
            <a:t>一致</a:t>
          </a:r>
        </a:p>
      </dgm:t>
    </dgm:pt>
    <dgm:pt modelId="{EF0D69F1-B573-4E66-99B0-1A4A15CDD93B}" cxnId="{5DF98755-3579-4A41-8CD0-BC112887485F}"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A5E8A436-3E58-4C03-90D5-395436158E07}" cxnId="{5DF98755-3579-4A41-8CD0-BC112887485F}"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B62568B-8B24-4CA0-8326-CDA3E7F45F00}">
      <dgm:prSet phldrT="[文本]" custT="1"/>
      <dgm:spPr>
        <a:xfrm rot="10800000">
          <a:off x="1242426" y="1295650"/>
          <a:ext cx="1295650" cy="1295650"/>
        </a:xfrm>
        <a:solidFill>
          <a:srgbClr val="B2C1DB">
            <a:hueOff val="-8653376"/>
            <a:satOff val="4617"/>
            <a:lumOff val="-20130"/>
            <a:alphaOff val="0"/>
          </a:srgbClr>
        </a:solidFill>
        <a:ln w="25400" cap="flat" cmpd="sng" algn="ctr">
          <a:solidFill>
            <a:srgbClr val="FFFFFF">
              <a:hueOff val="0"/>
              <a:satOff val="0"/>
              <a:lumOff val="0"/>
              <a:alphaOff val="0"/>
            </a:srgbClr>
          </a:solidFill>
          <a:prstDash val="solid"/>
        </a:ln>
        <a:effectLst/>
      </dgm:spPr>
      <dgm:t>
        <a:bodyPr/>
        <a:lstStyle/>
        <a:p>
          <a:pPr>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功能需求</a:t>
          </a:r>
        </a:p>
      </dgm:t>
    </dgm:pt>
    <dgm:pt modelId="{291C4D1E-627A-4136-8729-10310FA5FEAB}" cxnId="{E627D407-DDEF-4720-8ACC-20562E1D86AA}"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977907B-2FD8-41C4-84E4-C413A0BD6277}" cxnId="{E627D407-DDEF-4720-8ACC-20562E1D86AA}"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8D8288F0-46FF-4AAD-B257-6F84558EED59}">
      <dgm:prSet phldrT="[文本]" custT="1"/>
      <dgm:spPr>
        <a:xfrm>
          <a:off x="1890252" y="1295650"/>
          <a:ext cx="1295650" cy="1295650"/>
        </a:xfrm>
        <a:solidFill>
          <a:srgbClr val="B2C1DB">
            <a:hueOff val="-12980063"/>
            <a:satOff val="6926"/>
            <a:lumOff val="-30195"/>
            <a:alphaOff val="0"/>
          </a:srgbClr>
        </a:solidFill>
        <a:ln w="25400" cap="flat" cmpd="sng" algn="ctr">
          <a:solidFill>
            <a:srgbClr val="FFFFFF">
              <a:hueOff val="0"/>
              <a:satOff val="0"/>
              <a:lumOff val="0"/>
              <a:alphaOff val="0"/>
            </a:srgbClr>
          </a:solidFill>
          <a:prstDash val="solid"/>
        </a:ln>
        <a:effectLst/>
      </dgm:spPr>
      <dgm:t>
        <a:bodyPr/>
        <a:lstStyle/>
        <a:p>
          <a:pPr>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准确</a:t>
          </a:r>
        </a:p>
      </dgm:t>
    </dgm:pt>
    <dgm:pt modelId="{64301BA9-174F-45D0-B87F-EBB96A7C05DB}" cxnId="{F1665267-8B57-48D3-9A4B-0157160E1191}"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AC645E51-F166-4B47-8CEF-904D2808F0D0}" cxnId="{F1665267-8B57-48D3-9A4B-0157160E1191}"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A366AA0-3BEE-4EFF-B5AD-FF0141C6E060}" type="pres">
      <dgm:prSet presAssocID="{FA052BB8-61AC-4BEF-9DBE-B3598BCCC3B0}" presName="compositeShape" presStyleCnt="0">
        <dgm:presLayoutVars>
          <dgm:chMax val="9"/>
          <dgm:dir/>
          <dgm:resizeHandles val="exact"/>
        </dgm:presLayoutVars>
      </dgm:prSet>
      <dgm:spPr/>
    </dgm:pt>
    <dgm:pt modelId="{8643EFEA-108B-4E74-AD5E-0826A7C4A9DF}" type="pres">
      <dgm:prSet presAssocID="{FA052BB8-61AC-4BEF-9DBE-B3598BCCC3B0}" presName="triangle1" presStyleLbl="node1" presStyleIdx="0" presStyleCnt="4">
        <dgm:presLayoutVars>
          <dgm:bulletEnabled val="1"/>
        </dgm:presLayoutVars>
      </dgm:prSet>
      <dgm:spPr>
        <a:prstGeom prst="triangle">
          <a:avLst/>
        </a:prstGeom>
      </dgm:spPr>
    </dgm:pt>
    <dgm:pt modelId="{98B5433C-275B-4748-AC08-BAD03AC7E123}" type="pres">
      <dgm:prSet presAssocID="{FA052BB8-61AC-4BEF-9DBE-B3598BCCC3B0}" presName="triangle2" presStyleLbl="node1" presStyleIdx="1" presStyleCnt="4">
        <dgm:presLayoutVars>
          <dgm:bulletEnabled val="1"/>
        </dgm:presLayoutVars>
      </dgm:prSet>
      <dgm:spPr>
        <a:prstGeom prst="triangle">
          <a:avLst/>
        </a:prstGeom>
      </dgm:spPr>
    </dgm:pt>
    <dgm:pt modelId="{FEBB87C9-8FAE-4248-B66D-8711C857B31C}" type="pres">
      <dgm:prSet presAssocID="{FA052BB8-61AC-4BEF-9DBE-B3598BCCC3B0}" presName="triangle3" presStyleLbl="node1" presStyleIdx="2" presStyleCnt="4">
        <dgm:presLayoutVars>
          <dgm:bulletEnabled val="1"/>
        </dgm:presLayoutVars>
      </dgm:prSet>
      <dgm:spPr>
        <a:prstGeom prst="triangle">
          <a:avLst/>
        </a:prstGeom>
      </dgm:spPr>
    </dgm:pt>
    <dgm:pt modelId="{C461670B-ABB1-4BC6-BBEB-4BC7C5E4DD1D}" type="pres">
      <dgm:prSet presAssocID="{FA052BB8-61AC-4BEF-9DBE-B3598BCCC3B0}" presName="triangle4" presStyleLbl="node1" presStyleIdx="3" presStyleCnt="4">
        <dgm:presLayoutVars>
          <dgm:bulletEnabled val="1"/>
        </dgm:presLayoutVars>
      </dgm:prSet>
      <dgm:spPr>
        <a:prstGeom prst="triangle">
          <a:avLst/>
        </a:prstGeom>
      </dgm:spPr>
    </dgm:pt>
  </dgm:ptLst>
  <dgm:cxnLst>
    <dgm:cxn modelId="{E627D407-DDEF-4720-8ACC-20562E1D86AA}" srcId="{FA052BB8-61AC-4BEF-9DBE-B3598BCCC3B0}" destId="{1B62568B-8B24-4CA0-8326-CDA3E7F45F00}" srcOrd="2" destOrd="0" parTransId="{291C4D1E-627A-4136-8729-10310FA5FEAB}" sibTransId="{B977907B-2FD8-41C4-84E4-C413A0BD6277}"/>
    <dgm:cxn modelId="{FCC48109-D988-443D-9999-16DF8161CEC3}" srcId="{FA052BB8-61AC-4BEF-9DBE-B3598BCCC3B0}" destId="{26B95B34-D9A0-45CE-A159-7F57985C5745}" srcOrd="0" destOrd="0" parTransId="{970EC18B-65C1-467C-8878-5F091323B60D}" sibTransId="{4C44FAE5-5A77-4099-B9B3-624DC4BC43B2}"/>
    <dgm:cxn modelId="{5BC9D124-D2F9-4C5F-8A7A-156B0DCF0EB3}" type="presOf" srcId="{26B95B34-D9A0-45CE-A159-7F57985C5745}" destId="{8643EFEA-108B-4E74-AD5E-0826A7C4A9DF}" srcOrd="0" destOrd="0" presId="urn:microsoft.com/office/officeart/2005/8/layout/pyramid4"/>
    <dgm:cxn modelId="{F6112940-9339-4CD5-B6DE-9AE8CE478ED3}" type="presOf" srcId="{B024C4AC-F0B9-4FD8-B4BB-89F1DA3D5347}" destId="{98B5433C-275B-4748-AC08-BAD03AC7E123}" srcOrd="0" destOrd="0" presId="urn:microsoft.com/office/officeart/2005/8/layout/pyramid4"/>
    <dgm:cxn modelId="{D115F141-11F2-457C-97AB-EB3F36E25BB4}" type="presOf" srcId="{FA052BB8-61AC-4BEF-9DBE-B3598BCCC3B0}" destId="{1A366AA0-3BEE-4EFF-B5AD-FF0141C6E060}" srcOrd="0" destOrd="0" presId="urn:microsoft.com/office/officeart/2005/8/layout/pyramid4"/>
    <dgm:cxn modelId="{F1665267-8B57-48D3-9A4B-0157160E1191}" srcId="{FA052BB8-61AC-4BEF-9DBE-B3598BCCC3B0}" destId="{8D8288F0-46FF-4AAD-B257-6F84558EED59}" srcOrd="3" destOrd="0" parTransId="{64301BA9-174F-45D0-B87F-EBB96A7C05DB}" sibTransId="{AC645E51-F166-4B47-8CEF-904D2808F0D0}"/>
    <dgm:cxn modelId="{5DF98755-3579-4A41-8CD0-BC112887485F}" srcId="{FA052BB8-61AC-4BEF-9DBE-B3598BCCC3B0}" destId="{B024C4AC-F0B9-4FD8-B4BB-89F1DA3D5347}" srcOrd="1" destOrd="0" parTransId="{EF0D69F1-B573-4E66-99B0-1A4A15CDD93B}" sibTransId="{A5E8A436-3E58-4C03-90D5-395436158E07}"/>
    <dgm:cxn modelId="{29BDE2B1-EF54-4408-B3BA-EBDD7D37AAA3}" type="presOf" srcId="{1B62568B-8B24-4CA0-8326-CDA3E7F45F00}" destId="{FEBB87C9-8FAE-4248-B66D-8711C857B31C}" srcOrd="0" destOrd="0" presId="urn:microsoft.com/office/officeart/2005/8/layout/pyramid4"/>
    <dgm:cxn modelId="{EC5C8CC1-FB29-40CF-A787-6734856504CD}" type="presOf" srcId="{8D8288F0-46FF-4AAD-B257-6F84558EED59}" destId="{C461670B-ABB1-4BC6-BBEB-4BC7C5E4DD1D}" srcOrd="0" destOrd="0" presId="urn:microsoft.com/office/officeart/2005/8/layout/pyramid4"/>
    <dgm:cxn modelId="{02E98B50-C477-49D5-A33C-18A4B2600E50}" type="presParOf" srcId="{1A366AA0-3BEE-4EFF-B5AD-FF0141C6E060}" destId="{8643EFEA-108B-4E74-AD5E-0826A7C4A9DF}" srcOrd="0" destOrd="0" presId="urn:microsoft.com/office/officeart/2005/8/layout/pyramid4"/>
    <dgm:cxn modelId="{1298C3D6-5BA3-4533-83D7-C352CD15E057}" type="presParOf" srcId="{1A366AA0-3BEE-4EFF-B5AD-FF0141C6E060}" destId="{98B5433C-275B-4748-AC08-BAD03AC7E123}" srcOrd="1" destOrd="0" presId="urn:microsoft.com/office/officeart/2005/8/layout/pyramid4"/>
    <dgm:cxn modelId="{0A05F1BA-FC25-4F08-8D70-6C7361DD15F8}" type="presParOf" srcId="{1A366AA0-3BEE-4EFF-B5AD-FF0141C6E060}" destId="{FEBB87C9-8FAE-4248-B66D-8711C857B31C}" srcOrd="2" destOrd="0" presId="urn:microsoft.com/office/officeart/2005/8/layout/pyramid4"/>
    <dgm:cxn modelId="{04A2D49F-1C12-407D-AECD-6CECB7D79FFD}" type="presParOf" srcId="{1A366AA0-3BEE-4EFF-B5AD-FF0141C6E060}" destId="{C461670B-ABB1-4BC6-BBEB-4BC7C5E4DD1D}" srcOrd="3" destOrd="0" presId="urn:microsoft.com/office/officeart/2005/8/layout/pyramid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A052BB8-61AC-4BEF-9DBE-B3598BCCC3B0}" type="doc">
      <dgm:prSet loTypeId="urn:microsoft.com/office/officeart/2005/8/layout/pyramid4" loCatId="pyramid" qsTypeId="urn:microsoft.com/office/officeart/2005/8/quickstyle/simple1" qsCatId="simple" csTypeId="urn:microsoft.com/office/officeart/2005/8/colors/colorful5" csCatId="colorful" phldr="1"/>
      <dgm:spPr/>
      <dgm:t>
        <a:bodyPr/>
        <a:lstStyle/>
        <a:p>
          <a:endParaRPr lang="zh-CN" altLang="en-US"/>
        </a:p>
      </dgm:t>
    </dgm:pt>
    <dgm:pt modelId="{26B95B34-D9A0-45CE-A159-7F57985C5745}">
      <dgm:prSet phldrT="[文本]" custT="1"/>
      <dgm:spPr>
        <a:xfrm>
          <a:off x="1242426" y="0"/>
          <a:ext cx="1295650" cy="1295650"/>
        </a:xfrm>
        <a:solidFill>
          <a:srgbClr val="00B0F0"/>
        </a:solidFill>
        <a:ln w="25400" cap="flat" cmpd="sng" algn="ctr">
          <a:solidFill>
            <a:srgbClr val="FFFFFF">
              <a:hueOff val="0"/>
              <a:satOff val="0"/>
              <a:lumOff val="0"/>
              <a:alphaOff val="0"/>
            </a:srgbClr>
          </a:solidFill>
          <a:prstDash val="solid"/>
        </a:ln>
        <a:effectLst/>
      </dgm:spPr>
      <dgm:t>
        <a:bodyPr/>
        <a:lstStyle/>
        <a:p>
          <a:pPr>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完整</a:t>
          </a:r>
        </a:p>
      </dgm:t>
    </dgm:pt>
    <dgm:pt modelId="{970EC18B-65C1-467C-8878-5F091323B60D}" cxnId="{FCC48109-D988-443D-9999-16DF8161CEC3}"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C44FAE5-5A77-4099-B9B3-624DC4BC43B2}" cxnId="{FCC48109-D988-443D-9999-16DF8161CEC3}"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024C4AC-F0B9-4FD8-B4BB-89F1DA3D5347}">
      <dgm:prSet phldrT="[文本]" custT="1"/>
      <dgm:spPr>
        <a:xfrm>
          <a:off x="594601" y="1295650"/>
          <a:ext cx="1295650" cy="1295650"/>
        </a:xfrm>
        <a:solidFill>
          <a:srgbClr val="B2C1DB">
            <a:hueOff val="-4326688"/>
            <a:satOff val="2309"/>
            <a:lumOff val="-10064"/>
            <a:alphaOff val="0"/>
          </a:srgbClr>
        </a:solidFill>
        <a:ln w="25400" cap="flat" cmpd="sng" algn="ctr">
          <a:solidFill>
            <a:srgbClr val="FFFFFF">
              <a:hueOff val="0"/>
              <a:satOff val="0"/>
              <a:lumOff val="0"/>
              <a:alphaOff val="0"/>
            </a:srgbClr>
          </a:solidFill>
          <a:prstDash val="solid"/>
        </a:ln>
        <a:effectLst/>
      </dgm:spPr>
      <dgm:t>
        <a:bodyPr/>
        <a:lstStyle/>
        <a:p>
          <a:pPr>
            <a:buNone/>
          </a:pPr>
          <a:r>
            <a:rPr lang="zh-CN" altLang="en-US" sz="1800" dirty="0">
              <a:solidFill>
                <a:srgbClr val="FFFFFF"/>
              </a:solidFill>
              <a:latin typeface="微软雅黑" panose="020B0503020204020204" pitchFamily="34" charset="-122"/>
              <a:ea typeface="微软雅黑" panose="020B0503020204020204" pitchFamily="34" charset="-122"/>
              <a:cs typeface="+mn-cs"/>
            </a:rPr>
            <a:t>一致</a:t>
          </a:r>
        </a:p>
      </dgm:t>
    </dgm:pt>
    <dgm:pt modelId="{EF0D69F1-B573-4E66-99B0-1A4A15CDD93B}" cxnId="{5DF98755-3579-4A41-8CD0-BC112887485F}"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A5E8A436-3E58-4C03-90D5-395436158E07}" cxnId="{5DF98755-3579-4A41-8CD0-BC112887485F}"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B62568B-8B24-4CA0-8326-CDA3E7F45F00}">
      <dgm:prSet phldrT="[文本]" custT="1"/>
      <dgm:spPr>
        <a:xfrm rot="10800000">
          <a:off x="1242426" y="1295650"/>
          <a:ext cx="1295650" cy="1295650"/>
        </a:xfrm>
        <a:solidFill>
          <a:srgbClr val="B2C1DB">
            <a:hueOff val="-8653376"/>
            <a:satOff val="4617"/>
            <a:lumOff val="-20130"/>
            <a:alphaOff val="0"/>
          </a:srgbClr>
        </a:solidFill>
        <a:ln w="25400" cap="flat" cmpd="sng" algn="ctr">
          <a:solidFill>
            <a:srgbClr val="FFFFFF">
              <a:hueOff val="0"/>
              <a:satOff val="0"/>
              <a:lumOff val="0"/>
              <a:alphaOff val="0"/>
            </a:srgbClr>
          </a:solidFill>
          <a:prstDash val="solid"/>
        </a:ln>
        <a:effectLst/>
      </dgm:spPr>
      <dgm:t>
        <a:bodyPr/>
        <a:lstStyle/>
        <a:p>
          <a:pPr>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功能需求</a:t>
          </a:r>
        </a:p>
      </dgm:t>
    </dgm:pt>
    <dgm:pt modelId="{291C4D1E-627A-4136-8729-10310FA5FEAB}" cxnId="{E627D407-DDEF-4720-8ACC-20562E1D86AA}"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977907B-2FD8-41C4-84E4-C413A0BD6277}" cxnId="{E627D407-DDEF-4720-8ACC-20562E1D86AA}"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8D8288F0-46FF-4AAD-B257-6F84558EED59}">
      <dgm:prSet phldrT="[文本]" custT="1"/>
      <dgm:spPr>
        <a:xfrm>
          <a:off x="1890252" y="1295650"/>
          <a:ext cx="1295650" cy="1295650"/>
        </a:xfrm>
        <a:solidFill>
          <a:srgbClr val="B2C1DB">
            <a:hueOff val="-12980063"/>
            <a:satOff val="6926"/>
            <a:lumOff val="-30195"/>
            <a:alphaOff val="0"/>
          </a:srgbClr>
        </a:solidFill>
        <a:ln w="25400" cap="flat" cmpd="sng" algn="ctr">
          <a:solidFill>
            <a:srgbClr val="FFFFFF">
              <a:hueOff val="0"/>
              <a:satOff val="0"/>
              <a:lumOff val="0"/>
              <a:alphaOff val="0"/>
            </a:srgbClr>
          </a:solidFill>
          <a:prstDash val="solid"/>
        </a:ln>
        <a:effectLst/>
      </dgm:spPr>
      <dgm:t>
        <a:bodyPr/>
        <a:lstStyle/>
        <a:p>
          <a:pPr>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准确</a:t>
          </a:r>
        </a:p>
      </dgm:t>
    </dgm:pt>
    <dgm:pt modelId="{64301BA9-174F-45D0-B87F-EBB96A7C05DB}" cxnId="{F1665267-8B57-48D3-9A4B-0157160E1191}"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AC645E51-F166-4B47-8CEF-904D2808F0D0}" cxnId="{F1665267-8B57-48D3-9A4B-0157160E1191}"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A366AA0-3BEE-4EFF-B5AD-FF0141C6E060}" type="pres">
      <dgm:prSet presAssocID="{FA052BB8-61AC-4BEF-9DBE-B3598BCCC3B0}" presName="compositeShape" presStyleCnt="0">
        <dgm:presLayoutVars>
          <dgm:chMax val="9"/>
          <dgm:dir/>
          <dgm:resizeHandles val="exact"/>
        </dgm:presLayoutVars>
      </dgm:prSet>
      <dgm:spPr/>
    </dgm:pt>
    <dgm:pt modelId="{8643EFEA-108B-4E74-AD5E-0826A7C4A9DF}" type="pres">
      <dgm:prSet presAssocID="{FA052BB8-61AC-4BEF-9DBE-B3598BCCC3B0}" presName="triangle1" presStyleLbl="node1" presStyleIdx="0" presStyleCnt="4">
        <dgm:presLayoutVars>
          <dgm:bulletEnabled val="1"/>
        </dgm:presLayoutVars>
      </dgm:prSet>
      <dgm:spPr>
        <a:prstGeom prst="triangle">
          <a:avLst/>
        </a:prstGeom>
      </dgm:spPr>
    </dgm:pt>
    <dgm:pt modelId="{98B5433C-275B-4748-AC08-BAD03AC7E123}" type="pres">
      <dgm:prSet presAssocID="{FA052BB8-61AC-4BEF-9DBE-B3598BCCC3B0}" presName="triangle2" presStyleLbl="node1" presStyleIdx="1" presStyleCnt="4">
        <dgm:presLayoutVars>
          <dgm:bulletEnabled val="1"/>
        </dgm:presLayoutVars>
      </dgm:prSet>
      <dgm:spPr>
        <a:prstGeom prst="triangle">
          <a:avLst/>
        </a:prstGeom>
      </dgm:spPr>
    </dgm:pt>
    <dgm:pt modelId="{FEBB87C9-8FAE-4248-B66D-8711C857B31C}" type="pres">
      <dgm:prSet presAssocID="{FA052BB8-61AC-4BEF-9DBE-B3598BCCC3B0}" presName="triangle3" presStyleLbl="node1" presStyleIdx="2" presStyleCnt="4">
        <dgm:presLayoutVars>
          <dgm:bulletEnabled val="1"/>
        </dgm:presLayoutVars>
      </dgm:prSet>
      <dgm:spPr>
        <a:prstGeom prst="triangle">
          <a:avLst/>
        </a:prstGeom>
      </dgm:spPr>
    </dgm:pt>
    <dgm:pt modelId="{C461670B-ABB1-4BC6-BBEB-4BC7C5E4DD1D}" type="pres">
      <dgm:prSet presAssocID="{FA052BB8-61AC-4BEF-9DBE-B3598BCCC3B0}" presName="triangle4" presStyleLbl="node1" presStyleIdx="3" presStyleCnt="4">
        <dgm:presLayoutVars>
          <dgm:bulletEnabled val="1"/>
        </dgm:presLayoutVars>
      </dgm:prSet>
      <dgm:spPr>
        <a:prstGeom prst="triangle">
          <a:avLst/>
        </a:prstGeom>
      </dgm:spPr>
    </dgm:pt>
  </dgm:ptLst>
  <dgm:cxnLst>
    <dgm:cxn modelId="{E627D407-DDEF-4720-8ACC-20562E1D86AA}" srcId="{FA052BB8-61AC-4BEF-9DBE-B3598BCCC3B0}" destId="{1B62568B-8B24-4CA0-8326-CDA3E7F45F00}" srcOrd="2" destOrd="0" parTransId="{291C4D1E-627A-4136-8729-10310FA5FEAB}" sibTransId="{B977907B-2FD8-41C4-84E4-C413A0BD6277}"/>
    <dgm:cxn modelId="{FCC48109-D988-443D-9999-16DF8161CEC3}" srcId="{FA052BB8-61AC-4BEF-9DBE-B3598BCCC3B0}" destId="{26B95B34-D9A0-45CE-A159-7F57985C5745}" srcOrd="0" destOrd="0" parTransId="{970EC18B-65C1-467C-8878-5F091323B60D}" sibTransId="{4C44FAE5-5A77-4099-B9B3-624DC4BC43B2}"/>
    <dgm:cxn modelId="{DBDEF21D-2738-4916-B98A-521543A9A2F6}" type="presOf" srcId="{8D8288F0-46FF-4AAD-B257-6F84558EED59}" destId="{C461670B-ABB1-4BC6-BBEB-4BC7C5E4DD1D}" srcOrd="0" destOrd="0" presId="urn:microsoft.com/office/officeart/2005/8/layout/pyramid4"/>
    <dgm:cxn modelId="{F1665267-8B57-48D3-9A4B-0157160E1191}" srcId="{FA052BB8-61AC-4BEF-9DBE-B3598BCCC3B0}" destId="{8D8288F0-46FF-4AAD-B257-6F84558EED59}" srcOrd="3" destOrd="0" parTransId="{64301BA9-174F-45D0-B87F-EBB96A7C05DB}" sibTransId="{AC645E51-F166-4B47-8CEF-904D2808F0D0}"/>
    <dgm:cxn modelId="{F5A4E769-C0EA-4BB2-B5F6-DB90842FA717}" type="presOf" srcId="{B024C4AC-F0B9-4FD8-B4BB-89F1DA3D5347}" destId="{98B5433C-275B-4748-AC08-BAD03AC7E123}" srcOrd="0" destOrd="0" presId="urn:microsoft.com/office/officeart/2005/8/layout/pyramid4"/>
    <dgm:cxn modelId="{3CF71E4D-C3D0-4854-9E55-201600921B97}" type="presOf" srcId="{FA052BB8-61AC-4BEF-9DBE-B3598BCCC3B0}" destId="{1A366AA0-3BEE-4EFF-B5AD-FF0141C6E060}" srcOrd="0" destOrd="0" presId="urn:microsoft.com/office/officeart/2005/8/layout/pyramid4"/>
    <dgm:cxn modelId="{5DF98755-3579-4A41-8CD0-BC112887485F}" srcId="{FA052BB8-61AC-4BEF-9DBE-B3598BCCC3B0}" destId="{B024C4AC-F0B9-4FD8-B4BB-89F1DA3D5347}" srcOrd="1" destOrd="0" parTransId="{EF0D69F1-B573-4E66-99B0-1A4A15CDD93B}" sibTransId="{A5E8A436-3E58-4C03-90D5-395436158E07}"/>
    <dgm:cxn modelId="{4C20C47E-E0B2-4CE6-A182-73B39113A1B2}" type="presOf" srcId="{26B95B34-D9A0-45CE-A159-7F57985C5745}" destId="{8643EFEA-108B-4E74-AD5E-0826A7C4A9DF}" srcOrd="0" destOrd="0" presId="urn:microsoft.com/office/officeart/2005/8/layout/pyramid4"/>
    <dgm:cxn modelId="{169701BD-DF99-441E-8D22-9B1BC8C20B7E}" type="presOf" srcId="{1B62568B-8B24-4CA0-8326-CDA3E7F45F00}" destId="{FEBB87C9-8FAE-4248-B66D-8711C857B31C}" srcOrd="0" destOrd="0" presId="urn:microsoft.com/office/officeart/2005/8/layout/pyramid4"/>
    <dgm:cxn modelId="{D7436D4F-B47D-45A0-82F5-FC83A17EA830}" type="presParOf" srcId="{1A366AA0-3BEE-4EFF-B5AD-FF0141C6E060}" destId="{8643EFEA-108B-4E74-AD5E-0826A7C4A9DF}" srcOrd="0" destOrd="0" presId="urn:microsoft.com/office/officeart/2005/8/layout/pyramid4"/>
    <dgm:cxn modelId="{AD59F144-1EAC-4DD9-B029-1E9801DB989A}" type="presParOf" srcId="{1A366AA0-3BEE-4EFF-B5AD-FF0141C6E060}" destId="{98B5433C-275B-4748-AC08-BAD03AC7E123}" srcOrd="1" destOrd="0" presId="urn:microsoft.com/office/officeart/2005/8/layout/pyramid4"/>
    <dgm:cxn modelId="{0B5CE178-325B-42C9-97A3-1954BBD66E93}" type="presParOf" srcId="{1A366AA0-3BEE-4EFF-B5AD-FF0141C6E060}" destId="{FEBB87C9-8FAE-4248-B66D-8711C857B31C}" srcOrd="2" destOrd="0" presId="urn:microsoft.com/office/officeart/2005/8/layout/pyramid4"/>
    <dgm:cxn modelId="{827245F8-8A75-4B0D-9C11-3DADC5BA62B7}" type="presParOf" srcId="{1A366AA0-3BEE-4EFF-B5AD-FF0141C6E060}" destId="{C461670B-ABB1-4BC6-BBEB-4BC7C5E4DD1D}" srcOrd="3" destOrd="0" presId="urn:microsoft.com/office/officeart/2005/8/layout/pyramid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A052BB8-61AC-4BEF-9DBE-B3598BCCC3B0}" type="doc">
      <dgm:prSet loTypeId="urn:microsoft.com/office/officeart/2005/8/layout/pyramid4" loCatId="pyramid" qsTypeId="urn:microsoft.com/office/officeart/2005/8/quickstyle/simple1" qsCatId="simple" csTypeId="urn:microsoft.com/office/officeart/2005/8/colors/colorful5" csCatId="colorful" phldr="1"/>
      <dgm:spPr/>
      <dgm:t>
        <a:bodyPr/>
        <a:lstStyle/>
        <a:p>
          <a:endParaRPr lang="zh-CN" altLang="en-US"/>
        </a:p>
      </dgm:t>
    </dgm:pt>
    <dgm:pt modelId="{26B95B34-D9A0-45CE-A159-7F57985C5745}">
      <dgm:prSet phldrT="[文本]" custT="1"/>
      <dgm:spPr>
        <a:xfrm>
          <a:off x="1242426" y="0"/>
          <a:ext cx="1295650" cy="1295650"/>
        </a:xfrm>
        <a:solidFill>
          <a:srgbClr val="00B0F0"/>
        </a:solidFill>
        <a:ln w="25400" cap="flat" cmpd="sng" algn="ctr">
          <a:solidFill>
            <a:srgbClr val="FFFFFF">
              <a:hueOff val="0"/>
              <a:satOff val="0"/>
              <a:lumOff val="0"/>
              <a:alphaOff val="0"/>
            </a:srgbClr>
          </a:solidFill>
          <a:prstDash val="solid"/>
        </a:ln>
        <a:effectLst/>
      </dgm:spPr>
      <dgm:t>
        <a:bodyPr/>
        <a:lstStyle/>
        <a:p>
          <a:pPr>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完整</a:t>
          </a:r>
        </a:p>
      </dgm:t>
    </dgm:pt>
    <dgm:pt modelId="{970EC18B-65C1-467C-8878-5F091323B60D}" cxnId="{FCC48109-D988-443D-9999-16DF8161CEC3}"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C44FAE5-5A77-4099-B9B3-624DC4BC43B2}" cxnId="{FCC48109-D988-443D-9999-16DF8161CEC3}"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024C4AC-F0B9-4FD8-B4BB-89F1DA3D5347}">
      <dgm:prSet phldrT="[文本]" custT="1"/>
      <dgm:spPr>
        <a:xfrm>
          <a:off x="594601" y="1295650"/>
          <a:ext cx="1295650" cy="1295650"/>
        </a:xfrm>
        <a:solidFill>
          <a:srgbClr val="B2C1DB">
            <a:hueOff val="-4326688"/>
            <a:satOff val="2309"/>
            <a:lumOff val="-10064"/>
            <a:alphaOff val="0"/>
          </a:srgbClr>
        </a:solidFill>
        <a:ln w="25400" cap="flat" cmpd="sng" algn="ctr">
          <a:solidFill>
            <a:srgbClr val="FFFFFF">
              <a:hueOff val="0"/>
              <a:satOff val="0"/>
              <a:lumOff val="0"/>
              <a:alphaOff val="0"/>
            </a:srgbClr>
          </a:solidFill>
          <a:prstDash val="solid"/>
        </a:ln>
        <a:effectLst/>
      </dgm:spPr>
      <dgm:t>
        <a:bodyPr/>
        <a:lstStyle/>
        <a:p>
          <a:pPr>
            <a:buNone/>
          </a:pPr>
          <a:r>
            <a:rPr lang="zh-CN" altLang="en-US" sz="1800" dirty="0">
              <a:solidFill>
                <a:srgbClr val="FFFFFF"/>
              </a:solidFill>
              <a:latin typeface="微软雅黑" panose="020B0503020204020204" pitchFamily="34" charset="-122"/>
              <a:ea typeface="微软雅黑" panose="020B0503020204020204" pitchFamily="34" charset="-122"/>
              <a:cs typeface="+mn-cs"/>
            </a:rPr>
            <a:t>一致</a:t>
          </a:r>
        </a:p>
      </dgm:t>
    </dgm:pt>
    <dgm:pt modelId="{EF0D69F1-B573-4E66-99B0-1A4A15CDD93B}" cxnId="{5DF98755-3579-4A41-8CD0-BC112887485F}"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A5E8A436-3E58-4C03-90D5-395436158E07}" cxnId="{5DF98755-3579-4A41-8CD0-BC112887485F}"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B62568B-8B24-4CA0-8326-CDA3E7F45F00}">
      <dgm:prSet phldrT="[文本]" custT="1"/>
      <dgm:spPr>
        <a:xfrm rot="10800000">
          <a:off x="1242426" y="1295650"/>
          <a:ext cx="1295650" cy="1295650"/>
        </a:xfrm>
        <a:solidFill>
          <a:srgbClr val="B2C1DB">
            <a:hueOff val="-8653376"/>
            <a:satOff val="4617"/>
            <a:lumOff val="-20130"/>
            <a:alphaOff val="0"/>
          </a:srgbClr>
        </a:solidFill>
        <a:ln w="25400" cap="flat" cmpd="sng" algn="ctr">
          <a:solidFill>
            <a:srgbClr val="FFFFFF">
              <a:hueOff val="0"/>
              <a:satOff val="0"/>
              <a:lumOff val="0"/>
              <a:alphaOff val="0"/>
            </a:srgbClr>
          </a:solidFill>
          <a:prstDash val="solid"/>
        </a:ln>
        <a:effectLst/>
      </dgm:spPr>
      <dgm:t>
        <a:bodyPr/>
        <a:lstStyle/>
        <a:p>
          <a:pPr>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功能需求</a:t>
          </a:r>
        </a:p>
      </dgm:t>
    </dgm:pt>
    <dgm:pt modelId="{291C4D1E-627A-4136-8729-10310FA5FEAB}" cxnId="{E627D407-DDEF-4720-8ACC-20562E1D86AA}"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977907B-2FD8-41C4-84E4-C413A0BD6277}" cxnId="{E627D407-DDEF-4720-8ACC-20562E1D86AA}"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8D8288F0-46FF-4AAD-B257-6F84558EED59}">
      <dgm:prSet phldrT="[文本]" custT="1"/>
      <dgm:spPr>
        <a:xfrm>
          <a:off x="1890252" y="1295650"/>
          <a:ext cx="1295650" cy="1295650"/>
        </a:xfrm>
        <a:solidFill>
          <a:srgbClr val="B2C1DB">
            <a:hueOff val="-12980063"/>
            <a:satOff val="6926"/>
            <a:lumOff val="-30195"/>
            <a:alphaOff val="0"/>
          </a:srgbClr>
        </a:solidFill>
        <a:ln w="25400" cap="flat" cmpd="sng" algn="ctr">
          <a:solidFill>
            <a:srgbClr val="FFFFFF">
              <a:hueOff val="0"/>
              <a:satOff val="0"/>
              <a:lumOff val="0"/>
              <a:alphaOff val="0"/>
            </a:srgbClr>
          </a:solidFill>
          <a:prstDash val="solid"/>
        </a:ln>
        <a:effectLst/>
      </dgm:spPr>
      <dgm:t>
        <a:bodyPr/>
        <a:lstStyle/>
        <a:p>
          <a:pPr>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准确</a:t>
          </a:r>
        </a:p>
      </dgm:t>
    </dgm:pt>
    <dgm:pt modelId="{64301BA9-174F-45D0-B87F-EBB96A7C05DB}" cxnId="{F1665267-8B57-48D3-9A4B-0157160E1191}"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AC645E51-F166-4B47-8CEF-904D2808F0D0}" cxnId="{F1665267-8B57-48D3-9A4B-0157160E1191}"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A366AA0-3BEE-4EFF-B5AD-FF0141C6E060}" type="pres">
      <dgm:prSet presAssocID="{FA052BB8-61AC-4BEF-9DBE-B3598BCCC3B0}" presName="compositeShape" presStyleCnt="0">
        <dgm:presLayoutVars>
          <dgm:chMax val="9"/>
          <dgm:dir/>
          <dgm:resizeHandles val="exact"/>
        </dgm:presLayoutVars>
      </dgm:prSet>
      <dgm:spPr/>
    </dgm:pt>
    <dgm:pt modelId="{8643EFEA-108B-4E74-AD5E-0826A7C4A9DF}" type="pres">
      <dgm:prSet presAssocID="{FA052BB8-61AC-4BEF-9DBE-B3598BCCC3B0}" presName="triangle1" presStyleLbl="node1" presStyleIdx="0" presStyleCnt="4">
        <dgm:presLayoutVars>
          <dgm:bulletEnabled val="1"/>
        </dgm:presLayoutVars>
      </dgm:prSet>
      <dgm:spPr>
        <a:prstGeom prst="triangle">
          <a:avLst/>
        </a:prstGeom>
      </dgm:spPr>
    </dgm:pt>
    <dgm:pt modelId="{98B5433C-275B-4748-AC08-BAD03AC7E123}" type="pres">
      <dgm:prSet presAssocID="{FA052BB8-61AC-4BEF-9DBE-B3598BCCC3B0}" presName="triangle2" presStyleLbl="node1" presStyleIdx="1" presStyleCnt="4">
        <dgm:presLayoutVars>
          <dgm:bulletEnabled val="1"/>
        </dgm:presLayoutVars>
      </dgm:prSet>
      <dgm:spPr>
        <a:prstGeom prst="triangle">
          <a:avLst/>
        </a:prstGeom>
      </dgm:spPr>
    </dgm:pt>
    <dgm:pt modelId="{FEBB87C9-8FAE-4248-B66D-8711C857B31C}" type="pres">
      <dgm:prSet presAssocID="{FA052BB8-61AC-4BEF-9DBE-B3598BCCC3B0}" presName="triangle3" presStyleLbl="node1" presStyleIdx="2" presStyleCnt="4">
        <dgm:presLayoutVars>
          <dgm:bulletEnabled val="1"/>
        </dgm:presLayoutVars>
      </dgm:prSet>
      <dgm:spPr>
        <a:prstGeom prst="triangle">
          <a:avLst/>
        </a:prstGeom>
      </dgm:spPr>
    </dgm:pt>
    <dgm:pt modelId="{C461670B-ABB1-4BC6-BBEB-4BC7C5E4DD1D}" type="pres">
      <dgm:prSet presAssocID="{FA052BB8-61AC-4BEF-9DBE-B3598BCCC3B0}" presName="triangle4" presStyleLbl="node1" presStyleIdx="3" presStyleCnt="4">
        <dgm:presLayoutVars>
          <dgm:bulletEnabled val="1"/>
        </dgm:presLayoutVars>
      </dgm:prSet>
      <dgm:spPr>
        <a:prstGeom prst="triangle">
          <a:avLst/>
        </a:prstGeom>
      </dgm:spPr>
    </dgm:pt>
  </dgm:ptLst>
  <dgm:cxnLst>
    <dgm:cxn modelId="{E627D407-DDEF-4720-8ACC-20562E1D86AA}" srcId="{FA052BB8-61AC-4BEF-9DBE-B3598BCCC3B0}" destId="{1B62568B-8B24-4CA0-8326-CDA3E7F45F00}" srcOrd="2" destOrd="0" parTransId="{291C4D1E-627A-4136-8729-10310FA5FEAB}" sibTransId="{B977907B-2FD8-41C4-84E4-C413A0BD6277}"/>
    <dgm:cxn modelId="{FCC48109-D988-443D-9999-16DF8161CEC3}" srcId="{FA052BB8-61AC-4BEF-9DBE-B3598BCCC3B0}" destId="{26B95B34-D9A0-45CE-A159-7F57985C5745}" srcOrd="0" destOrd="0" parTransId="{970EC18B-65C1-467C-8878-5F091323B60D}" sibTransId="{4C44FAE5-5A77-4099-B9B3-624DC4BC43B2}"/>
    <dgm:cxn modelId="{3091D846-CC38-4869-B9B5-A99BC21FC6B0}" type="presOf" srcId="{FA052BB8-61AC-4BEF-9DBE-B3598BCCC3B0}" destId="{1A366AA0-3BEE-4EFF-B5AD-FF0141C6E060}" srcOrd="0" destOrd="0" presId="urn:microsoft.com/office/officeart/2005/8/layout/pyramid4"/>
    <dgm:cxn modelId="{F1665267-8B57-48D3-9A4B-0157160E1191}" srcId="{FA052BB8-61AC-4BEF-9DBE-B3598BCCC3B0}" destId="{8D8288F0-46FF-4AAD-B257-6F84558EED59}" srcOrd="3" destOrd="0" parTransId="{64301BA9-174F-45D0-B87F-EBB96A7C05DB}" sibTransId="{AC645E51-F166-4B47-8CEF-904D2808F0D0}"/>
    <dgm:cxn modelId="{B9921768-6D25-4902-8853-9E113842213A}" type="presOf" srcId="{1B62568B-8B24-4CA0-8326-CDA3E7F45F00}" destId="{FEBB87C9-8FAE-4248-B66D-8711C857B31C}" srcOrd="0" destOrd="0" presId="urn:microsoft.com/office/officeart/2005/8/layout/pyramid4"/>
    <dgm:cxn modelId="{87112048-299C-4536-9107-7C72BDF4B61A}" type="presOf" srcId="{8D8288F0-46FF-4AAD-B257-6F84558EED59}" destId="{C461670B-ABB1-4BC6-BBEB-4BC7C5E4DD1D}" srcOrd="0" destOrd="0" presId="urn:microsoft.com/office/officeart/2005/8/layout/pyramid4"/>
    <dgm:cxn modelId="{5DF98755-3579-4A41-8CD0-BC112887485F}" srcId="{FA052BB8-61AC-4BEF-9DBE-B3598BCCC3B0}" destId="{B024C4AC-F0B9-4FD8-B4BB-89F1DA3D5347}" srcOrd="1" destOrd="0" parTransId="{EF0D69F1-B573-4E66-99B0-1A4A15CDD93B}" sibTransId="{A5E8A436-3E58-4C03-90D5-395436158E07}"/>
    <dgm:cxn modelId="{5AAE61AC-7718-4275-84D5-4E86EEEF1624}" type="presOf" srcId="{B024C4AC-F0B9-4FD8-B4BB-89F1DA3D5347}" destId="{98B5433C-275B-4748-AC08-BAD03AC7E123}" srcOrd="0" destOrd="0" presId="urn:microsoft.com/office/officeart/2005/8/layout/pyramid4"/>
    <dgm:cxn modelId="{B39C0CE0-FADF-47F5-AFEB-F310A4A66CC4}" type="presOf" srcId="{26B95B34-D9A0-45CE-A159-7F57985C5745}" destId="{8643EFEA-108B-4E74-AD5E-0826A7C4A9DF}" srcOrd="0" destOrd="0" presId="urn:microsoft.com/office/officeart/2005/8/layout/pyramid4"/>
    <dgm:cxn modelId="{DCAEE3AF-82BE-4BF5-8739-E4250F8004D0}" type="presParOf" srcId="{1A366AA0-3BEE-4EFF-B5AD-FF0141C6E060}" destId="{8643EFEA-108B-4E74-AD5E-0826A7C4A9DF}" srcOrd="0" destOrd="0" presId="urn:microsoft.com/office/officeart/2005/8/layout/pyramid4"/>
    <dgm:cxn modelId="{A45F1D20-4D4C-42C3-A31C-443379E18D35}" type="presParOf" srcId="{1A366AA0-3BEE-4EFF-B5AD-FF0141C6E060}" destId="{98B5433C-275B-4748-AC08-BAD03AC7E123}" srcOrd="1" destOrd="0" presId="urn:microsoft.com/office/officeart/2005/8/layout/pyramid4"/>
    <dgm:cxn modelId="{EB00D6ED-8A22-4BFB-987E-C251A92CD108}" type="presParOf" srcId="{1A366AA0-3BEE-4EFF-B5AD-FF0141C6E060}" destId="{FEBB87C9-8FAE-4248-B66D-8711C857B31C}" srcOrd="2" destOrd="0" presId="urn:microsoft.com/office/officeart/2005/8/layout/pyramid4"/>
    <dgm:cxn modelId="{2AD65721-7B9F-4737-8CEA-AD8B3D6C6F8C}" type="presParOf" srcId="{1A366AA0-3BEE-4EFF-B5AD-FF0141C6E060}" destId="{C461670B-ABB1-4BC6-BBEB-4BC7C5E4DD1D}" srcOrd="3" destOrd="0" presId="urn:microsoft.com/office/officeart/2005/8/layout/pyramid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A052BB8-61AC-4BEF-9DBE-B3598BCCC3B0}" type="doc">
      <dgm:prSet loTypeId="urn:microsoft.com/office/officeart/2005/8/layout/pyramid4" loCatId="pyramid" qsTypeId="urn:microsoft.com/office/officeart/2005/8/quickstyle/simple1" qsCatId="simple" csTypeId="urn:microsoft.com/office/officeart/2005/8/colors/colorful5" csCatId="colorful" phldr="1"/>
      <dgm:spPr/>
      <dgm:t>
        <a:bodyPr/>
        <a:lstStyle/>
        <a:p>
          <a:endParaRPr lang="zh-CN" altLang="en-US"/>
        </a:p>
      </dgm:t>
    </dgm:pt>
    <dgm:pt modelId="{26B95B34-D9A0-45CE-A159-7F57985C5745}">
      <dgm:prSet phldrT="[文本]" custT="1"/>
      <dgm:spPr>
        <a:xfrm>
          <a:off x="1242426" y="0"/>
          <a:ext cx="1295650" cy="1295650"/>
        </a:xfrm>
        <a:solidFill>
          <a:srgbClr val="00B0F0"/>
        </a:solidFill>
        <a:ln w="25400" cap="flat" cmpd="sng" algn="ctr">
          <a:solidFill>
            <a:srgbClr val="FFFFFF">
              <a:hueOff val="0"/>
              <a:satOff val="0"/>
              <a:lumOff val="0"/>
              <a:alphaOff val="0"/>
            </a:srgbClr>
          </a:solidFill>
          <a:prstDash val="solid"/>
        </a:ln>
        <a:effectLst/>
      </dgm:spPr>
      <dgm:t>
        <a:bodyPr/>
        <a:lstStyle/>
        <a:p>
          <a:pPr>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完整</a:t>
          </a:r>
        </a:p>
      </dgm:t>
    </dgm:pt>
    <dgm:pt modelId="{970EC18B-65C1-467C-8878-5F091323B60D}" cxnId="{FCC48109-D988-443D-9999-16DF8161CEC3}"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C44FAE5-5A77-4099-B9B3-624DC4BC43B2}" cxnId="{FCC48109-D988-443D-9999-16DF8161CEC3}"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024C4AC-F0B9-4FD8-B4BB-89F1DA3D5347}">
      <dgm:prSet phldrT="[文本]" custT="1"/>
      <dgm:spPr>
        <a:xfrm>
          <a:off x="594601" y="1295650"/>
          <a:ext cx="1295650" cy="1295650"/>
        </a:xfrm>
        <a:solidFill>
          <a:srgbClr val="B2C1DB">
            <a:hueOff val="-4326688"/>
            <a:satOff val="2309"/>
            <a:lumOff val="-10064"/>
            <a:alphaOff val="0"/>
          </a:srgbClr>
        </a:solidFill>
        <a:ln w="25400" cap="flat" cmpd="sng" algn="ctr">
          <a:solidFill>
            <a:srgbClr val="FFFFFF">
              <a:hueOff val="0"/>
              <a:satOff val="0"/>
              <a:lumOff val="0"/>
              <a:alphaOff val="0"/>
            </a:srgbClr>
          </a:solidFill>
          <a:prstDash val="solid"/>
        </a:ln>
        <a:effectLst/>
      </dgm:spPr>
      <dgm:t>
        <a:bodyPr/>
        <a:lstStyle/>
        <a:p>
          <a:pPr>
            <a:buNone/>
          </a:pPr>
          <a:r>
            <a:rPr lang="zh-CN" altLang="en-US" sz="1800" dirty="0">
              <a:solidFill>
                <a:srgbClr val="FFFFFF"/>
              </a:solidFill>
              <a:latin typeface="微软雅黑" panose="020B0503020204020204" pitchFamily="34" charset="-122"/>
              <a:ea typeface="微软雅黑" panose="020B0503020204020204" pitchFamily="34" charset="-122"/>
              <a:cs typeface="+mn-cs"/>
            </a:rPr>
            <a:t>一致</a:t>
          </a:r>
        </a:p>
      </dgm:t>
    </dgm:pt>
    <dgm:pt modelId="{EF0D69F1-B573-4E66-99B0-1A4A15CDD93B}" cxnId="{5DF98755-3579-4A41-8CD0-BC112887485F}"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A5E8A436-3E58-4C03-90D5-395436158E07}" cxnId="{5DF98755-3579-4A41-8CD0-BC112887485F}"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B62568B-8B24-4CA0-8326-CDA3E7F45F00}">
      <dgm:prSet phldrT="[文本]" custT="1"/>
      <dgm:spPr>
        <a:xfrm rot="10800000">
          <a:off x="1242426" y="1295650"/>
          <a:ext cx="1295650" cy="1295650"/>
        </a:xfrm>
        <a:solidFill>
          <a:srgbClr val="B2C1DB">
            <a:hueOff val="-8653376"/>
            <a:satOff val="4617"/>
            <a:lumOff val="-20130"/>
            <a:alphaOff val="0"/>
          </a:srgbClr>
        </a:solidFill>
        <a:ln w="25400" cap="flat" cmpd="sng" algn="ctr">
          <a:solidFill>
            <a:srgbClr val="FFFFFF">
              <a:hueOff val="0"/>
              <a:satOff val="0"/>
              <a:lumOff val="0"/>
              <a:alphaOff val="0"/>
            </a:srgbClr>
          </a:solidFill>
          <a:prstDash val="solid"/>
        </a:ln>
        <a:effectLst/>
      </dgm:spPr>
      <dgm:t>
        <a:bodyPr/>
        <a:lstStyle/>
        <a:p>
          <a:pPr>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功能需求</a:t>
          </a:r>
        </a:p>
      </dgm:t>
    </dgm:pt>
    <dgm:pt modelId="{291C4D1E-627A-4136-8729-10310FA5FEAB}" cxnId="{E627D407-DDEF-4720-8ACC-20562E1D86AA}"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977907B-2FD8-41C4-84E4-C413A0BD6277}" cxnId="{E627D407-DDEF-4720-8ACC-20562E1D86AA}"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8D8288F0-46FF-4AAD-B257-6F84558EED59}">
      <dgm:prSet phldrT="[文本]" custT="1"/>
      <dgm:spPr>
        <a:xfrm>
          <a:off x="1890252" y="1295650"/>
          <a:ext cx="1295650" cy="1295650"/>
        </a:xfrm>
        <a:solidFill>
          <a:srgbClr val="B2C1DB">
            <a:hueOff val="-12980063"/>
            <a:satOff val="6926"/>
            <a:lumOff val="-30195"/>
            <a:alphaOff val="0"/>
          </a:srgbClr>
        </a:solidFill>
        <a:ln w="25400" cap="flat" cmpd="sng" algn="ctr">
          <a:solidFill>
            <a:srgbClr val="FFFFFF">
              <a:hueOff val="0"/>
              <a:satOff val="0"/>
              <a:lumOff val="0"/>
              <a:alphaOff val="0"/>
            </a:srgbClr>
          </a:solidFill>
          <a:prstDash val="solid"/>
        </a:ln>
        <a:effectLst/>
      </dgm:spPr>
      <dgm:t>
        <a:bodyPr/>
        <a:lstStyle/>
        <a:p>
          <a:pPr>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准确</a:t>
          </a:r>
        </a:p>
      </dgm:t>
    </dgm:pt>
    <dgm:pt modelId="{64301BA9-174F-45D0-B87F-EBB96A7C05DB}" cxnId="{F1665267-8B57-48D3-9A4B-0157160E1191}"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AC645E51-F166-4B47-8CEF-904D2808F0D0}" cxnId="{F1665267-8B57-48D3-9A4B-0157160E1191}"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A366AA0-3BEE-4EFF-B5AD-FF0141C6E060}" type="pres">
      <dgm:prSet presAssocID="{FA052BB8-61AC-4BEF-9DBE-B3598BCCC3B0}" presName="compositeShape" presStyleCnt="0">
        <dgm:presLayoutVars>
          <dgm:chMax val="9"/>
          <dgm:dir/>
          <dgm:resizeHandles val="exact"/>
        </dgm:presLayoutVars>
      </dgm:prSet>
      <dgm:spPr/>
    </dgm:pt>
    <dgm:pt modelId="{8643EFEA-108B-4E74-AD5E-0826A7C4A9DF}" type="pres">
      <dgm:prSet presAssocID="{FA052BB8-61AC-4BEF-9DBE-B3598BCCC3B0}" presName="triangle1" presStyleLbl="node1" presStyleIdx="0" presStyleCnt="4">
        <dgm:presLayoutVars>
          <dgm:bulletEnabled val="1"/>
        </dgm:presLayoutVars>
      </dgm:prSet>
      <dgm:spPr>
        <a:prstGeom prst="triangle">
          <a:avLst/>
        </a:prstGeom>
      </dgm:spPr>
    </dgm:pt>
    <dgm:pt modelId="{98B5433C-275B-4748-AC08-BAD03AC7E123}" type="pres">
      <dgm:prSet presAssocID="{FA052BB8-61AC-4BEF-9DBE-B3598BCCC3B0}" presName="triangle2" presStyleLbl="node1" presStyleIdx="1" presStyleCnt="4">
        <dgm:presLayoutVars>
          <dgm:bulletEnabled val="1"/>
        </dgm:presLayoutVars>
      </dgm:prSet>
      <dgm:spPr>
        <a:prstGeom prst="triangle">
          <a:avLst/>
        </a:prstGeom>
      </dgm:spPr>
    </dgm:pt>
    <dgm:pt modelId="{FEBB87C9-8FAE-4248-B66D-8711C857B31C}" type="pres">
      <dgm:prSet presAssocID="{FA052BB8-61AC-4BEF-9DBE-B3598BCCC3B0}" presName="triangle3" presStyleLbl="node1" presStyleIdx="2" presStyleCnt="4">
        <dgm:presLayoutVars>
          <dgm:bulletEnabled val="1"/>
        </dgm:presLayoutVars>
      </dgm:prSet>
      <dgm:spPr>
        <a:prstGeom prst="triangle">
          <a:avLst/>
        </a:prstGeom>
      </dgm:spPr>
    </dgm:pt>
    <dgm:pt modelId="{C461670B-ABB1-4BC6-BBEB-4BC7C5E4DD1D}" type="pres">
      <dgm:prSet presAssocID="{FA052BB8-61AC-4BEF-9DBE-B3598BCCC3B0}" presName="triangle4" presStyleLbl="node1" presStyleIdx="3" presStyleCnt="4">
        <dgm:presLayoutVars>
          <dgm:bulletEnabled val="1"/>
        </dgm:presLayoutVars>
      </dgm:prSet>
      <dgm:spPr>
        <a:prstGeom prst="triangle">
          <a:avLst/>
        </a:prstGeom>
      </dgm:spPr>
    </dgm:pt>
  </dgm:ptLst>
  <dgm:cxnLst>
    <dgm:cxn modelId="{E627D407-DDEF-4720-8ACC-20562E1D86AA}" srcId="{FA052BB8-61AC-4BEF-9DBE-B3598BCCC3B0}" destId="{1B62568B-8B24-4CA0-8326-CDA3E7F45F00}" srcOrd="2" destOrd="0" parTransId="{291C4D1E-627A-4136-8729-10310FA5FEAB}" sibTransId="{B977907B-2FD8-41C4-84E4-C413A0BD6277}"/>
    <dgm:cxn modelId="{FCC48109-D988-443D-9999-16DF8161CEC3}" srcId="{FA052BB8-61AC-4BEF-9DBE-B3598BCCC3B0}" destId="{26B95B34-D9A0-45CE-A159-7F57985C5745}" srcOrd="0" destOrd="0" parTransId="{970EC18B-65C1-467C-8878-5F091323B60D}" sibTransId="{4C44FAE5-5A77-4099-B9B3-624DC4BC43B2}"/>
    <dgm:cxn modelId="{999BEC17-74B9-4ED1-901C-C46D222AAB7B}" type="presOf" srcId="{8D8288F0-46FF-4AAD-B257-6F84558EED59}" destId="{C461670B-ABB1-4BC6-BBEB-4BC7C5E4DD1D}" srcOrd="0" destOrd="0" presId="urn:microsoft.com/office/officeart/2005/8/layout/pyramid4"/>
    <dgm:cxn modelId="{61567623-B115-4356-A05B-86A3A1AA85BE}" type="presOf" srcId="{B024C4AC-F0B9-4FD8-B4BB-89F1DA3D5347}" destId="{98B5433C-275B-4748-AC08-BAD03AC7E123}" srcOrd="0" destOrd="0" presId="urn:microsoft.com/office/officeart/2005/8/layout/pyramid4"/>
    <dgm:cxn modelId="{2664D744-4484-46E5-B1D3-2646B5ABDC33}" type="presOf" srcId="{1B62568B-8B24-4CA0-8326-CDA3E7F45F00}" destId="{FEBB87C9-8FAE-4248-B66D-8711C857B31C}" srcOrd="0" destOrd="0" presId="urn:microsoft.com/office/officeart/2005/8/layout/pyramid4"/>
    <dgm:cxn modelId="{F1665267-8B57-48D3-9A4B-0157160E1191}" srcId="{FA052BB8-61AC-4BEF-9DBE-B3598BCCC3B0}" destId="{8D8288F0-46FF-4AAD-B257-6F84558EED59}" srcOrd="3" destOrd="0" parTransId="{64301BA9-174F-45D0-B87F-EBB96A7C05DB}" sibTransId="{AC645E51-F166-4B47-8CEF-904D2808F0D0}"/>
    <dgm:cxn modelId="{16C06675-3635-4EAD-964B-9FD827BAD4B8}" type="presOf" srcId="{FA052BB8-61AC-4BEF-9DBE-B3598BCCC3B0}" destId="{1A366AA0-3BEE-4EFF-B5AD-FF0141C6E060}" srcOrd="0" destOrd="0" presId="urn:microsoft.com/office/officeart/2005/8/layout/pyramid4"/>
    <dgm:cxn modelId="{5DF98755-3579-4A41-8CD0-BC112887485F}" srcId="{FA052BB8-61AC-4BEF-9DBE-B3598BCCC3B0}" destId="{B024C4AC-F0B9-4FD8-B4BB-89F1DA3D5347}" srcOrd="1" destOrd="0" parTransId="{EF0D69F1-B573-4E66-99B0-1A4A15CDD93B}" sibTransId="{A5E8A436-3E58-4C03-90D5-395436158E07}"/>
    <dgm:cxn modelId="{B55630C6-EA3B-4108-A642-EE645A3C4AAD}" type="presOf" srcId="{26B95B34-D9A0-45CE-A159-7F57985C5745}" destId="{8643EFEA-108B-4E74-AD5E-0826A7C4A9DF}" srcOrd="0" destOrd="0" presId="urn:microsoft.com/office/officeart/2005/8/layout/pyramid4"/>
    <dgm:cxn modelId="{D7F49DEB-E9A4-4688-8688-A6007834F440}" type="presParOf" srcId="{1A366AA0-3BEE-4EFF-B5AD-FF0141C6E060}" destId="{8643EFEA-108B-4E74-AD5E-0826A7C4A9DF}" srcOrd="0" destOrd="0" presId="urn:microsoft.com/office/officeart/2005/8/layout/pyramid4"/>
    <dgm:cxn modelId="{BAA16E83-C554-4EDB-BE75-9DA3D9F62B1A}" type="presParOf" srcId="{1A366AA0-3BEE-4EFF-B5AD-FF0141C6E060}" destId="{98B5433C-275B-4748-AC08-BAD03AC7E123}" srcOrd="1" destOrd="0" presId="urn:microsoft.com/office/officeart/2005/8/layout/pyramid4"/>
    <dgm:cxn modelId="{501A2A53-5DA6-438F-BB25-EA9400E46EBB}" type="presParOf" srcId="{1A366AA0-3BEE-4EFF-B5AD-FF0141C6E060}" destId="{FEBB87C9-8FAE-4248-B66D-8711C857B31C}" srcOrd="2" destOrd="0" presId="urn:microsoft.com/office/officeart/2005/8/layout/pyramid4"/>
    <dgm:cxn modelId="{6A30EB66-0C4F-4CAA-B444-FD381DFC54BC}" type="presParOf" srcId="{1A366AA0-3BEE-4EFF-B5AD-FF0141C6E060}" destId="{C461670B-ABB1-4BC6-BBEB-4BC7C5E4DD1D}" srcOrd="3" destOrd="0" presId="urn:microsoft.com/office/officeart/2005/8/layout/pyramid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A052BB8-61AC-4BEF-9DBE-B3598BCCC3B0}" type="doc">
      <dgm:prSet loTypeId="urn:microsoft.com/office/officeart/2005/8/layout/pyramid4" loCatId="pyramid" qsTypeId="urn:microsoft.com/office/officeart/2005/8/quickstyle/simple1" qsCatId="simple" csTypeId="urn:microsoft.com/office/officeart/2005/8/colors/colorful5" csCatId="colorful" phldr="1"/>
      <dgm:spPr/>
      <dgm:t>
        <a:bodyPr/>
        <a:lstStyle/>
        <a:p>
          <a:endParaRPr lang="zh-CN" altLang="en-US"/>
        </a:p>
      </dgm:t>
    </dgm:pt>
    <dgm:pt modelId="{26B95B34-D9A0-45CE-A159-7F57985C5745}">
      <dgm:prSet phldrT="[文本]" custT="1"/>
      <dgm:spPr>
        <a:xfrm>
          <a:off x="1242426" y="0"/>
          <a:ext cx="1295650" cy="1295650"/>
        </a:xfrm>
        <a:solidFill>
          <a:srgbClr val="00B0F0"/>
        </a:solidFill>
        <a:ln w="25400" cap="flat" cmpd="sng" algn="ctr">
          <a:solidFill>
            <a:srgbClr val="FFFFFF">
              <a:hueOff val="0"/>
              <a:satOff val="0"/>
              <a:lumOff val="0"/>
              <a:alphaOff val="0"/>
            </a:srgbClr>
          </a:solidFill>
          <a:prstDash val="solid"/>
        </a:ln>
        <a:effectLst/>
      </dgm:spPr>
      <dgm:t>
        <a:bodyPr/>
        <a:lstStyle/>
        <a:p>
          <a:pPr>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完整</a:t>
          </a:r>
        </a:p>
      </dgm:t>
    </dgm:pt>
    <dgm:pt modelId="{970EC18B-65C1-467C-8878-5F091323B60D}" cxnId="{FCC48109-D988-443D-9999-16DF8161CEC3}"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C44FAE5-5A77-4099-B9B3-624DC4BC43B2}" cxnId="{FCC48109-D988-443D-9999-16DF8161CEC3}"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024C4AC-F0B9-4FD8-B4BB-89F1DA3D5347}">
      <dgm:prSet phldrT="[文本]" custT="1"/>
      <dgm:spPr>
        <a:xfrm>
          <a:off x="594601" y="1295650"/>
          <a:ext cx="1295650" cy="1295650"/>
        </a:xfrm>
        <a:solidFill>
          <a:srgbClr val="B2C1DB">
            <a:hueOff val="-4326688"/>
            <a:satOff val="2309"/>
            <a:lumOff val="-10064"/>
            <a:alphaOff val="0"/>
          </a:srgbClr>
        </a:solidFill>
        <a:ln w="25400" cap="flat" cmpd="sng" algn="ctr">
          <a:solidFill>
            <a:srgbClr val="FFFFFF">
              <a:hueOff val="0"/>
              <a:satOff val="0"/>
              <a:lumOff val="0"/>
              <a:alphaOff val="0"/>
            </a:srgbClr>
          </a:solidFill>
          <a:prstDash val="solid"/>
        </a:ln>
        <a:effectLst/>
      </dgm:spPr>
      <dgm:t>
        <a:bodyPr/>
        <a:lstStyle/>
        <a:p>
          <a:pPr>
            <a:buNone/>
          </a:pPr>
          <a:r>
            <a:rPr lang="zh-CN" altLang="en-US" sz="1800" dirty="0">
              <a:solidFill>
                <a:srgbClr val="FFFFFF"/>
              </a:solidFill>
              <a:latin typeface="微软雅黑" panose="020B0503020204020204" pitchFamily="34" charset="-122"/>
              <a:ea typeface="微软雅黑" panose="020B0503020204020204" pitchFamily="34" charset="-122"/>
              <a:cs typeface="+mn-cs"/>
            </a:rPr>
            <a:t>一致</a:t>
          </a:r>
        </a:p>
      </dgm:t>
    </dgm:pt>
    <dgm:pt modelId="{EF0D69F1-B573-4E66-99B0-1A4A15CDD93B}" cxnId="{5DF98755-3579-4A41-8CD0-BC112887485F}"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A5E8A436-3E58-4C03-90D5-395436158E07}" cxnId="{5DF98755-3579-4A41-8CD0-BC112887485F}"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B62568B-8B24-4CA0-8326-CDA3E7F45F00}">
      <dgm:prSet phldrT="[文本]" custT="1"/>
      <dgm:spPr>
        <a:xfrm rot="10800000">
          <a:off x="1242426" y="1295650"/>
          <a:ext cx="1295650" cy="1295650"/>
        </a:xfrm>
        <a:solidFill>
          <a:srgbClr val="B2C1DB">
            <a:hueOff val="-8653376"/>
            <a:satOff val="4617"/>
            <a:lumOff val="-20130"/>
            <a:alphaOff val="0"/>
          </a:srgbClr>
        </a:solidFill>
        <a:ln w="25400" cap="flat" cmpd="sng" algn="ctr">
          <a:solidFill>
            <a:srgbClr val="FFFFFF">
              <a:hueOff val="0"/>
              <a:satOff val="0"/>
              <a:lumOff val="0"/>
              <a:alphaOff val="0"/>
            </a:srgbClr>
          </a:solidFill>
          <a:prstDash val="solid"/>
        </a:ln>
        <a:effectLst/>
      </dgm:spPr>
      <dgm:t>
        <a:bodyPr/>
        <a:lstStyle/>
        <a:p>
          <a:pPr>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功能需求</a:t>
          </a:r>
        </a:p>
      </dgm:t>
    </dgm:pt>
    <dgm:pt modelId="{291C4D1E-627A-4136-8729-10310FA5FEAB}" cxnId="{E627D407-DDEF-4720-8ACC-20562E1D86AA}"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977907B-2FD8-41C4-84E4-C413A0BD6277}" cxnId="{E627D407-DDEF-4720-8ACC-20562E1D86AA}"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8D8288F0-46FF-4AAD-B257-6F84558EED59}">
      <dgm:prSet phldrT="[文本]" custT="1"/>
      <dgm:spPr>
        <a:xfrm>
          <a:off x="1890252" y="1295650"/>
          <a:ext cx="1295650" cy="1295650"/>
        </a:xfrm>
        <a:solidFill>
          <a:srgbClr val="B2C1DB">
            <a:hueOff val="-12980063"/>
            <a:satOff val="6926"/>
            <a:lumOff val="-30195"/>
            <a:alphaOff val="0"/>
          </a:srgbClr>
        </a:solidFill>
        <a:ln w="25400" cap="flat" cmpd="sng" algn="ctr">
          <a:solidFill>
            <a:srgbClr val="FFFFFF">
              <a:hueOff val="0"/>
              <a:satOff val="0"/>
              <a:lumOff val="0"/>
              <a:alphaOff val="0"/>
            </a:srgbClr>
          </a:solidFill>
          <a:prstDash val="solid"/>
        </a:ln>
        <a:effectLst/>
      </dgm:spPr>
      <dgm:t>
        <a:bodyPr/>
        <a:lstStyle/>
        <a:p>
          <a:pPr>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准确</a:t>
          </a:r>
        </a:p>
      </dgm:t>
    </dgm:pt>
    <dgm:pt modelId="{64301BA9-174F-45D0-B87F-EBB96A7C05DB}" cxnId="{F1665267-8B57-48D3-9A4B-0157160E1191}"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AC645E51-F166-4B47-8CEF-904D2808F0D0}" cxnId="{F1665267-8B57-48D3-9A4B-0157160E1191}"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A366AA0-3BEE-4EFF-B5AD-FF0141C6E060}" type="pres">
      <dgm:prSet presAssocID="{FA052BB8-61AC-4BEF-9DBE-B3598BCCC3B0}" presName="compositeShape" presStyleCnt="0">
        <dgm:presLayoutVars>
          <dgm:chMax val="9"/>
          <dgm:dir/>
          <dgm:resizeHandles val="exact"/>
        </dgm:presLayoutVars>
      </dgm:prSet>
      <dgm:spPr/>
    </dgm:pt>
    <dgm:pt modelId="{8643EFEA-108B-4E74-AD5E-0826A7C4A9DF}" type="pres">
      <dgm:prSet presAssocID="{FA052BB8-61AC-4BEF-9DBE-B3598BCCC3B0}" presName="triangle1" presStyleLbl="node1" presStyleIdx="0" presStyleCnt="4">
        <dgm:presLayoutVars>
          <dgm:bulletEnabled val="1"/>
        </dgm:presLayoutVars>
      </dgm:prSet>
      <dgm:spPr>
        <a:prstGeom prst="triangle">
          <a:avLst/>
        </a:prstGeom>
      </dgm:spPr>
    </dgm:pt>
    <dgm:pt modelId="{98B5433C-275B-4748-AC08-BAD03AC7E123}" type="pres">
      <dgm:prSet presAssocID="{FA052BB8-61AC-4BEF-9DBE-B3598BCCC3B0}" presName="triangle2" presStyleLbl="node1" presStyleIdx="1" presStyleCnt="4">
        <dgm:presLayoutVars>
          <dgm:bulletEnabled val="1"/>
        </dgm:presLayoutVars>
      </dgm:prSet>
      <dgm:spPr>
        <a:prstGeom prst="triangle">
          <a:avLst/>
        </a:prstGeom>
      </dgm:spPr>
    </dgm:pt>
    <dgm:pt modelId="{FEBB87C9-8FAE-4248-B66D-8711C857B31C}" type="pres">
      <dgm:prSet presAssocID="{FA052BB8-61AC-4BEF-9DBE-B3598BCCC3B0}" presName="triangle3" presStyleLbl="node1" presStyleIdx="2" presStyleCnt="4">
        <dgm:presLayoutVars>
          <dgm:bulletEnabled val="1"/>
        </dgm:presLayoutVars>
      </dgm:prSet>
      <dgm:spPr>
        <a:prstGeom prst="triangle">
          <a:avLst/>
        </a:prstGeom>
      </dgm:spPr>
    </dgm:pt>
    <dgm:pt modelId="{C461670B-ABB1-4BC6-BBEB-4BC7C5E4DD1D}" type="pres">
      <dgm:prSet presAssocID="{FA052BB8-61AC-4BEF-9DBE-B3598BCCC3B0}" presName="triangle4" presStyleLbl="node1" presStyleIdx="3" presStyleCnt="4">
        <dgm:presLayoutVars>
          <dgm:bulletEnabled val="1"/>
        </dgm:presLayoutVars>
      </dgm:prSet>
      <dgm:spPr>
        <a:prstGeom prst="triangle">
          <a:avLst/>
        </a:prstGeom>
      </dgm:spPr>
    </dgm:pt>
  </dgm:ptLst>
  <dgm:cxnLst>
    <dgm:cxn modelId="{E627D407-DDEF-4720-8ACC-20562E1D86AA}" srcId="{FA052BB8-61AC-4BEF-9DBE-B3598BCCC3B0}" destId="{1B62568B-8B24-4CA0-8326-CDA3E7F45F00}" srcOrd="2" destOrd="0" parTransId="{291C4D1E-627A-4136-8729-10310FA5FEAB}" sibTransId="{B977907B-2FD8-41C4-84E4-C413A0BD6277}"/>
    <dgm:cxn modelId="{FCC48109-D988-443D-9999-16DF8161CEC3}" srcId="{FA052BB8-61AC-4BEF-9DBE-B3598BCCC3B0}" destId="{26B95B34-D9A0-45CE-A159-7F57985C5745}" srcOrd="0" destOrd="0" parTransId="{970EC18B-65C1-467C-8878-5F091323B60D}" sibTransId="{4C44FAE5-5A77-4099-B9B3-624DC4BC43B2}"/>
    <dgm:cxn modelId="{F1665267-8B57-48D3-9A4B-0157160E1191}" srcId="{FA052BB8-61AC-4BEF-9DBE-B3598BCCC3B0}" destId="{8D8288F0-46FF-4AAD-B257-6F84558EED59}" srcOrd="3" destOrd="0" parTransId="{64301BA9-174F-45D0-B87F-EBB96A7C05DB}" sibTransId="{AC645E51-F166-4B47-8CEF-904D2808F0D0}"/>
    <dgm:cxn modelId="{0DC28174-04CA-4E5D-86A0-39BEA8C72A3D}" type="presOf" srcId="{FA052BB8-61AC-4BEF-9DBE-B3598BCCC3B0}" destId="{1A366AA0-3BEE-4EFF-B5AD-FF0141C6E060}" srcOrd="0" destOrd="0" presId="urn:microsoft.com/office/officeart/2005/8/layout/pyramid4"/>
    <dgm:cxn modelId="{5DF98755-3579-4A41-8CD0-BC112887485F}" srcId="{FA052BB8-61AC-4BEF-9DBE-B3598BCCC3B0}" destId="{B024C4AC-F0B9-4FD8-B4BB-89F1DA3D5347}" srcOrd="1" destOrd="0" parTransId="{EF0D69F1-B573-4E66-99B0-1A4A15CDD93B}" sibTransId="{A5E8A436-3E58-4C03-90D5-395436158E07}"/>
    <dgm:cxn modelId="{93328C85-B857-42BA-91D3-F5705372010C}" type="presOf" srcId="{26B95B34-D9A0-45CE-A159-7F57985C5745}" destId="{8643EFEA-108B-4E74-AD5E-0826A7C4A9DF}" srcOrd="0" destOrd="0" presId="urn:microsoft.com/office/officeart/2005/8/layout/pyramid4"/>
    <dgm:cxn modelId="{60A4BE8F-F994-4FEC-B757-713C92B983C6}" type="presOf" srcId="{8D8288F0-46FF-4AAD-B257-6F84558EED59}" destId="{C461670B-ABB1-4BC6-BBEB-4BC7C5E4DD1D}" srcOrd="0" destOrd="0" presId="urn:microsoft.com/office/officeart/2005/8/layout/pyramid4"/>
    <dgm:cxn modelId="{413AB4AB-380D-4738-821A-7A0689935673}" type="presOf" srcId="{B024C4AC-F0B9-4FD8-B4BB-89F1DA3D5347}" destId="{98B5433C-275B-4748-AC08-BAD03AC7E123}" srcOrd="0" destOrd="0" presId="urn:microsoft.com/office/officeart/2005/8/layout/pyramid4"/>
    <dgm:cxn modelId="{10E65FD9-D47A-49D2-B05C-A001F8482D6F}" type="presOf" srcId="{1B62568B-8B24-4CA0-8326-CDA3E7F45F00}" destId="{FEBB87C9-8FAE-4248-B66D-8711C857B31C}" srcOrd="0" destOrd="0" presId="urn:microsoft.com/office/officeart/2005/8/layout/pyramid4"/>
    <dgm:cxn modelId="{098ED0B3-618D-431A-81EA-756AA8C4F9DE}" type="presParOf" srcId="{1A366AA0-3BEE-4EFF-B5AD-FF0141C6E060}" destId="{8643EFEA-108B-4E74-AD5E-0826A7C4A9DF}" srcOrd="0" destOrd="0" presId="urn:microsoft.com/office/officeart/2005/8/layout/pyramid4"/>
    <dgm:cxn modelId="{8FE0F276-3F75-4717-A01E-A1DE1D4EC373}" type="presParOf" srcId="{1A366AA0-3BEE-4EFF-B5AD-FF0141C6E060}" destId="{98B5433C-275B-4748-AC08-BAD03AC7E123}" srcOrd="1" destOrd="0" presId="urn:microsoft.com/office/officeart/2005/8/layout/pyramid4"/>
    <dgm:cxn modelId="{64DAF923-EB11-4049-8B0E-D4AE99A96D45}" type="presParOf" srcId="{1A366AA0-3BEE-4EFF-B5AD-FF0141C6E060}" destId="{FEBB87C9-8FAE-4248-B66D-8711C857B31C}" srcOrd="2" destOrd="0" presId="urn:microsoft.com/office/officeart/2005/8/layout/pyramid4"/>
    <dgm:cxn modelId="{F5849848-E7AC-4697-A7B6-0EFED8C2FBB2}" type="presParOf" srcId="{1A366AA0-3BEE-4EFF-B5AD-FF0141C6E060}" destId="{C461670B-ABB1-4BC6-BBEB-4BC7C5E4DD1D}" srcOrd="3" destOrd="0" presId="urn:microsoft.com/office/officeart/2005/8/layout/pyramid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B038EE2-7593-46DD-A5EE-5DC002301E47}" type="doc">
      <dgm:prSet loTypeId="urn:microsoft.com/office/officeart/2005/8/layout/radial6#1" loCatId="cycle" qsTypeId="urn:microsoft.com/office/officeart/2005/8/quickstyle/simple3" qsCatId="simple" csTypeId="urn:microsoft.com/office/officeart/2005/8/colors/accent1_2#2" csCatId="accent1" phldr="1"/>
      <dgm:spPr/>
      <dgm:t>
        <a:bodyPr/>
        <a:lstStyle/>
        <a:p>
          <a:endParaRPr lang="zh-CN" altLang="en-US"/>
        </a:p>
      </dgm:t>
    </dgm:pt>
    <dgm:pt modelId="{747342A1-B42B-4664-8B6B-453F55EE8853}">
      <dgm:prSet phldrT="[文本]" custT="1"/>
      <dgm:spPr/>
      <dgm:t>
        <a:bodyPr/>
        <a:lstStyle/>
        <a:p>
          <a:pPr algn="ctr"/>
          <a:r>
            <a:rPr lang="zh-CN" altLang="en-US" sz="2400"/>
            <a:t>数据字典</a:t>
          </a:r>
        </a:p>
      </dgm:t>
    </dgm:pt>
    <dgm:pt modelId="{ED0E2AFD-EF2D-49F6-98B2-B7655DDB4470}" cxnId="{76116089-A704-45AE-ABC2-3A0D6E3742CC}" type="parTrans">
      <dgm:prSet/>
      <dgm:spPr/>
      <dgm:t>
        <a:bodyPr/>
        <a:lstStyle/>
        <a:p>
          <a:pPr algn="ctr"/>
          <a:endParaRPr lang="zh-CN" altLang="en-US" sz="2400"/>
        </a:p>
      </dgm:t>
    </dgm:pt>
    <dgm:pt modelId="{75074C3D-B40B-4395-BCCE-72C0611322C3}" cxnId="{76116089-A704-45AE-ABC2-3A0D6E3742CC}" type="sibTrans">
      <dgm:prSet/>
      <dgm:spPr/>
      <dgm:t>
        <a:bodyPr/>
        <a:lstStyle/>
        <a:p>
          <a:pPr algn="ctr"/>
          <a:endParaRPr lang="zh-CN" altLang="en-US" sz="2400"/>
        </a:p>
      </dgm:t>
    </dgm:pt>
    <dgm:pt modelId="{8955FE6C-EE53-4630-B067-F225BD38EE02}">
      <dgm:prSet phldrT="[文本]" custT="1"/>
      <dgm:spPr/>
      <dgm:t>
        <a:bodyPr/>
        <a:lstStyle/>
        <a:p>
          <a:pPr algn="ctr"/>
          <a:r>
            <a:rPr lang="zh-CN" altLang="en-US" sz="2400"/>
            <a:t>数据流图</a:t>
          </a:r>
        </a:p>
      </dgm:t>
    </dgm:pt>
    <dgm:pt modelId="{BC42BF35-2688-491D-BFD0-2B5BC4522DD3}" cxnId="{934A5B84-A136-4832-A375-83CB9B2C38F2}" type="parTrans">
      <dgm:prSet/>
      <dgm:spPr/>
      <dgm:t>
        <a:bodyPr/>
        <a:lstStyle/>
        <a:p>
          <a:pPr algn="ctr"/>
          <a:endParaRPr lang="zh-CN" altLang="en-US" sz="2400"/>
        </a:p>
      </dgm:t>
    </dgm:pt>
    <dgm:pt modelId="{EE23DC1B-16FE-49A9-A621-C0828D206BB2}" cxnId="{934A5B84-A136-4832-A375-83CB9B2C38F2}" type="sibTrans">
      <dgm:prSet/>
      <dgm:spPr/>
      <dgm:t>
        <a:bodyPr/>
        <a:lstStyle/>
        <a:p>
          <a:pPr algn="ctr"/>
          <a:endParaRPr lang="zh-CN" altLang="en-US" sz="2400"/>
        </a:p>
      </dgm:t>
    </dgm:pt>
    <dgm:pt modelId="{C34E89DF-60ED-489C-9A7C-5DAF8C2FD282}">
      <dgm:prSet phldrT="[文本]" custT="1"/>
      <dgm:spPr/>
      <dgm:t>
        <a:bodyPr/>
        <a:lstStyle/>
        <a:p>
          <a:pPr algn="ctr"/>
          <a:r>
            <a:rPr lang="zh-CN" altLang="en-US" sz="2400"/>
            <a:t>状态转换图</a:t>
          </a:r>
        </a:p>
      </dgm:t>
    </dgm:pt>
    <dgm:pt modelId="{55534963-4E28-4A93-8505-0DE96B2CABE7}" cxnId="{0FC50004-B02C-44F0-B664-090AC8DAFE1C}" type="parTrans">
      <dgm:prSet/>
      <dgm:spPr/>
      <dgm:t>
        <a:bodyPr/>
        <a:lstStyle/>
        <a:p>
          <a:pPr algn="ctr"/>
          <a:endParaRPr lang="zh-CN" altLang="en-US" sz="2400"/>
        </a:p>
      </dgm:t>
    </dgm:pt>
    <dgm:pt modelId="{6F8DA4CA-5F08-4A9E-9A53-22A34079B506}" cxnId="{0FC50004-B02C-44F0-B664-090AC8DAFE1C}" type="sibTrans">
      <dgm:prSet/>
      <dgm:spPr/>
      <dgm:t>
        <a:bodyPr/>
        <a:lstStyle/>
        <a:p>
          <a:pPr algn="ctr"/>
          <a:endParaRPr lang="zh-CN" altLang="en-US" sz="2400"/>
        </a:p>
      </dgm:t>
    </dgm:pt>
    <dgm:pt modelId="{C24DBF84-5A04-4BA2-94F8-6DFDBF13ECB9}">
      <dgm:prSet phldrT="[文本]" custT="1"/>
      <dgm:spPr/>
      <dgm:t>
        <a:bodyPr/>
        <a:lstStyle/>
        <a:p>
          <a:pPr algn="ctr"/>
          <a:r>
            <a:rPr lang="zh-CN" altLang="en-US" sz="2400"/>
            <a:t>实体关系图</a:t>
          </a:r>
        </a:p>
      </dgm:t>
    </dgm:pt>
    <dgm:pt modelId="{6D9B7BDE-4515-40B3-BC78-1B8C28871A15}" cxnId="{0C218011-3D23-4178-AD2D-79508DD695EC}" type="parTrans">
      <dgm:prSet/>
      <dgm:spPr/>
      <dgm:t>
        <a:bodyPr/>
        <a:lstStyle/>
        <a:p>
          <a:pPr algn="ctr"/>
          <a:endParaRPr lang="zh-CN" altLang="en-US" sz="2400"/>
        </a:p>
      </dgm:t>
    </dgm:pt>
    <dgm:pt modelId="{3237DE4F-5B6F-4406-B78B-25B6C39B1AF6}" cxnId="{0C218011-3D23-4178-AD2D-79508DD695EC}" type="sibTrans">
      <dgm:prSet/>
      <dgm:spPr/>
      <dgm:t>
        <a:bodyPr/>
        <a:lstStyle/>
        <a:p>
          <a:pPr algn="ctr"/>
          <a:endParaRPr lang="zh-CN" altLang="en-US" sz="2400"/>
        </a:p>
      </dgm:t>
    </dgm:pt>
    <dgm:pt modelId="{4EA7AA02-1868-4B08-8AAC-CE995E85BE65}" type="pres">
      <dgm:prSet presAssocID="{2B038EE2-7593-46DD-A5EE-5DC002301E47}" presName="Name0" presStyleCnt="0">
        <dgm:presLayoutVars>
          <dgm:chMax val="1"/>
          <dgm:dir/>
          <dgm:animLvl val="ctr"/>
          <dgm:resizeHandles val="exact"/>
        </dgm:presLayoutVars>
      </dgm:prSet>
      <dgm:spPr/>
    </dgm:pt>
    <dgm:pt modelId="{BEAB9C81-FA4F-46EF-9411-2BD9D88D6FB4}" type="pres">
      <dgm:prSet presAssocID="{747342A1-B42B-4664-8B6B-453F55EE8853}" presName="centerShape" presStyleLbl="node0" presStyleIdx="0" presStyleCnt="1"/>
      <dgm:spPr/>
    </dgm:pt>
    <dgm:pt modelId="{93705DD6-5577-4DD6-85CC-95E118C8E490}" type="pres">
      <dgm:prSet presAssocID="{8955FE6C-EE53-4630-B067-F225BD38EE02}" presName="node" presStyleLbl="node1" presStyleIdx="0" presStyleCnt="3">
        <dgm:presLayoutVars>
          <dgm:bulletEnabled val="1"/>
        </dgm:presLayoutVars>
      </dgm:prSet>
      <dgm:spPr/>
    </dgm:pt>
    <dgm:pt modelId="{3CF0E0E3-834F-4894-AAA1-1BDD3653DFA6}" type="pres">
      <dgm:prSet presAssocID="{8955FE6C-EE53-4630-B067-F225BD38EE02}" presName="dummy" presStyleCnt="0"/>
      <dgm:spPr/>
    </dgm:pt>
    <dgm:pt modelId="{8452E3AA-C1CF-4A78-88CF-BA8529C0AD97}" type="pres">
      <dgm:prSet presAssocID="{EE23DC1B-16FE-49A9-A621-C0828D206BB2}" presName="sibTrans" presStyleLbl="sibTrans2D1" presStyleIdx="0" presStyleCnt="3" custLinFactNeighborX="3013" custLinFactNeighborY="1591"/>
      <dgm:spPr/>
    </dgm:pt>
    <dgm:pt modelId="{09C350AF-0124-4E05-9111-7DC1FA93608E}" type="pres">
      <dgm:prSet presAssocID="{C34E89DF-60ED-489C-9A7C-5DAF8C2FD282}" presName="node" presStyleLbl="node1" presStyleIdx="1" presStyleCnt="3">
        <dgm:presLayoutVars>
          <dgm:bulletEnabled val="1"/>
        </dgm:presLayoutVars>
      </dgm:prSet>
      <dgm:spPr/>
    </dgm:pt>
    <dgm:pt modelId="{B1610C46-208B-4282-95BC-00EF92F6F048}" type="pres">
      <dgm:prSet presAssocID="{C34E89DF-60ED-489C-9A7C-5DAF8C2FD282}" presName="dummy" presStyleCnt="0"/>
      <dgm:spPr/>
    </dgm:pt>
    <dgm:pt modelId="{1CBF0795-8871-4082-B5C7-C6354AE359EA}" type="pres">
      <dgm:prSet presAssocID="{6F8DA4CA-5F08-4A9E-9A53-22A34079B506}" presName="sibTrans" presStyleLbl="sibTrans2D1" presStyleIdx="1" presStyleCnt="3"/>
      <dgm:spPr/>
    </dgm:pt>
    <dgm:pt modelId="{92E77500-009D-4658-A155-B95E405DF223}" type="pres">
      <dgm:prSet presAssocID="{C24DBF84-5A04-4BA2-94F8-6DFDBF13ECB9}" presName="node" presStyleLbl="node1" presStyleIdx="2" presStyleCnt="3">
        <dgm:presLayoutVars>
          <dgm:bulletEnabled val="1"/>
        </dgm:presLayoutVars>
      </dgm:prSet>
      <dgm:spPr/>
    </dgm:pt>
    <dgm:pt modelId="{C2A747E7-67E1-4CD4-8C6C-733F71D5E8FD}" type="pres">
      <dgm:prSet presAssocID="{C24DBF84-5A04-4BA2-94F8-6DFDBF13ECB9}" presName="dummy" presStyleCnt="0"/>
      <dgm:spPr/>
    </dgm:pt>
    <dgm:pt modelId="{A348BB85-B44C-4EED-A5EE-40E9F882759D}" type="pres">
      <dgm:prSet presAssocID="{3237DE4F-5B6F-4406-B78B-25B6C39B1AF6}" presName="sibTrans" presStyleLbl="sibTrans2D1" presStyleIdx="2" presStyleCnt="3"/>
      <dgm:spPr/>
    </dgm:pt>
  </dgm:ptLst>
  <dgm:cxnLst>
    <dgm:cxn modelId="{0FC50004-B02C-44F0-B664-090AC8DAFE1C}" srcId="{747342A1-B42B-4664-8B6B-453F55EE8853}" destId="{C34E89DF-60ED-489C-9A7C-5DAF8C2FD282}" srcOrd="1" destOrd="0" parTransId="{55534963-4E28-4A93-8505-0DE96B2CABE7}" sibTransId="{6F8DA4CA-5F08-4A9E-9A53-22A34079B506}"/>
    <dgm:cxn modelId="{0C218011-3D23-4178-AD2D-79508DD695EC}" srcId="{747342A1-B42B-4664-8B6B-453F55EE8853}" destId="{C24DBF84-5A04-4BA2-94F8-6DFDBF13ECB9}" srcOrd="2" destOrd="0" parTransId="{6D9B7BDE-4515-40B3-BC78-1B8C28871A15}" sibTransId="{3237DE4F-5B6F-4406-B78B-25B6C39B1AF6}"/>
    <dgm:cxn modelId="{8BBE3838-5ED4-41AB-A53E-D68DCF5884C4}" type="presOf" srcId="{EE23DC1B-16FE-49A9-A621-C0828D206BB2}" destId="{8452E3AA-C1CF-4A78-88CF-BA8529C0AD97}" srcOrd="0" destOrd="0" presId="urn:microsoft.com/office/officeart/2005/8/layout/radial6#1"/>
    <dgm:cxn modelId="{58EB083F-E7C1-4867-B9B2-6A9881DF66BD}" type="presOf" srcId="{C24DBF84-5A04-4BA2-94F8-6DFDBF13ECB9}" destId="{92E77500-009D-4658-A155-B95E405DF223}" srcOrd="0" destOrd="0" presId="urn:microsoft.com/office/officeart/2005/8/layout/radial6#1"/>
    <dgm:cxn modelId="{E6CA226B-B893-4034-BC1B-AFDB2660EBBE}" type="presOf" srcId="{3237DE4F-5B6F-4406-B78B-25B6C39B1AF6}" destId="{A348BB85-B44C-4EED-A5EE-40E9F882759D}" srcOrd="0" destOrd="0" presId="urn:microsoft.com/office/officeart/2005/8/layout/radial6#1"/>
    <dgm:cxn modelId="{4E4CE77D-E546-40B4-93D4-E515B1D1B466}" type="presOf" srcId="{747342A1-B42B-4664-8B6B-453F55EE8853}" destId="{BEAB9C81-FA4F-46EF-9411-2BD9D88D6FB4}" srcOrd="0" destOrd="0" presId="urn:microsoft.com/office/officeart/2005/8/layout/radial6#1"/>
    <dgm:cxn modelId="{934A5B84-A136-4832-A375-83CB9B2C38F2}" srcId="{747342A1-B42B-4664-8B6B-453F55EE8853}" destId="{8955FE6C-EE53-4630-B067-F225BD38EE02}" srcOrd="0" destOrd="0" parTransId="{BC42BF35-2688-491D-BFD0-2B5BC4522DD3}" sibTransId="{EE23DC1B-16FE-49A9-A621-C0828D206BB2}"/>
    <dgm:cxn modelId="{76116089-A704-45AE-ABC2-3A0D6E3742CC}" srcId="{2B038EE2-7593-46DD-A5EE-5DC002301E47}" destId="{747342A1-B42B-4664-8B6B-453F55EE8853}" srcOrd="0" destOrd="0" parTransId="{ED0E2AFD-EF2D-49F6-98B2-B7655DDB4470}" sibTransId="{75074C3D-B40B-4395-BCCE-72C0611322C3}"/>
    <dgm:cxn modelId="{2D2E43B2-4B0F-49FA-A35F-7AF37FE4CB51}" type="presOf" srcId="{6F8DA4CA-5F08-4A9E-9A53-22A34079B506}" destId="{1CBF0795-8871-4082-B5C7-C6354AE359EA}" srcOrd="0" destOrd="0" presId="urn:microsoft.com/office/officeart/2005/8/layout/radial6#1"/>
    <dgm:cxn modelId="{CE9465D1-6CCF-48C6-AB91-7A51FC66F30A}" type="presOf" srcId="{2B038EE2-7593-46DD-A5EE-5DC002301E47}" destId="{4EA7AA02-1868-4B08-8AAC-CE995E85BE65}" srcOrd="0" destOrd="0" presId="urn:microsoft.com/office/officeart/2005/8/layout/radial6#1"/>
    <dgm:cxn modelId="{D4CAD1DA-7144-4B1F-904C-B0CA839BFEEC}" type="presOf" srcId="{C34E89DF-60ED-489C-9A7C-5DAF8C2FD282}" destId="{09C350AF-0124-4E05-9111-7DC1FA93608E}" srcOrd="0" destOrd="0" presId="urn:microsoft.com/office/officeart/2005/8/layout/radial6#1"/>
    <dgm:cxn modelId="{B6AF02EC-E55C-4EF8-834D-516C9FA2B134}" type="presOf" srcId="{8955FE6C-EE53-4630-B067-F225BD38EE02}" destId="{93705DD6-5577-4DD6-85CC-95E118C8E490}" srcOrd="0" destOrd="0" presId="urn:microsoft.com/office/officeart/2005/8/layout/radial6#1"/>
    <dgm:cxn modelId="{76ACC4DC-23B8-410F-A86D-644D0C9C6F13}" type="presParOf" srcId="{4EA7AA02-1868-4B08-8AAC-CE995E85BE65}" destId="{BEAB9C81-FA4F-46EF-9411-2BD9D88D6FB4}" srcOrd="0" destOrd="0" presId="urn:microsoft.com/office/officeart/2005/8/layout/radial6#1"/>
    <dgm:cxn modelId="{11EBB269-6CDE-4092-B48E-F1B87B357FA1}" type="presParOf" srcId="{4EA7AA02-1868-4B08-8AAC-CE995E85BE65}" destId="{93705DD6-5577-4DD6-85CC-95E118C8E490}" srcOrd="1" destOrd="0" presId="urn:microsoft.com/office/officeart/2005/8/layout/radial6#1"/>
    <dgm:cxn modelId="{E167B02F-944C-4ABF-BF0E-A6F579C27DD0}" type="presParOf" srcId="{4EA7AA02-1868-4B08-8AAC-CE995E85BE65}" destId="{3CF0E0E3-834F-4894-AAA1-1BDD3653DFA6}" srcOrd="2" destOrd="0" presId="urn:microsoft.com/office/officeart/2005/8/layout/radial6#1"/>
    <dgm:cxn modelId="{9E52102B-D6E5-45D4-A702-871CD95B5263}" type="presParOf" srcId="{4EA7AA02-1868-4B08-8AAC-CE995E85BE65}" destId="{8452E3AA-C1CF-4A78-88CF-BA8529C0AD97}" srcOrd="3" destOrd="0" presId="urn:microsoft.com/office/officeart/2005/8/layout/radial6#1"/>
    <dgm:cxn modelId="{EACB2640-FAE2-4804-8324-767A9DDC5A08}" type="presParOf" srcId="{4EA7AA02-1868-4B08-8AAC-CE995E85BE65}" destId="{09C350AF-0124-4E05-9111-7DC1FA93608E}" srcOrd="4" destOrd="0" presId="urn:microsoft.com/office/officeart/2005/8/layout/radial6#1"/>
    <dgm:cxn modelId="{951F0C61-6E87-4154-A199-DC444BB6097F}" type="presParOf" srcId="{4EA7AA02-1868-4B08-8AAC-CE995E85BE65}" destId="{B1610C46-208B-4282-95BC-00EF92F6F048}" srcOrd="5" destOrd="0" presId="urn:microsoft.com/office/officeart/2005/8/layout/radial6#1"/>
    <dgm:cxn modelId="{1315BECE-C3D2-4536-ADA3-D425203178F6}" type="presParOf" srcId="{4EA7AA02-1868-4B08-8AAC-CE995E85BE65}" destId="{1CBF0795-8871-4082-B5C7-C6354AE359EA}" srcOrd="6" destOrd="0" presId="urn:microsoft.com/office/officeart/2005/8/layout/radial6#1"/>
    <dgm:cxn modelId="{7FB66215-CB5E-4349-8170-EDE577F396BE}" type="presParOf" srcId="{4EA7AA02-1868-4B08-8AAC-CE995E85BE65}" destId="{92E77500-009D-4658-A155-B95E405DF223}" srcOrd="7" destOrd="0" presId="urn:microsoft.com/office/officeart/2005/8/layout/radial6#1"/>
    <dgm:cxn modelId="{A92803F0-1565-4D09-8080-BA0B3B548390}" type="presParOf" srcId="{4EA7AA02-1868-4B08-8AAC-CE995E85BE65}" destId="{C2A747E7-67E1-4CD4-8C6C-733F71D5E8FD}" srcOrd="8" destOrd="0" presId="urn:microsoft.com/office/officeart/2005/8/layout/radial6#1"/>
    <dgm:cxn modelId="{F97A54C4-10A8-479F-AC4A-C41A65E33AE0}" type="presParOf" srcId="{4EA7AA02-1868-4B08-8AAC-CE995E85BE65}" destId="{A348BB85-B44C-4EED-A5EE-40E9F882759D}" srcOrd="9" destOrd="0" presId="urn:microsoft.com/office/officeart/2005/8/layout/radial6#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2591301" cy="2591301"/>
        <a:chOff x="0" y="0"/>
        <a:chExt cx="2591301" cy="2591301"/>
      </a:xfrm>
    </dsp:grpSpPr>
    <dsp:sp modelId="{8643EFEA-108B-4E74-AD5E-0826A7C4A9DF}">
      <dsp:nvSpPr>
        <dsp:cNvPr id="3" name="等腰三角形 2"/>
        <dsp:cNvSpPr/>
      </dsp:nvSpPr>
      <dsp:spPr bwMode="white">
        <a:xfrm>
          <a:off x="1242427" y="0"/>
          <a:ext cx="1295651" cy="1295651"/>
        </a:xfrm>
        <a:prstGeom prst="triangle">
          <a:avLst/>
        </a:prstGeom>
        <a:solidFill>
          <a:srgbClr val="00B0F0"/>
        </a:solidFill>
        <a:ln w="25400" cap="flat" cmpd="sng" algn="ctr">
          <a:solidFill>
            <a:srgbClr val="FFFFFF">
              <a:hueOff val="0"/>
              <a:satOff val="0"/>
              <a:lumOff val="0"/>
              <a:alphaOff val="0"/>
            </a:srgbClr>
          </a:solidFill>
          <a:prstDash val="solid"/>
        </a:ln>
        <a:effectLst/>
      </dsp:spPr>
      <dsp:style>
        <a:lnRef idx="2">
          <a:schemeClr val="lt1"/>
        </a:lnRef>
        <a:fillRef idx="1">
          <a:schemeClr val="accent5">
            <a:hueOff val="0"/>
            <a:satOff val="0"/>
            <a:lumOff val="0"/>
            <a:alpha val="100000"/>
          </a:schemeClr>
        </a:fillRef>
        <a:effectRef idx="0">
          <a:scrgbClr r="0" g="0" b="0"/>
        </a:effectRef>
        <a:fontRef idx="minor">
          <a:schemeClr val="lt1"/>
        </a:fontRef>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完整</a:t>
          </a:r>
        </a:p>
      </dsp:txBody>
      <dsp:txXfrm>
        <a:off x="1242427" y="0"/>
        <a:ext cx="1295651" cy="1295651"/>
      </dsp:txXfrm>
    </dsp:sp>
    <dsp:sp modelId="{98B5433C-275B-4748-AC08-BAD03AC7E123}">
      <dsp:nvSpPr>
        <dsp:cNvPr id="4" name="等腰三角形 3"/>
        <dsp:cNvSpPr/>
      </dsp:nvSpPr>
      <dsp:spPr bwMode="white">
        <a:xfrm>
          <a:off x="594602" y="1295651"/>
          <a:ext cx="1295651" cy="1295651"/>
        </a:xfrm>
        <a:prstGeom prst="triangle">
          <a:avLst/>
        </a:prstGeom>
        <a:solidFill>
          <a:srgbClr val="B2C1DB">
            <a:hueOff val="-4326688"/>
            <a:satOff val="2309"/>
            <a:lumOff val="-10064"/>
            <a:alphaOff val="0"/>
          </a:srgbClr>
        </a:solidFill>
        <a:ln w="25400" cap="flat" cmpd="sng" algn="ctr">
          <a:solidFill>
            <a:srgbClr val="FFFFFF">
              <a:hueOff val="0"/>
              <a:satOff val="0"/>
              <a:lumOff val="0"/>
              <a:alphaOff val="0"/>
            </a:srgbClr>
          </a:solidFill>
          <a:prstDash val="solid"/>
        </a:ln>
        <a:effectLst/>
      </dsp:spPr>
      <dsp:style>
        <a:lnRef idx="2">
          <a:schemeClr val="lt1"/>
        </a:lnRef>
        <a:fillRef idx="1">
          <a:schemeClr val="accent5">
            <a:hueOff val="1719999"/>
            <a:satOff val="3922"/>
            <a:lumOff val="-10849"/>
            <a:alpha val="100000"/>
          </a:schemeClr>
        </a:fillRef>
        <a:effectRef idx="0">
          <a:scrgbClr r="0" g="0" b="0"/>
        </a:effectRef>
        <a:fontRef idx="minor">
          <a:schemeClr val="lt1"/>
        </a:fontRef>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800" dirty="0">
              <a:solidFill>
                <a:srgbClr val="FFFFFF"/>
              </a:solidFill>
              <a:latin typeface="微软雅黑" panose="020B0503020204020204" pitchFamily="34" charset="-122"/>
              <a:ea typeface="微软雅黑" panose="020B0503020204020204" pitchFamily="34" charset="-122"/>
              <a:cs typeface="+mn-cs"/>
            </a:rPr>
            <a:t>一致</a:t>
          </a:r>
        </a:p>
      </dsp:txBody>
      <dsp:txXfrm>
        <a:off x="594602" y="1295651"/>
        <a:ext cx="1295651" cy="1295651"/>
      </dsp:txXfrm>
    </dsp:sp>
    <dsp:sp modelId="{FEBB87C9-8FAE-4248-B66D-8711C857B31C}">
      <dsp:nvSpPr>
        <dsp:cNvPr id="5" name="等腰三角形 4"/>
        <dsp:cNvSpPr/>
      </dsp:nvSpPr>
      <dsp:spPr bwMode="white">
        <a:xfrm rot="10800000">
          <a:off x="1242427" y="1295651"/>
          <a:ext cx="1295651" cy="1295651"/>
        </a:xfrm>
        <a:prstGeom prst="triangle">
          <a:avLst/>
        </a:prstGeom>
        <a:solidFill>
          <a:srgbClr val="B2C1DB">
            <a:hueOff val="-8653376"/>
            <a:satOff val="4617"/>
            <a:lumOff val="-20130"/>
            <a:alphaOff val="0"/>
          </a:srgbClr>
        </a:solidFill>
        <a:ln w="25400" cap="flat" cmpd="sng" algn="ctr">
          <a:solidFill>
            <a:srgbClr val="FFFFFF">
              <a:hueOff val="0"/>
              <a:satOff val="0"/>
              <a:lumOff val="0"/>
              <a:alphaOff val="0"/>
            </a:srgbClr>
          </a:solidFill>
          <a:prstDash val="solid"/>
        </a:ln>
        <a:effectLst/>
      </dsp:spPr>
      <dsp:style>
        <a:lnRef idx="2">
          <a:schemeClr val="lt1"/>
        </a:lnRef>
        <a:fillRef idx="1">
          <a:schemeClr val="accent5">
            <a:hueOff val="3439999"/>
            <a:satOff val="7843"/>
            <a:lumOff val="-21698"/>
            <a:alpha val="100000"/>
          </a:schemeClr>
        </a:fillRef>
        <a:effectRef idx="0">
          <a:scrgbClr r="0" g="0" b="0"/>
        </a:effectRef>
        <a:fontRef idx="minor">
          <a:schemeClr val="lt1"/>
        </a:fontRef>
      </dsp:style>
      <dsp:txBody>
        <a:bodyPr rot="10800000"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功能需求</a:t>
          </a:r>
        </a:p>
      </dsp:txBody>
      <dsp:txXfrm rot="10800000">
        <a:off x="1242427" y="1295651"/>
        <a:ext cx="1295651" cy="1295651"/>
      </dsp:txXfrm>
    </dsp:sp>
    <dsp:sp modelId="{C461670B-ABB1-4BC6-BBEB-4BC7C5E4DD1D}">
      <dsp:nvSpPr>
        <dsp:cNvPr id="6" name="等腰三角形 5"/>
        <dsp:cNvSpPr/>
      </dsp:nvSpPr>
      <dsp:spPr bwMode="white">
        <a:xfrm>
          <a:off x="1890252" y="1295651"/>
          <a:ext cx="1295651" cy="1295651"/>
        </a:xfrm>
        <a:prstGeom prst="triangle">
          <a:avLst/>
        </a:prstGeom>
        <a:solidFill>
          <a:srgbClr val="B2C1DB">
            <a:hueOff val="-12980063"/>
            <a:satOff val="6926"/>
            <a:lumOff val="-30195"/>
            <a:alphaOff val="0"/>
          </a:srgbClr>
        </a:solidFill>
        <a:ln w="25400" cap="flat" cmpd="sng" algn="ctr">
          <a:solidFill>
            <a:srgbClr val="FFFFFF">
              <a:hueOff val="0"/>
              <a:satOff val="0"/>
              <a:lumOff val="0"/>
              <a:alphaOff val="0"/>
            </a:srgbClr>
          </a:solidFill>
          <a:prstDash val="solid"/>
        </a:ln>
        <a:effectLst/>
      </dsp:spPr>
      <dsp:style>
        <a:lnRef idx="2">
          <a:schemeClr val="lt1"/>
        </a:lnRef>
        <a:fillRef idx="1">
          <a:schemeClr val="accent5">
            <a:hueOff val="5160000"/>
            <a:satOff val="11765"/>
            <a:lumOff val="-32548"/>
            <a:alpha val="100000"/>
          </a:schemeClr>
        </a:fillRef>
        <a:effectRef idx="0">
          <a:scrgbClr r="0" g="0" b="0"/>
        </a:effectRef>
        <a:fontRef idx="minor">
          <a:schemeClr val="lt1"/>
        </a:fontRef>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准确</a:t>
          </a:r>
        </a:p>
      </dsp:txBody>
      <dsp:txXfrm>
        <a:off x="1890252" y="1295651"/>
        <a:ext cx="1295651" cy="1295651"/>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2591301" cy="2591301"/>
        <a:chOff x="0" y="0"/>
        <a:chExt cx="2591301" cy="2591301"/>
      </a:xfrm>
    </dsp:grpSpPr>
    <dsp:sp modelId="{8643EFEA-108B-4E74-AD5E-0826A7C4A9DF}">
      <dsp:nvSpPr>
        <dsp:cNvPr id="3" name="等腰三角形 2"/>
        <dsp:cNvSpPr/>
      </dsp:nvSpPr>
      <dsp:spPr bwMode="white">
        <a:xfrm>
          <a:off x="1242427" y="0"/>
          <a:ext cx="1295651" cy="1295651"/>
        </a:xfrm>
        <a:prstGeom prst="triangle">
          <a:avLst/>
        </a:prstGeom>
        <a:solidFill>
          <a:srgbClr val="00B0F0"/>
        </a:solidFill>
        <a:ln w="25400" cap="flat" cmpd="sng" algn="ctr">
          <a:solidFill>
            <a:srgbClr val="FFFFFF">
              <a:hueOff val="0"/>
              <a:satOff val="0"/>
              <a:lumOff val="0"/>
              <a:alphaOff val="0"/>
            </a:srgbClr>
          </a:solidFill>
          <a:prstDash val="solid"/>
        </a:ln>
        <a:effectLst/>
      </dsp:spPr>
      <dsp:style>
        <a:lnRef idx="2">
          <a:schemeClr val="lt1"/>
        </a:lnRef>
        <a:fillRef idx="1">
          <a:schemeClr val="accent5">
            <a:hueOff val="0"/>
            <a:satOff val="0"/>
            <a:lumOff val="0"/>
            <a:alpha val="100000"/>
          </a:schemeClr>
        </a:fillRef>
        <a:effectRef idx="0">
          <a:scrgbClr r="0" g="0" b="0"/>
        </a:effectRef>
        <a:fontRef idx="minor">
          <a:schemeClr val="lt1"/>
        </a:fontRef>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完整</a:t>
          </a:r>
        </a:p>
      </dsp:txBody>
      <dsp:txXfrm>
        <a:off x="1242427" y="0"/>
        <a:ext cx="1295651" cy="1295651"/>
      </dsp:txXfrm>
    </dsp:sp>
    <dsp:sp modelId="{98B5433C-275B-4748-AC08-BAD03AC7E123}">
      <dsp:nvSpPr>
        <dsp:cNvPr id="4" name="等腰三角形 3"/>
        <dsp:cNvSpPr/>
      </dsp:nvSpPr>
      <dsp:spPr bwMode="white">
        <a:xfrm>
          <a:off x="594602" y="1295651"/>
          <a:ext cx="1295651" cy="1295651"/>
        </a:xfrm>
        <a:prstGeom prst="triangle">
          <a:avLst/>
        </a:prstGeom>
        <a:solidFill>
          <a:srgbClr val="B2C1DB">
            <a:hueOff val="-4326688"/>
            <a:satOff val="2309"/>
            <a:lumOff val="-10064"/>
            <a:alphaOff val="0"/>
          </a:srgbClr>
        </a:solidFill>
        <a:ln w="25400" cap="flat" cmpd="sng" algn="ctr">
          <a:solidFill>
            <a:srgbClr val="FFFFFF">
              <a:hueOff val="0"/>
              <a:satOff val="0"/>
              <a:lumOff val="0"/>
              <a:alphaOff val="0"/>
            </a:srgbClr>
          </a:solidFill>
          <a:prstDash val="solid"/>
        </a:ln>
        <a:effectLst/>
      </dsp:spPr>
      <dsp:style>
        <a:lnRef idx="2">
          <a:schemeClr val="lt1"/>
        </a:lnRef>
        <a:fillRef idx="1">
          <a:schemeClr val="accent5">
            <a:hueOff val="1719999"/>
            <a:satOff val="3922"/>
            <a:lumOff val="-10849"/>
            <a:alpha val="100000"/>
          </a:schemeClr>
        </a:fillRef>
        <a:effectRef idx="0">
          <a:scrgbClr r="0" g="0" b="0"/>
        </a:effectRef>
        <a:fontRef idx="minor">
          <a:schemeClr val="lt1"/>
        </a:fontRef>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800" dirty="0">
              <a:solidFill>
                <a:srgbClr val="FFFFFF"/>
              </a:solidFill>
              <a:latin typeface="微软雅黑" panose="020B0503020204020204" pitchFamily="34" charset="-122"/>
              <a:ea typeface="微软雅黑" panose="020B0503020204020204" pitchFamily="34" charset="-122"/>
              <a:cs typeface="+mn-cs"/>
            </a:rPr>
            <a:t>一致</a:t>
          </a:r>
        </a:p>
      </dsp:txBody>
      <dsp:txXfrm>
        <a:off x="594602" y="1295651"/>
        <a:ext cx="1295651" cy="1295651"/>
      </dsp:txXfrm>
    </dsp:sp>
    <dsp:sp modelId="{FEBB87C9-8FAE-4248-B66D-8711C857B31C}">
      <dsp:nvSpPr>
        <dsp:cNvPr id="5" name="等腰三角形 4"/>
        <dsp:cNvSpPr/>
      </dsp:nvSpPr>
      <dsp:spPr bwMode="white">
        <a:xfrm rot="10800000">
          <a:off x="1242427" y="1295651"/>
          <a:ext cx="1295651" cy="1295651"/>
        </a:xfrm>
        <a:prstGeom prst="triangle">
          <a:avLst/>
        </a:prstGeom>
        <a:solidFill>
          <a:srgbClr val="B2C1DB">
            <a:hueOff val="-8653376"/>
            <a:satOff val="4617"/>
            <a:lumOff val="-20130"/>
            <a:alphaOff val="0"/>
          </a:srgbClr>
        </a:solidFill>
        <a:ln w="25400" cap="flat" cmpd="sng" algn="ctr">
          <a:solidFill>
            <a:srgbClr val="FFFFFF">
              <a:hueOff val="0"/>
              <a:satOff val="0"/>
              <a:lumOff val="0"/>
              <a:alphaOff val="0"/>
            </a:srgbClr>
          </a:solidFill>
          <a:prstDash val="solid"/>
        </a:ln>
        <a:effectLst/>
      </dsp:spPr>
      <dsp:style>
        <a:lnRef idx="2">
          <a:schemeClr val="lt1"/>
        </a:lnRef>
        <a:fillRef idx="1">
          <a:schemeClr val="accent5">
            <a:hueOff val="3439999"/>
            <a:satOff val="7843"/>
            <a:lumOff val="-21698"/>
            <a:alpha val="100000"/>
          </a:schemeClr>
        </a:fillRef>
        <a:effectRef idx="0">
          <a:scrgbClr r="0" g="0" b="0"/>
        </a:effectRef>
        <a:fontRef idx="minor">
          <a:schemeClr val="lt1"/>
        </a:fontRef>
      </dsp:style>
      <dsp:txBody>
        <a:bodyPr rot="10800000"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功能需求</a:t>
          </a:r>
        </a:p>
      </dsp:txBody>
      <dsp:txXfrm rot="10800000">
        <a:off x="1242427" y="1295651"/>
        <a:ext cx="1295651" cy="1295651"/>
      </dsp:txXfrm>
    </dsp:sp>
    <dsp:sp modelId="{C461670B-ABB1-4BC6-BBEB-4BC7C5E4DD1D}">
      <dsp:nvSpPr>
        <dsp:cNvPr id="6" name="等腰三角形 5"/>
        <dsp:cNvSpPr/>
      </dsp:nvSpPr>
      <dsp:spPr bwMode="white">
        <a:xfrm>
          <a:off x="1890252" y="1295651"/>
          <a:ext cx="1295651" cy="1295651"/>
        </a:xfrm>
        <a:prstGeom prst="triangle">
          <a:avLst/>
        </a:prstGeom>
        <a:solidFill>
          <a:srgbClr val="B2C1DB">
            <a:hueOff val="-12980063"/>
            <a:satOff val="6926"/>
            <a:lumOff val="-30195"/>
            <a:alphaOff val="0"/>
          </a:srgbClr>
        </a:solidFill>
        <a:ln w="25400" cap="flat" cmpd="sng" algn="ctr">
          <a:solidFill>
            <a:srgbClr val="FFFFFF">
              <a:hueOff val="0"/>
              <a:satOff val="0"/>
              <a:lumOff val="0"/>
              <a:alphaOff val="0"/>
            </a:srgbClr>
          </a:solidFill>
          <a:prstDash val="solid"/>
        </a:ln>
        <a:effectLst/>
      </dsp:spPr>
      <dsp:style>
        <a:lnRef idx="2">
          <a:schemeClr val="lt1"/>
        </a:lnRef>
        <a:fillRef idx="1">
          <a:schemeClr val="accent5">
            <a:hueOff val="5160000"/>
            <a:satOff val="11765"/>
            <a:lumOff val="-32548"/>
            <a:alpha val="100000"/>
          </a:schemeClr>
        </a:fillRef>
        <a:effectRef idx="0">
          <a:scrgbClr r="0" g="0" b="0"/>
        </a:effectRef>
        <a:fontRef idx="minor">
          <a:schemeClr val="lt1"/>
        </a:fontRef>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准确</a:t>
          </a:r>
        </a:p>
      </dsp:txBody>
      <dsp:txXfrm>
        <a:off x="1890252" y="1295651"/>
        <a:ext cx="1295651" cy="1295651"/>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2591301" cy="2591301"/>
        <a:chOff x="0" y="0"/>
        <a:chExt cx="2591301" cy="2591301"/>
      </a:xfrm>
    </dsp:grpSpPr>
    <dsp:sp modelId="{8643EFEA-108B-4E74-AD5E-0826A7C4A9DF}">
      <dsp:nvSpPr>
        <dsp:cNvPr id="3" name="等腰三角形 2"/>
        <dsp:cNvSpPr/>
      </dsp:nvSpPr>
      <dsp:spPr bwMode="white">
        <a:xfrm>
          <a:off x="1242426" y="0"/>
          <a:ext cx="1295651" cy="1295651"/>
        </a:xfrm>
        <a:prstGeom prst="triangle">
          <a:avLst/>
        </a:prstGeom>
        <a:solidFill>
          <a:srgbClr val="00B0F0"/>
        </a:solidFill>
        <a:ln w="25400" cap="flat" cmpd="sng" algn="ctr">
          <a:solidFill>
            <a:srgbClr val="FFFFFF">
              <a:hueOff val="0"/>
              <a:satOff val="0"/>
              <a:lumOff val="0"/>
              <a:alphaOff val="0"/>
            </a:srgbClr>
          </a:solidFill>
          <a:prstDash val="solid"/>
        </a:ln>
        <a:effectLst/>
      </dsp:spPr>
      <dsp:style>
        <a:lnRef idx="2">
          <a:schemeClr val="lt1"/>
        </a:lnRef>
        <a:fillRef idx="1">
          <a:schemeClr val="accent5">
            <a:hueOff val="0"/>
            <a:satOff val="0"/>
            <a:lumOff val="0"/>
            <a:alpha val="100000"/>
          </a:schemeClr>
        </a:fillRef>
        <a:effectRef idx="0">
          <a:scrgbClr r="0" g="0" b="0"/>
        </a:effectRef>
        <a:fontRef idx="minor">
          <a:schemeClr val="lt1"/>
        </a:fontRef>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完整</a:t>
          </a:r>
        </a:p>
      </dsp:txBody>
      <dsp:txXfrm>
        <a:off x="1242426" y="0"/>
        <a:ext cx="1295651" cy="1295651"/>
      </dsp:txXfrm>
    </dsp:sp>
    <dsp:sp modelId="{98B5433C-275B-4748-AC08-BAD03AC7E123}">
      <dsp:nvSpPr>
        <dsp:cNvPr id="4" name="等腰三角形 3"/>
        <dsp:cNvSpPr/>
      </dsp:nvSpPr>
      <dsp:spPr bwMode="white">
        <a:xfrm>
          <a:off x="594601" y="1295651"/>
          <a:ext cx="1295651" cy="1295651"/>
        </a:xfrm>
        <a:prstGeom prst="triangle">
          <a:avLst/>
        </a:prstGeom>
        <a:solidFill>
          <a:srgbClr val="B2C1DB">
            <a:hueOff val="-4326688"/>
            <a:satOff val="2309"/>
            <a:lumOff val="-10064"/>
            <a:alphaOff val="0"/>
          </a:srgbClr>
        </a:solidFill>
        <a:ln w="25400" cap="flat" cmpd="sng" algn="ctr">
          <a:solidFill>
            <a:srgbClr val="FFFFFF">
              <a:hueOff val="0"/>
              <a:satOff val="0"/>
              <a:lumOff val="0"/>
              <a:alphaOff val="0"/>
            </a:srgbClr>
          </a:solidFill>
          <a:prstDash val="solid"/>
        </a:ln>
        <a:effectLst/>
      </dsp:spPr>
      <dsp:style>
        <a:lnRef idx="2">
          <a:schemeClr val="lt1"/>
        </a:lnRef>
        <a:fillRef idx="1">
          <a:schemeClr val="accent5">
            <a:hueOff val="1719999"/>
            <a:satOff val="3922"/>
            <a:lumOff val="-10849"/>
            <a:alpha val="100000"/>
          </a:schemeClr>
        </a:fillRef>
        <a:effectRef idx="0">
          <a:scrgbClr r="0" g="0" b="0"/>
        </a:effectRef>
        <a:fontRef idx="minor">
          <a:schemeClr val="lt1"/>
        </a:fontRef>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800" dirty="0">
              <a:solidFill>
                <a:srgbClr val="FFFFFF"/>
              </a:solidFill>
              <a:latin typeface="微软雅黑" panose="020B0503020204020204" pitchFamily="34" charset="-122"/>
              <a:ea typeface="微软雅黑" panose="020B0503020204020204" pitchFamily="34" charset="-122"/>
              <a:cs typeface="+mn-cs"/>
            </a:rPr>
            <a:t>一致</a:t>
          </a:r>
        </a:p>
      </dsp:txBody>
      <dsp:txXfrm>
        <a:off x="594601" y="1295651"/>
        <a:ext cx="1295651" cy="1295651"/>
      </dsp:txXfrm>
    </dsp:sp>
    <dsp:sp modelId="{FEBB87C9-8FAE-4248-B66D-8711C857B31C}">
      <dsp:nvSpPr>
        <dsp:cNvPr id="5" name="等腰三角形 4"/>
        <dsp:cNvSpPr/>
      </dsp:nvSpPr>
      <dsp:spPr bwMode="white">
        <a:xfrm rot="10800000">
          <a:off x="1242426" y="1295651"/>
          <a:ext cx="1295651" cy="1295651"/>
        </a:xfrm>
        <a:prstGeom prst="triangle">
          <a:avLst/>
        </a:prstGeom>
        <a:solidFill>
          <a:srgbClr val="B2C1DB">
            <a:hueOff val="-8653376"/>
            <a:satOff val="4617"/>
            <a:lumOff val="-20130"/>
            <a:alphaOff val="0"/>
          </a:srgbClr>
        </a:solidFill>
        <a:ln w="25400" cap="flat" cmpd="sng" algn="ctr">
          <a:solidFill>
            <a:srgbClr val="FFFFFF">
              <a:hueOff val="0"/>
              <a:satOff val="0"/>
              <a:lumOff val="0"/>
              <a:alphaOff val="0"/>
            </a:srgbClr>
          </a:solidFill>
          <a:prstDash val="solid"/>
        </a:ln>
        <a:effectLst/>
      </dsp:spPr>
      <dsp:style>
        <a:lnRef idx="2">
          <a:schemeClr val="lt1"/>
        </a:lnRef>
        <a:fillRef idx="1">
          <a:schemeClr val="accent5">
            <a:hueOff val="3439999"/>
            <a:satOff val="7843"/>
            <a:lumOff val="-21698"/>
            <a:alpha val="100000"/>
          </a:schemeClr>
        </a:fillRef>
        <a:effectRef idx="0">
          <a:scrgbClr r="0" g="0" b="0"/>
        </a:effectRef>
        <a:fontRef idx="minor">
          <a:schemeClr val="lt1"/>
        </a:fontRef>
      </dsp:style>
      <dsp:txBody>
        <a:bodyPr rot="10800000"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功能需求</a:t>
          </a:r>
        </a:p>
      </dsp:txBody>
      <dsp:txXfrm rot="10800000">
        <a:off x="1242426" y="1295651"/>
        <a:ext cx="1295651" cy="1295651"/>
      </dsp:txXfrm>
    </dsp:sp>
    <dsp:sp modelId="{C461670B-ABB1-4BC6-BBEB-4BC7C5E4DD1D}">
      <dsp:nvSpPr>
        <dsp:cNvPr id="6" name="等腰三角形 5"/>
        <dsp:cNvSpPr/>
      </dsp:nvSpPr>
      <dsp:spPr bwMode="white">
        <a:xfrm>
          <a:off x="1890252" y="1295651"/>
          <a:ext cx="1295651" cy="1295651"/>
        </a:xfrm>
        <a:prstGeom prst="triangle">
          <a:avLst/>
        </a:prstGeom>
        <a:solidFill>
          <a:srgbClr val="B2C1DB">
            <a:hueOff val="-12980063"/>
            <a:satOff val="6926"/>
            <a:lumOff val="-30195"/>
            <a:alphaOff val="0"/>
          </a:srgbClr>
        </a:solidFill>
        <a:ln w="25400" cap="flat" cmpd="sng" algn="ctr">
          <a:solidFill>
            <a:srgbClr val="FFFFFF">
              <a:hueOff val="0"/>
              <a:satOff val="0"/>
              <a:lumOff val="0"/>
              <a:alphaOff val="0"/>
            </a:srgbClr>
          </a:solidFill>
          <a:prstDash val="solid"/>
        </a:ln>
        <a:effectLst/>
      </dsp:spPr>
      <dsp:style>
        <a:lnRef idx="2">
          <a:schemeClr val="lt1"/>
        </a:lnRef>
        <a:fillRef idx="1">
          <a:schemeClr val="accent5">
            <a:hueOff val="5160000"/>
            <a:satOff val="11765"/>
            <a:lumOff val="-32548"/>
            <a:alpha val="100000"/>
          </a:schemeClr>
        </a:fillRef>
        <a:effectRef idx="0">
          <a:scrgbClr r="0" g="0" b="0"/>
        </a:effectRef>
        <a:fontRef idx="minor">
          <a:schemeClr val="lt1"/>
        </a:fontRef>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准确</a:t>
          </a:r>
        </a:p>
      </dsp:txBody>
      <dsp:txXfrm>
        <a:off x="1890252" y="1295651"/>
        <a:ext cx="1295651" cy="1295651"/>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2591301" cy="2591301"/>
        <a:chOff x="0" y="0"/>
        <a:chExt cx="2591301" cy="2591301"/>
      </a:xfrm>
    </dsp:grpSpPr>
    <dsp:sp modelId="{8643EFEA-108B-4E74-AD5E-0826A7C4A9DF}">
      <dsp:nvSpPr>
        <dsp:cNvPr id="3" name="等腰三角形 2"/>
        <dsp:cNvSpPr/>
      </dsp:nvSpPr>
      <dsp:spPr bwMode="white">
        <a:xfrm>
          <a:off x="1242427" y="0"/>
          <a:ext cx="1295651" cy="1295651"/>
        </a:xfrm>
        <a:prstGeom prst="triangle">
          <a:avLst/>
        </a:prstGeom>
        <a:solidFill>
          <a:srgbClr val="00B0F0"/>
        </a:solidFill>
        <a:ln w="25400" cap="flat" cmpd="sng" algn="ctr">
          <a:solidFill>
            <a:srgbClr val="FFFFFF">
              <a:hueOff val="0"/>
              <a:satOff val="0"/>
              <a:lumOff val="0"/>
              <a:alphaOff val="0"/>
            </a:srgbClr>
          </a:solidFill>
          <a:prstDash val="solid"/>
        </a:ln>
        <a:effectLst/>
      </dsp:spPr>
      <dsp:style>
        <a:lnRef idx="2">
          <a:schemeClr val="lt1"/>
        </a:lnRef>
        <a:fillRef idx="1">
          <a:schemeClr val="accent5">
            <a:hueOff val="0"/>
            <a:satOff val="0"/>
            <a:lumOff val="0"/>
            <a:alpha val="100000"/>
          </a:schemeClr>
        </a:fillRef>
        <a:effectRef idx="0">
          <a:scrgbClr r="0" g="0" b="0"/>
        </a:effectRef>
        <a:fontRef idx="minor">
          <a:schemeClr val="lt1"/>
        </a:fontRef>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完整</a:t>
          </a:r>
        </a:p>
      </dsp:txBody>
      <dsp:txXfrm>
        <a:off x="1242427" y="0"/>
        <a:ext cx="1295651" cy="1295651"/>
      </dsp:txXfrm>
    </dsp:sp>
    <dsp:sp modelId="{98B5433C-275B-4748-AC08-BAD03AC7E123}">
      <dsp:nvSpPr>
        <dsp:cNvPr id="4" name="等腰三角形 3"/>
        <dsp:cNvSpPr/>
      </dsp:nvSpPr>
      <dsp:spPr bwMode="white">
        <a:xfrm>
          <a:off x="594602" y="1295651"/>
          <a:ext cx="1295651" cy="1295651"/>
        </a:xfrm>
        <a:prstGeom prst="triangle">
          <a:avLst/>
        </a:prstGeom>
        <a:solidFill>
          <a:srgbClr val="B2C1DB">
            <a:hueOff val="-4326688"/>
            <a:satOff val="2309"/>
            <a:lumOff val="-10064"/>
            <a:alphaOff val="0"/>
          </a:srgbClr>
        </a:solidFill>
        <a:ln w="25400" cap="flat" cmpd="sng" algn="ctr">
          <a:solidFill>
            <a:srgbClr val="FFFFFF">
              <a:hueOff val="0"/>
              <a:satOff val="0"/>
              <a:lumOff val="0"/>
              <a:alphaOff val="0"/>
            </a:srgbClr>
          </a:solidFill>
          <a:prstDash val="solid"/>
        </a:ln>
        <a:effectLst/>
      </dsp:spPr>
      <dsp:style>
        <a:lnRef idx="2">
          <a:schemeClr val="lt1"/>
        </a:lnRef>
        <a:fillRef idx="1">
          <a:schemeClr val="accent5">
            <a:hueOff val="1719999"/>
            <a:satOff val="3922"/>
            <a:lumOff val="-10849"/>
            <a:alpha val="100000"/>
          </a:schemeClr>
        </a:fillRef>
        <a:effectRef idx="0">
          <a:scrgbClr r="0" g="0" b="0"/>
        </a:effectRef>
        <a:fontRef idx="minor">
          <a:schemeClr val="lt1"/>
        </a:fontRef>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800" dirty="0">
              <a:solidFill>
                <a:srgbClr val="FFFFFF"/>
              </a:solidFill>
              <a:latin typeface="微软雅黑" panose="020B0503020204020204" pitchFamily="34" charset="-122"/>
              <a:ea typeface="微软雅黑" panose="020B0503020204020204" pitchFamily="34" charset="-122"/>
              <a:cs typeface="+mn-cs"/>
            </a:rPr>
            <a:t>一致</a:t>
          </a:r>
        </a:p>
      </dsp:txBody>
      <dsp:txXfrm>
        <a:off x="594602" y="1295651"/>
        <a:ext cx="1295651" cy="1295651"/>
      </dsp:txXfrm>
    </dsp:sp>
    <dsp:sp modelId="{FEBB87C9-8FAE-4248-B66D-8711C857B31C}">
      <dsp:nvSpPr>
        <dsp:cNvPr id="5" name="等腰三角形 4"/>
        <dsp:cNvSpPr/>
      </dsp:nvSpPr>
      <dsp:spPr bwMode="white">
        <a:xfrm rot="10800000">
          <a:off x="1242427" y="1295651"/>
          <a:ext cx="1295651" cy="1295651"/>
        </a:xfrm>
        <a:prstGeom prst="triangle">
          <a:avLst/>
        </a:prstGeom>
        <a:solidFill>
          <a:srgbClr val="B2C1DB">
            <a:hueOff val="-8653376"/>
            <a:satOff val="4617"/>
            <a:lumOff val="-20130"/>
            <a:alphaOff val="0"/>
          </a:srgbClr>
        </a:solidFill>
        <a:ln w="25400" cap="flat" cmpd="sng" algn="ctr">
          <a:solidFill>
            <a:srgbClr val="FFFFFF">
              <a:hueOff val="0"/>
              <a:satOff val="0"/>
              <a:lumOff val="0"/>
              <a:alphaOff val="0"/>
            </a:srgbClr>
          </a:solidFill>
          <a:prstDash val="solid"/>
        </a:ln>
        <a:effectLst/>
      </dsp:spPr>
      <dsp:style>
        <a:lnRef idx="2">
          <a:schemeClr val="lt1"/>
        </a:lnRef>
        <a:fillRef idx="1">
          <a:schemeClr val="accent5">
            <a:hueOff val="3439999"/>
            <a:satOff val="7843"/>
            <a:lumOff val="-21698"/>
            <a:alpha val="100000"/>
          </a:schemeClr>
        </a:fillRef>
        <a:effectRef idx="0">
          <a:scrgbClr r="0" g="0" b="0"/>
        </a:effectRef>
        <a:fontRef idx="minor">
          <a:schemeClr val="lt1"/>
        </a:fontRef>
      </dsp:style>
      <dsp:txBody>
        <a:bodyPr rot="10800000"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功能需求</a:t>
          </a:r>
        </a:p>
      </dsp:txBody>
      <dsp:txXfrm rot="10800000">
        <a:off x="1242427" y="1295651"/>
        <a:ext cx="1295651" cy="1295651"/>
      </dsp:txXfrm>
    </dsp:sp>
    <dsp:sp modelId="{C461670B-ABB1-4BC6-BBEB-4BC7C5E4DD1D}">
      <dsp:nvSpPr>
        <dsp:cNvPr id="6" name="等腰三角形 5"/>
        <dsp:cNvSpPr/>
      </dsp:nvSpPr>
      <dsp:spPr bwMode="white">
        <a:xfrm>
          <a:off x="1890252" y="1295651"/>
          <a:ext cx="1295651" cy="1295651"/>
        </a:xfrm>
        <a:prstGeom prst="triangle">
          <a:avLst/>
        </a:prstGeom>
        <a:solidFill>
          <a:srgbClr val="B2C1DB">
            <a:hueOff val="-12980063"/>
            <a:satOff val="6926"/>
            <a:lumOff val="-30195"/>
            <a:alphaOff val="0"/>
          </a:srgbClr>
        </a:solidFill>
        <a:ln w="25400" cap="flat" cmpd="sng" algn="ctr">
          <a:solidFill>
            <a:srgbClr val="FFFFFF">
              <a:hueOff val="0"/>
              <a:satOff val="0"/>
              <a:lumOff val="0"/>
              <a:alphaOff val="0"/>
            </a:srgbClr>
          </a:solidFill>
          <a:prstDash val="solid"/>
        </a:ln>
        <a:effectLst/>
      </dsp:spPr>
      <dsp:style>
        <a:lnRef idx="2">
          <a:schemeClr val="lt1"/>
        </a:lnRef>
        <a:fillRef idx="1">
          <a:schemeClr val="accent5">
            <a:hueOff val="5160000"/>
            <a:satOff val="11765"/>
            <a:lumOff val="-32548"/>
            <a:alpha val="100000"/>
          </a:schemeClr>
        </a:fillRef>
        <a:effectRef idx="0">
          <a:scrgbClr r="0" g="0" b="0"/>
        </a:effectRef>
        <a:fontRef idx="minor">
          <a:schemeClr val="lt1"/>
        </a:fontRef>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准确</a:t>
          </a:r>
        </a:p>
      </dsp:txBody>
      <dsp:txXfrm>
        <a:off x="1890252" y="1295651"/>
        <a:ext cx="1295651" cy="1295651"/>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2591301" cy="2591301"/>
        <a:chOff x="0" y="0"/>
        <a:chExt cx="2591301" cy="2591301"/>
      </a:xfrm>
    </dsp:grpSpPr>
    <dsp:sp modelId="{8643EFEA-108B-4E74-AD5E-0826A7C4A9DF}">
      <dsp:nvSpPr>
        <dsp:cNvPr id="3" name="等腰三角形 2"/>
        <dsp:cNvSpPr/>
      </dsp:nvSpPr>
      <dsp:spPr bwMode="white">
        <a:xfrm>
          <a:off x="1242427" y="0"/>
          <a:ext cx="1295651" cy="1295651"/>
        </a:xfrm>
        <a:prstGeom prst="triangle">
          <a:avLst/>
        </a:prstGeom>
        <a:solidFill>
          <a:srgbClr val="00B0F0"/>
        </a:solidFill>
        <a:ln w="25400" cap="flat" cmpd="sng" algn="ctr">
          <a:solidFill>
            <a:srgbClr val="FFFFFF">
              <a:hueOff val="0"/>
              <a:satOff val="0"/>
              <a:lumOff val="0"/>
              <a:alphaOff val="0"/>
            </a:srgbClr>
          </a:solidFill>
          <a:prstDash val="solid"/>
        </a:ln>
        <a:effectLst/>
      </dsp:spPr>
      <dsp:style>
        <a:lnRef idx="2">
          <a:schemeClr val="lt1"/>
        </a:lnRef>
        <a:fillRef idx="1">
          <a:schemeClr val="accent5">
            <a:hueOff val="0"/>
            <a:satOff val="0"/>
            <a:lumOff val="0"/>
            <a:alpha val="100000"/>
          </a:schemeClr>
        </a:fillRef>
        <a:effectRef idx="0">
          <a:scrgbClr r="0" g="0" b="0"/>
        </a:effectRef>
        <a:fontRef idx="minor">
          <a:schemeClr val="lt1"/>
        </a:fontRef>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完整</a:t>
          </a:r>
        </a:p>
      </dsp:txBody>
      <dsp:txXfrm>
        <a:off x="1242427" y="0"/>
        <a:ext cx="1295651" cy="1295651"/>
      </dsp:txXfrm>
    </dsp:sp>
    <dsp:sp modelId="{98B5433C-275B-4748-AC08-BAD03AC7E123}">
      <dsp:nvSpPr>
        <dsp:cNvPr id="4" name="等腰三角形 3"/>
        <dsp:cNvSpPr/>
      </dsp:nvSpPr>
      <dsp:spPr bwMode="white">
        <a:xfrm>
          <a:off x="594602" y="1295651"/>
          <a:ext cx="1295651" cy="1295651"/>
        </a:xfrm>
        <a:prstGeom prst="triangle">
          <a:avLst/>
        </a:prstGeom>
        <a:solidFill>
          <a:srgbClr val="B2C1DB">
            <a:hueOff val="-4326688"/>
            <a:satOff val="2309"/>
            <a:lumOff val="-10064"/>
            <a:alphaOff val="0"/>
          </a:srgbClr>
        </a:solidFill>
        <a:ln w="25400" cap="flat" cmpd="sng" algn="ctr">
          <a:solidFill>
            <a:srgbClr val="FFFFFF">
              <a:hueOff val="0"/>
              <a:satOff val="0"/>
              <a:lumOff val="0"/>
              <a:alphaOff val="0"/>
            </a:srgbClr>
          </a:solidFill>
          <a:prstDash val="solid"/>
        </a:ln>
        <a:effectLst/>
      </dsp:spPr>
      <dsp:style>
        <a:lnRef idx="2">
          <a:schemeClr val="lt1"/>
        </a:lnRef>
        <a:fillRef idx="1">
          <a:schemeClr val="accent5">
            <a:hueOff val="1719999"/>
            <a:satOff val="3922"/>
            <a:lumOff val="-10849"/>
            <a:alpha val="100000"/>
          </a:schemeClr>
        </a:fillRef>
        <a:effectRef idx="0">
          <a:scrgbClr r="0" g="0" b="0"/>
        </a:effectRef>
        <a:fontRef idx="minor">
          <a:schemeClr val="lt1"/>
        </a:fontRef>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800" dirty="0">
              <a:solidFill>
                <a:srgbClr val="FFFFFF"/>
              </a:solidFill>
              <a:latin typeface="微软雅黑" panose="020B0503020204020204" pitchFamily="34" charset="-122"/>
              <a:ea typeface="微软雅黑" panose="020B0503020204020204" pitchFamily="34" charset="-122"/>
              <a:cs typeface="+mn-cs"/>
            </a:rPr>
            <a:t>一致</a:t>
          </a:r>
        </a:p>
      </dsp:txBody>
      <dsp:txXfrm>
        <a:off x="594602" y="1295651"/>
        <a:ext cx="1295651" cy="1295651"/>
      </dsp:txXfrm>
    </dsp:sp>
    <dsp:sp modelId="{FEBB87C9-8FAE-4248-B66D-8711C857B31C}">
      <dsp:nvSpPr>
        <dsp:cNvPr id="5" name="等腰三角形 4"/>
        <dsp:cNvSpPr/>
      </dsp:nvSpPr>
      <dsp:spPr bwMode="white">
        <a:xfrm rot="10800000">
          <a:off x="1242427" y="1295651"/>
          <a:ext cx="1295651" cy="1295651"/>
        </a:xfrm>
        <a:prstGeom prst="triangle">
          <a:avLst/>
        </a:prstGeom>
        <a:solidFill>
          <a:srgbClr val="B2C1DB">
            <a:hueOff val="-8653376"/>
            <a:satOff val="4617"/>
            <a:lumOff val="-20130"/>
            <a:alphaOff val="0"/>
          </a:srgbClr>
        </a:solidFill>
        <a:ln w="25400" cap="flat" cmpd="sng" algn="ctr">
          <a:solidFill>
            <a:srgbClr val="FFFFFF">
              <a:hueOff val="0"/>
              <a:satOff val="0"/>
              <a:lumOff val="0"/>
              <a:alphaOff val="0"/>
            </a:srgbClr>
          </a:solidFill>
          <a:prstDash val="solid"/>
        </a:ln>
        <a:effectLst/>
      </dsp:spPr>
      <dsp:style>
        <a:lnRef idx="2">
          <a:schemeClr val="lt1"/>
        </a:lnRef>
        <a:fillRef idx="1">
          <a:schemeClr val="accent5">
            <a:hueOff val="3439999"/>
            <a:satOff val="7843"/>
            <a:lumOff val="-21698"/>
            <a:alpha val="100000"/>
          </a:schemeClr>
        </a:fillRef>
        <a:effectRef idx="0">
          <a:scrgbClr r="0" g="0" b="0"/>
        </a:effectRef>
        <a:fontRef idx="minor">
          <a:schemeClr val="lt1"/>
        </a:fontRef>
      </dsp:style>
      <dsp:txBody>
        <a:bodyPr rot="10800000"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功能需求</a:t>
          </a:r>
        </a:p>
      </dsp:txBody>
      <dsp:txXfrm rot="10800000">
        <a:off x="1242427" y="1295651"/>
        <a:ext cx="1295651" cy="1295651"/>
      </dsp:txXfrm>
    </dsp:sp>
    <dsp:sp modelId="{C461670B-ABB1-4BC6-BBEB-4BC7C5E4DD1D}">
      <dsp:nvSpPr>
        <dsp:cNvPr id="6" name="等腰三角形 5"/>
        <dsp:cNvSpPr/>
      </dsp:nvSpPr>
      <dsp:spPr bwMode="white">
        <a:xfrm>
          <a:off x="1890252" y="1295651"/>
          <a:ext cx="1295651" cy="1295651"/>
        </a:xfrm>
        <a:prstGeom prst="triangle">
          <a:avLst/>
        </a:prstGeom>
        <a:solidFill>
          <a:srgbClr val="B2C1DB">
            <a:hueOff val="-12980063"/>
            <a:satOff val="6926"/>
            <a:lumOff val="-30195"/>
            <a:alphaOff val="0"/>
          </a:srgbClr>
        </a:solidFill>
        <a:ln w="25400" cap="flat" cmpd="sng" algn="ctr">
          <a:solidFill>
            <a:srgbClr val="FFFFFF">
              <a:hueOff val="0"/>
              <a:satOff val="0"/>
              <a:lumOff val="0"/>
              <a:alphaOff val="0"/>
            </a:srgbClr>
          </a:solidFill>
          <a:prstDash val="solid"/>
        </a:ln>
        <a:effectLst/>
      </dsp:spPr>
      <dsp:style>
        <a:lnRef idx="2">
          <a:schemeClr val="lt1"/>
        </a:lnRef>
        <a:fillRef idx="1">
          <a:schemeClr val="accent5">
            <a:hueOff val="5160000"/>
            <a:satOff val="11765"/>
            <a:lumOff val="-32548"/>
            <a:alpha val="100000"/>
          </a:schemeClr>
        </a:fillRef>
        <a:effectRef idx="0">
          <a:scrgbClr r="0" g="0" b="0"/>
        </a:effectRef>
        <a:fontRef idx="minor">
          <a:schemeClr val="lt1"/>
        </a:fontRef>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800" dirty="0">
              <a:solidFill>
                <a:srgbClr val="FFFFFF"/>
              </a:solidFill>
              <a:latin typeface="微软雅黑" panose="020B0503020204020204" pitchFamily="34" charset="-122"/>
              <a:ea typeface="微软雅黑" panose="020B0503020204020204" pitchFamily="34" charset="-122"/>
              <a:cs typeface="+mn-cs"/>
            </a:rPr>
            <a:t>准确</a:t>
          </a:r>
        </a:p>
      </dsp:txBody>
      <dsp:txXfrm>
        <a:off x="1890252" y="1295651"/>
        <a:ext cx="1295651" cy="1295651"/>
      </dsp:txXfrm>
    </dsp:sp>
  </dsp:spTree>
</dsp:drawing>
</file>

<file path=ppt/diagrams/drawing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120680" cy="3816424"/>
        <a:chOff x="0" y="0"/>
        <a:chExt cx="6120680" cy="3816424"/>
      </a:xfrm>
    </dsp:grpSpPr>
    <dsp:sp modelId="{8452E3AA-C1CF-4A78-88CF-BA8529C0AD97}">
      <dsp:nvSpPr>
        <dsp:cNvPr id="5" name="空心弧 4"/>
        <dsp:cNvSpPr/>
      </dsp:nvSpPr>
      <dsp:spPr bwMode="white">
        <a:xfrm>
          <a:off x="1401224" y="285414"/>
          <a:ext cx="3531010" cy="3531010"/>
        </a:xfrm>
        <a:prstGeom prst="blockArc">
          <a:avLst>
            <a:gd name="adj1" fmla="val 16199999"/>
            <a:gd name="adj2" fmla="val 1800000"/>
            <a:gd name="adj3" fmla="val 3962"/>
          </a:avLst>
        </a:prstGeom>
      </dsp:spPr>
      <dsp:style>
        <a:lnRef idx="0">
          <a:schemeClr val="accent1">
            <a:tint val="60000"/>
          </a:schemeClr>
        </a:lnRef>
        <a:fillRef idx="2">
          <a:schemeClr val="accent1">
            <a:tint val="60000"/>
          </a:schemeClr>
        </a:fillRef>
        <a:effectRef idx="1">
          <a:scrgbClr r="0" g="0" b="0"/>
        </a:effectRef>
        <a:fontRef idx="minor">
          <a:schemeClr val="dk1"/>
        </a:fontRef>
      </dsp:style>
      <dsp:txXfrm>
        <a:off x="1401224" y="285414"/>
        <a:ext cx="3531010" cy="3531010"/>
      </dsp:txXfrm>
    </dsp:sp>
    <dsp:sp modelId="{1CBF0795-8871-4082-B5C7-C6354AE359EA}">
      <dsp:nvSpPr>
        <dsp:cNvPr id="7" name="空心弧 6"/>
        <dsp:cNvSpPr/>
      </dsp:nvSpPr>
      <dsp:spPr bwMode="white">
        <a:xfrm>
          <a:off x="1294835" y="410511"/>
          <a:ext cx="3531010" cy="3531010"/>
        </a:xfrm>
        <a:prstGeom prst="blockArc">
          <a:avLst>
            <a:gd name="adj1" fmla="val 1800000"/>
            <a:gd name="adj2" fmla="val 9000000"/>
            <a:gd name="adj3" fmla="val 3962"/>
          </a:avLst>
        </a:prstGeom>
      </dsp:spPr>
      <dsp:style>
        <a:lnRef idx="0">
          <a:schemeClr val="accent1">
            <a:tint val="60000"/>
          </a:schemeClr>
        </a:lnRef>
        <a:fillRef idx="2">
          <a:schemeClr val="accent1">
            <a:tint val="60000"/>
          </a:schemeClr>
        </a:fillRef>
        <a:effectRef idx="1">
          <a:scrgbClr r="0" g="0" b="0"/>
        </a:effectRef>
        <a:fontRef idx="minor">
          <a:schemeClr val="dk1"/>
        </a:fontRef>
      </dsp:style>
      <dsp:txXfrm>
        <a:off x="1294835" y="410511"/>
        <a:ext cx="3531010" cy="3531010"/>
      </dsp:txXfrm>
    </dsp:sp>
    <dsp:sp modelId="{A348BB85-B44C-4EED-A5EE-40E9F882759D}">
      <dsp:nvSpPr>
        <dsp:cNvPr id="9" name="空心弧 8"/>
        <dsp:cNvSpPr/>
      </dsp:nvSpPr>
      <dsp:spPr bwMode="white">
        <a:xfrm>
          <a:off x="1294835" y="410511"/>
          <a:ext cx="3531010" cy="3531010"/>
        </a:xfrm>
        <a:prstGeom prst="blockArc">
          <a:avLst>
            <a:gd name="adj1" fmla="val 9000000"/>
            <a:gd name="adj2" fmla="val 16199999"/>
            <a:gd name="adj3" fmla="val 3962"/>
          </a:avLst>
        </a:prstGeom>
      </dsp:spPr>
      <dsp:style>
        <a:lnRef idx="0">
          <a:schemeClr val="accent1">
            <a:tint val="60000"/>
          </a:schemeClr>
        </a:lnRef>
        <a:fillRef idx="2">
          <a:schemeClr val="accent1">
            <a:tint val="60000"/>
          </a:schemeClr>
        </a:fillRef>
        <a:effectRef idx="1">
          <a:scrgbClr r="0" g="0" b="0"/>
        </a:effectRef>
        <a:fontRef idx="minor">
          <a:schemeClr val="dk1"/>
        </a:fontRef>
      </dsp:style>
      <dsp:txXfrm>
        <a:off x="1294835" y="410511"/>
        <a:ext cx="3531010" cy="3531010"/>
      </dsp:txXfrm>
    </dsp:sp>
    <dsp:sp modelId="{BEAB9C81-FA4F-46EF-9411-2BD9D88D6FB4}">
      <dsp:nvSpPr>
        <dsp:cNvPr id="3" name="椭圆 2"/>
        <dsp:cNvSpPr/>
      </dsp:nvSpPr>
      <dsp:spPr bwMode="white">
        <a:xfrm>
          <a:off x="2288703" y="1404379"/>
          <a:ext cx="1543274" cy="1543274"/>
        </a:xfrm>
        <a:prstGeom prst="ellipse">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lIns="30480" tIns="30480" rIns="30480" bIns="304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2400"/>
            <a:t>数据字典</a:t>
          </a:r>
        </a:p>
      </dsp:txBody>
      <dsp:txXfrm>
        <a:off x="2288703" y="1404379"/>
        <a:ext cx="1543274" cy="1543274"/>
      </dsp:txXfrm>
    </dsp:sp>
    <dsp:sp modelId="{93705DD6-5577-4DD6-85CC-95E118C8E490}">
      <dsp:nvSpPr>
        <dsp:cNvPr id="4" name="椭圆 3"/>
        <dsp:cNvSpPr/>
      </dsp:nvSpPr>
      <dsp:spPr bwMode="white">
        <a:xfrm>
          <a:off x="2520194" y="0"/>
          <a:ext cx="1080292" cy="1080292"/>
        </a:xfrm>
        <a:prstGeom prst="ellipse">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lIns="30480" tIns="30480" rIns="30480" bIns="30480" anchor="ctr"/>
        <a:lstStyle>
          <a:lvl1pPr algn="ctr">
            <a:defRPr sz="6100"/>
          </a:lvl1pPr>
          <a:lvl2pPr marL="285750" indent="-285750" algn="ctr">
            <a:defRPr sz="4700"/>
          </a:lvl2pPr>
          <a:lvl3pPr marL="571500" indent="-285750" algn="ctr">
            <a:defRPr sz="4700"/>
          </a:lvl3pPr>
          <a:lvl4pPr marL="857250" indent="-285750" algn="ctr">
            <a:defRPr sz="4700"/>
          </a:lvl4pPr>
          <a:lvl5pPr marL="1143000" indent="-285750" algn="ctr">
            <a:defRPr sz="4700"/>
          </a:lvl5pPr>
          <a:lvl6pPr marL="1428750" indent="-285750" algn="ctr">
            <a:defRPr sz="4700"/>
          </a:lvl6pPr>
          <a:lvl7pPr marL="1714500" indent="-285750" algn="ctr">
            <a:defRPr sz="4700"/>
          </a:lvl7pPr>
          <a:lvl8pPr marL="2000250" indent="-285750" algn="ctr">
            <a:defRPr sz="4700"/>
          </a:lvl8pPr>
          <a:lvl9pPr marL="2286000" indent="-285750" algn="ctr">
            <a:defRPr sz="4700"/>
          </a:lvl9pPr>
        </a:lstStyle>
        <a:p>
          <a:pPr lvl="0" algn="ctr">
            <a:lnSpc>
              <a:spcPct val="100000"/>
            </a:lnSpc>
            <a:spcBef>
              <a:spcPct val="0"/>
            </a:spcBef>
            <a:spcAft>
              <a:spcPct val="35000"/>
            </a:spcAft>
          </a:pPr>
          <a:r>
            <a:rPr lang="zh-CN" altLang="en-US" sz="2400"/>
            <a:t>数据流图</a:t>
          </a:r>
        </a:p>
      </dsp:txBody>
      <dsp:txXfrm>
        <a:off x="2520194" y="0"/>
        <a:ext cx="1080292" cy="1080292"/>
      </dsp:txXfrm>
    </dsp:sp>
    <dsp:sp modelId="{09C350AF-0124-4E05-9111-7DC1FA93608E}">
      <dsp:nvSpPr>
        <dsp:cNvPr id="6" name="椭圆 5"/>
        <dsp:cNvSpPr/>
      </dsp:nvSpPr>
      <dsp:spPr bwMode="white">
        <a:xfrm>
          <a:off x="3936899" y="2453805"/>
          <a:ext cx="1080292" cy="1080292"/>
        </a:xfrm>
        <a:prstGeom prst="ellipse">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lIns="30480" tIns="30480" rIns="30480" bIns="30480" anchor="ctr"/>
        <a:lstStyle>
          <a:lvl1pPr algn="ctr">
            <a:defRPr sz="6100"/>
          </a:lvl1pPr>
          <a:lvl2pPr marL="285750" indent="-285750" algn="ctr">
            <a:defRPr sz="4700"/>
          </a:lvl2pPr>
          <a:lvl3pPr marL="571500" indent="-285750" algn="ctr">
            <a:defRPr sz="4700"/>
          </a:lvl3pPr>
          <a:lvl4pPr marL="857250" indent="-285750" algn="ctr">
            <a:defRPr sz="4700"/>
          </a:lvl4pPr>
          <a:lvl5pPr marL="1143000" indent="-285750" algn="ctr">
            <a:defRPr sz="4700"/>
          </a:lvl5pPr>
          <a:lvl6pPr marL="1428750" indent="-285750" algn="ctr">
            <a:defRPr sz="4700"/>
          </a:lvl6pPr>
          <a:lvl7pPr marL="1714500" indent="-285750" algn="ctr">
            <a:defRPr sz="4700"/>
          </a:lvl7pPr>
          <a:lvl8pPr marL="2000250" indent="-285750" algn="ctr">
            <a:defRPr sz="4700"/>
          </a:lvl8pPr>
          <a:lvl9pPr marL="2286000" indent="-285750" algn="ctr">
            <a:defRPr sz="4700"/>
          </a:lvl9pPr>
        </a:lstStyle>
        <a:p>
          <a:pPr lvl="0" algn="ctr">
            <a:lnSpc>
              <a:spcPct val="100000"/>
            </a:lnSpc>
            <a:spcBef>
              <a:spcPct val="0"/>
            </a:spcBef>
            <a:spcAft>
              <a:spcPct val="35000"/>
            </a:spcAft>
          </a:pPr>
          <a:r>
            <a:rPr lang="zh-CN" altLang="en-US" sz="2400"/>
            <a:t>状态转换图</a:t>
          </a:r>
        </a:p>
      </dsp:txBody>
      <dsp:txXfrm>
        <a:off x="3936899" y="2453805"/>
        <a:ext cx="1080292" cy="1080292"/>
      </dsp:txXfrm>
    </dsp:sp>
    <dsp:sp modelId="{92E77500-009D-4658-A155-B95E405DF223}">
      <dsp:nvSpPr>
        <dsp:cNvPr id="8" name="椭圆 7"/>
        <dsp:cNvSpPr/>
      </dsp:nvSpPr>
      <dsp:spPr bwMode="white">
        <a:xfrm>
          <a:off x="1103489" y="2453805"/>
          <a:ext cx="1080292" cy="1080292"/>
        </a:xfrm>
        <a:prstGeom prst="ellipse">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lIns="30480" tIns="30480" rIns="30480" bIns="30480" anchor="ctr"/>
        <a:lstStyle>
          <a:lvl1pPr algn="ctr">
            <a:defRPr sz="6100"/>
          </a:lvl1pPr>
          <a:lvl2pPr marL="285750" indent="-285750" algn="ctr">
            <a:defRPr sz="4700"/>
          </a:lvl2pPr>
          <a:lvl3pPr marL="571500" indent="-285750" algn="ctr">
            <a:defRPr sz="4700"/>
          </a:lvl3pPr>
          <a:lvl4pPr marL="857250" indent="-285750" algn="ctr">
            <a:defRPr sz="4700"/>
          </a:lvl4pPr>
          <a:lvl5pPr marL="1143000" indent="-285750" algn="ctr">
            <a:defRPr sz="4700"/>
          </a:lvl5pPr>
          <a:lvl6pPr marL="1428750" indent="-285750" algn="ctr">
            <a:defRPr sz="4700"/>
          </a:lvl6pPr>
          <a:lvl7pPr marL="1714500" indent="-285750" algn="ctr">
            <a:defRPr sz="4700"/>
          </a:lvl7pPr>
          <a:lvl8pPr marL="2000250" indent="-285750" algn="ctr">
            <a:defRPr sz="4700"/>
          </a:lvl8pPr>
          <a:lvl9pPr marL="2286000" indent="-285750" algn="ctr">
            <a:defRPr sz="4700"/>
          </a:lvl9pPr>
        </a:lstStyle>
        <a:p>
          <a:pPr lvl="0" algn="ctr">
            <a:lnSpc>
              <a:spcPct val="100000"/>
            </a:lnSpc>
            <a:spcBef>
              <a:spcPct val="0"/>
            </a:spcBef>
            <a:spcAft>
              <a:spcPct val="35000"/>
            </a:spcAft>
          </a:pPr>
          <a:r>
            <a:rPr lang="zh-CN" altLang="en-US" sz="2400"/>
            <a:t>实体关系图</a:t>
          </a:r>
        </a:p>
      </dsp:txBody>
      <dsp:txXfrm>
        <a:off x="1103489" y="2453805"/>
        <a:ext cx="1080292" cy="1080292"/>
      </dsp:txXfrm>
    </dsp:sp>
  </dsp:spTree>
</dsp:drawing>
</file>

<file path=ppt/diagrams/layout1.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type="triangle" r:blip="" rot="180">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type="triangle" r:blip="" rot="180">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type="triangle" r:blip="" rot="180">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2.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type="triangle" r:blip="" rot="180">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type="triangle" r:blip="" rot="180">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type="triangle" r:blip="" rot="180">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3.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type="triangle" r:blip="" rot="180">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type="triangle" r:blip="" rot="180">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type="triangle" r:blip="" rot="180">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4.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type="triangle" r:blip="" rot="180">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type="triangle" r:blip="" rot="180">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type="triangle" r:blip="" rot="180">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5.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type="triangle" r:blip="" rot="180">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type="triangle" r:blip="" rot="180">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type="triangle" r:blip="" rot="180">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6.xml><?xml version="1.0" encoding="utf-8"?>
<dgm:layoutDef xmlns:dgm="http://schemas.openxmlformats.org/drawingml/2006/diagram" xmlns:a="http://schemas.openxmlformats.org/drawingml/2006/main" uniqueId="urn:microsoft.com/office/officeart/2005/8/layout/radial6#1">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dstNode" val="node"/>
                    <dgm:param type="begSty" val="noArr"/>
                    <dgm:param type="endSty" val="noArr"/>
                    <dgm:param type="connRout" val="curve"/>
                    <dgm:param type="begPts" val="ctr"/>
                    <dgm:param type="endPts" val="ctr"/>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srcNode" val="dummyConnPt"/>
                    <dgm:param type="dstNode" val="dummyConnPt"/>
                    <dgm:param type="begSty" val="noArr"/>
                    <dgm:param type="endSty" val="noArr"/>
                    <dgm:param type="connRout" val="longCurve"/>
                    <dgm:param type="begPts" val="bCtr"/>
                    <dgm:param type="endPts" val="tCtr"/>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772" name="Rectangle 4"/>
          <p:cNvSpPr>
            <a:spLocks noGrp="1" noRot="1"/>
          </p:cNvSpPr>
          <p:nvPr>
            <p:ph type="sldImg" idx="2"/>
          </p:nvPr>
        </p:nvSpPr>
        <p:spPr>
          <a:xfrm>
            <a:off x="1143000" y="685800"/>
            <a:ext cx="4572000" cy="3429000"/>
          </a:xfrm>
          <a:prstGeom prst="rect">
            <a:avLst/>
          </a:prstGeom>
          <a:noFill/>
          <a:ln w="9525">
            <a:noFill/>
          </a:ln>
        </p:spPr>
      </p:sp>
      <p:sp>
        <p:nvSpPr>
          <p:cNvPr id="3077" name="Rectangle 5"/>
          <p:cNvSpPr>
            <a:spLocks noGrp="1" noRot="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78641D1-2FA0-454A-97DD-60D820CBCCE6}" type="slidenum">
              <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幻灯片图像占位符 1"/>
          <p:cNvSpPr>
            <a:spLocks noGrp="1" noRot="1" noChangeAspect="1" noTextEdit="1"/>
          </p:cNvSpPr>
          <p:nvPr>
            <p:ph type="sldImg"/>
          </p:nvPr>
        </p:nvSpPr>
        <p:spPr>
          <a:ln/>
        </p:spPr>
      </p:sp>
      <p:sp>
        <p:nvSpPr>
          <p:cNvPr id="35843"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3584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3074" name="Picture 4" descr="cover_01"/>
          <p:cNvPicPr>
            <a:picLocks noChangeAspect="1"/>
          </p:cNvPicPr>
          <p:nvPr/>
        </p:nvPicPr>
        <p:blipFill>
          <a:blip r:embed="rId2"/>
          <a:stretch>
            <a:fillRect/>
          </a:stretch>
        </p:blipFill>
        <p:spPr>
          <a:xfrm>
            <a:off x="-26987" y="0"/>
            <a:ext cx="7380287" cy="6858000"/>
          </a:xfrm>
          <a:prstGeom prst="rect">
            <a:avLst/>
          </a:prstGeom>
          <a:noFill/>
          <a:ln w="9525">
            <a:noFill/>
          </a:ln>
        </p:spPr>
      </p:pic>
      <p:sp>
        <p:nvSpPr>
          <p:cNvPr id="2050" name="Rectangle 2"/>
          <p:cNvSpPr>
            <a:spLocks noGrp="1" noChangeArrowheads="1"/>
          </p:cNvSpPr>
          <p:nvPr>
            <p:ph type="ctrTitle"/>
          </p:nvPr>
        </p:nvSpPr>
        <p:spPr>
          <a:xfrm>
            <a:off x="2555776" y="2132856"/>
            <a:ext cx="6156424" cy="673844"/>
          </a:xfrm>
          <a:effectLst>
            <a:outerShdw dist="17961" dir="2700000" algn="ctr" rotWithShape="0">
              <a:srgbClr val="777777"/>
            </a:outerShdw>
          </a:effectLst>
        </p:spPr>
        <p:txBody>
          <a:bodyPr/>
          <a:lstStyle>
            <a:lvl1pPr>
              <a:defRPr sz="4400">
                <a:solidFill>
                  <a:schemeClr val="accent2"/>
                </a:solidFill>
                <a:latin typeface="Arial" panose="020B0604020202020204" pitchFamily="34" charset="0"/>
              </a:defRPr>
            </a:lvl1pPr>
          </a:lstStyle>
          <a:p>
            <a:pPr lvl="0"/>
            <a:endParaRPr lang="zh-CN" altLang="zh-CN" noProof="0"/>
          </a:p>
        </p:txBody>
      </p:sp>
      <p:sp>
        <p:nvSpPr>
          <p:cNvPr id="2051" name="Rectangle 3"/>
          <p:cNvSpPr>
            <a:spLocks noGrp="1" noChangeArrowheads="1"/>
          </p:cNvSpPr>
          <p:nvPr>
            <p:ph type="subTitle" idx="1"/>
          </p:nvPr>
        </p:nvSpPr>
        <p:spPr>
          <a:xfrm>
            <a:off x="3923928" y="3212976"/>
            <a:ext cx="3744416" cy="864096"/>
          </a:xfrm>
        </p:spPr>
        <p:txBody>
          <a:bodyPr/>
          <a:lstStyle>
            <a:lvl1pPr marL="0" indent="0" algn="ctr">
              <a:lnSpc>
                <a:spcPct val="100000"/>
              </a:lnSpc>
              <a:spcBef>
                <a:spcPct val="0"/>
              </a:spcBef>
              <a:buClrTx/>
              <a:buSzTx/>
              <a:buFontTx/>
              <a:buNone/>
              <a:defRPr sz="2800" b="1">
                <a:effectLst>
                  <a:outerShdw blurRad="38100" dist="38100" dir="2700000" algn="tl">
                    <a:srgbClr val="C0C0C0"/>
                  </a:outerShdw>
                </a:effectLst>
              </a:defRPr>
            </a:lvl1pPr>
          </a:lstStyle>
          <a:p>
            <a:pPr lvl="0"/>
            <a:r>
              <a:rPr lang="zh-CN" noProof="0" dirty="0"/>
              <a:t>单击此处编辑母版副标题样式</a:t>
            </a:r>
            <a:endParaRPr lang="zh-CN" noProof="0"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27584" y="1380248"/>
            <a:ext cx="7391400" cy="2283702"/>
          </a:xfrm>
        </p:spPr>
        <p:txBody>
          <a:bodyPr/>
          <a:lstStyle>
            <a:lvl1pPr>
              <a:defRPr sz="2400">
                <a:latin typeface="华文中宋" panose="02010600040101010101" pitchFamily="2" charset="-122"/>
                <a:ea typeface="华文中宋" panose="02010600040101010101" pitchFamily="2" charset="-122"/>
              </a:defRPr>
            </a:lvl1pPr>
            <a:lvl2pPr>
              <a:defRPr sz="2000">
                <a:latin typeface="华文中宋" panose="02010600040101010101" pitchFamily="2" charset="-122"/>
                <a:ea typeface="华文中宋" panose="02010600040101010101" pitchFamily="2" charset="-122"/>
              </a:defRPr>
            </a:lvl2pPr>
            <a:lvl3pPr>
              <a:defRPr sz="1800">
                <a:latin typeface="华文中宋" panose="02010600040101010101" pitchFamily="2" charset="-122"/>
                <a:ea typeface="华文中宋" panose="02010600040101010101" pitchFamily="2" charset="-122"/>
              </a:defRPr>
            </a:lvl3pPr>
            <a:lvl4pPr>
              <a:defRPr sz="1600">
                <a:latin typeface="华文中宋" panose="02010600040101010101" pitchFamily="2" charset="-122"/>
                <a:ea typeface="华文中宋" panose="02010600040101010101" pitchFamily="2" charset="-122"/>
              </a:defRPr>
            </a:lvl4pPr>
            <a:lvl5pPr>
              <a:defRPr sz="1400">
                <a:latin typeface="华文中宋" panose="02010600040101010101" pitchFamily="2" charset="-122"/>
                <a:ea typeface="华文中宋" panose="02010600040101010101" pitchFamily="2"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B7D6B5AA-64E0-4647-A949-21AF575C4C90}"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155B9404-A40C-4925-B3F0-61CF3043245D}"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863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89DF2373-E0C9-4431-8FE3-15A8F053CF07}"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1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04253764-EC4F-48A3-9AAB-FAE42AC91DBE}"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21E36B5D-058A-4304-9BA4-783FDFA55BFF}"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C71AAC77-EF52-428D-8D5C-31CE388A6D02}"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D2D57340-705A-4E6B-847C-2712ACF2BB0B}"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529770F7-FE81-4495-9FCB-CE4224CD3A24}"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022BBA48-A497-4912-A5BE-BB477FE5BF30}"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18263" y="260350"/>
            <a:ext cx="1887537" cy="324167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0" y="260350"/>
            <a:ext cx="5510213" cy="324167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A750A36E-5086-4A1B-B25F-094F2A905E0B}"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914400" y="1524000"/>
            <a:ext cx="3619500" cy="19780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86300" y="1524000"/>
            <a:ext cx="3619500" cy="19780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5FF0D396-27A9-433C-BCB5-7DCE07473EFB}"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sz="quarter"/>
          </p:nvPr>
        </p:nvSpPr>
        <p:spPr>
          <a:xfrm>
            <a:off x="755650" y="260350"/>
            <a:ext cx="7086600" cy="685800"/>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914400" y="1524000"/>
            <a:ext cx="3619500" cy="9128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86300" y="1524000"/>
            <a:ext cx="3619500" cy="9128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914400" y="2589213"/>
            <a:ext cx="3619500" cy="9128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86300" y="2589213"/>
            <a:ext cx="3619500" cy="9128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1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D76F6B7-8162-4CEA-8242-A487B27DE9FB}"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reserve="1">
  <p:cSld name="标题和内容在文本之上">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524000"/>
            <a:ext cx="7391400" cy="9128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914400" y="2589213"/>
            <a:ext cx="7391400" cy="9128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13ECE22E-90F2-4295-9665-18DD29A20E1B}"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reserve="1">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755650" y="260350"/>
            <a:ext cx="7550150" cy="3241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D552E73-2981-40CE-B4B1-30E68A5B93E8}"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20" name="矩形 19"/>
          <p:cNvSpPr/>
          <p:nvPr/>
        </p:nvSpPr>
        <p:spPr>
          <a:xfrm flipV="1">
            <a:off x="5410200" y="3810000"/>
            <a:ext cx="3733800" cy="90488"/>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30000"/>
              </a:lnSpc>
              <a:spcBef>
                <a:spcPct val="20000"/>
              </a:spcBef>
              <a:spcAft>
                <a:spcPct val="0"/>
              </a:spcAft>
              <a:buClrTx/>
              <a:buSzTx/>
              <a:buFontTx/>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21" name="矩形 20"/>
          <p:cNvSpPr/>
          <p:nvPr/>
        </p:nvSpPr>
        <p:spPr>
          <a:xfrm flipV="1">
            <a:off x="5410200" y="3897313"/>
            <a:ext cx="3733800" cy="192088"/>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30000"/>
              </a:lnSpc>
              <a:spcBef>
                <a:spcPct val="20000"/>
              </a:spcBef>
              <a:spcAft>
                <a:spcPct val="0"/>
              </a:spcAft>
              <a:buClrTx/>
              <a:buSzTx/>
              <a:buFontTx/>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22" name="矩形 21"/>
          <p:cNvSpPr/>
          <p:nvPr/>
        </p:nvSpPr>
        <p:spPr>
          <a:xfrm flipV="1">
            <a:off x="5410200" y="4114800"/>
            <a:ext cx="3733800"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30000"/>
              </a:lnSpc>
              <a:spcBef>
                <a:spcPct val="20000"/>
              </a:spcBef>
              <a:spcAft>
                <a:spcPct val="0"/>
              </a:spcAft>
              <a:buClrTx/>
              <a:buSzTx/>
              <a:buFontTx/>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24" name="矩形 23"/>
          <p:cNvSpPr/>
          <p:nvPr/>
        </p:nvSpPr>
        <p:spPr>
          <a:xfrm flipV="1">
            <a:off x="5410200" y="4164013"/>
            <a:ext cx="1965325" cy="19050"/>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30000"/>
              </a:lnSpc>
              <a:spcBef>
                <a:spcPct val="20000"/>
              </a:spcBef>
              <a:spcAft>
                <a:spcPct val="0"/>
              </a:spcAft>
              <a:buClrTx/>
              <a:buSzTx/>
              <a:buFontTx/>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25" name="矩形 24"/>
          <p:cNvSpPr/>
          <p:nvPr/>
        </p:nvSpPr>
        <p:spPr>
          <a:xfrm flipV="1">
            <a:off x="5410200" y="4198938"/>
            <a:ext cx="1965325"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30000"/>
              </a:lnSpc>
              <a:spcBef>
                <a:spcPct val="20000"/>
              </a:spcBef>
              <a:spcAft>
                <a:spcPct val="0"/>
              </a:spcAft>
              <a:buClrTx/>
              <a:buSzTx/>
              <a:buFontTx/>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useBgFill="1">
        <p:nvSpPr>
          <p:cNvPr id="26" name="圆角矩形 25"/>
          <p:cNvSpPr/>
          <p:nvPr/>
        </p:nvSpPr>
        <p:spPr bwMode="white">
          <a:xfrm>
            <a:off x="5410200" y="3962400"/>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30000"/>
              </a:lnSpc>
              <a:spcBef>
                <a:spcPct val="20000"/>
              </a:spcBef>
              <a:spcAft>
                <a:spcPct val="0"/>
              </a:spcAft>
              <a:buClrTx/>
              <a:buSzTx/>
              <a:buFontTx/>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useBgFill="1">
        <p:nvSpPr>
          <p:cNvPr id="27" name="圆角矩形 26"/>
          <p:cNvSpPr/>
          <p:nvPr/>
        </p:nvSpPr>
        <p:spPr bwMode="white">
          <a:xfrm>
            <a:off x="7377113" y="4060825"/>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30000"/>
              </a:lnSpc>
              <a:spcBef>
                <a:spcPct val="20000"/>
              </a:spcBef>
              <a:spcAft>
                <a:spcPct val="0"/>
              </a:spcAft>
              <a:buClrTx/>
              <a:buSzTx/>
              <a:buFontTx/>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41" name="矩形 40"/>
          <p:cNvSpPr/>
          <p:nvPr/>
        </p:nvSpPr>
        <p:spPr>
          <a:xfrm>
            <a:off x="0" y="3649663"/>
            <a:ext cx="9144000" cy="2444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30000"/>
              </a:lnSpc>
              <a:spcBef>
                <a:spcPct val="20000"/>
              </a:spcBef>
              <a:spcAft>
                <a:spcPct val="0"/>
              </a:spcAft>
              <a:buClrTx/>
              <a:buSzTx/>
              <a:buFontTx/>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42" name="矩形 41"/>
          <p:cNvSpPr/>
          <p:nvPr/>
        </p:nvSpPr>
        <p:spPr>
          <a:xfrm>
            <a:off x="0" y="3675063"/>
            <a:ext cx="9144000" cy="141288"/>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30000"/>
              </a:lnSpc>
              <a:spcBef>
                <a:spcPct val="20000"/>
              </a:spcBef>
              <a:spcAft>
                <a:spcPct val="0"/>
              </a:spcAft>
              <a:buClrTx/>
              <a:buSzTx/>
              <a:buFontTx/>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43" name="矩形 42"/>
          <p:cNvSpPr/>
          <p:nvPr/>
        </p:nvSpPr>
        <p:spPr>
          <a:xfrm flipV="1">
            <a:off x="6413500" y="3643313"/>
            <a:ext cx="2730500" cy="247650"/>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30000"/>
              </a:lnSpc>
              <a:spcBef>
                <a:spcPct val="20000"/>
              </a:spcBef>
              <a:spcAft>
                <a:spcPct val="0"/>
              </a:spcAft>
              <a:buClrTx/>
              <a:buSzTx/>
              <a:buFontTx/>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44" name="矩形 43"/>
          <p:cNvSpPr/>
          <p:nvPr/>
        </p:nvSpPr>
        <p:spPr>
          <a:xfrm>
            <a:off x="0" y="0"/>
            <a:ext cx="9144000" cy="37020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30000"/>
              </a:lnSpc>
              <a:spcBef>
                <a:spcPct val="20000"/>
              </a:spcBef>
              <a:spcAft>
                <a:spcPct val="0"/>
              </a:spcAft>
              <a:buClrTx/>
              <a:buSzTx/>
              <a:buFontTx/>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8" name="标题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lang="zh-CN" altLang="en-US" noProof="1"/>
              <a:t>单击此处编辑母版标题样式</a:t>
            </a:r>
            <a:endParaRPr lang="en-US" noProof="1"/>
          </a:p>
        </p:txBody>
      </p:sp>
      <p:sp>
        <p:nvSpPr>
          <p:cNvPr id="9" name="副标题 8"/>
          <p:cNvSpPr>
            <a:spLocks noGrp="1"/>
          </p:cNvSpPr>
          <p:nvPr>
            <p:ph type="subTitle" idx="1"/>
          </p:nvPr>
        </p:nvSpPr>
        <p:spPr>
          <a:xfrm>
            <a:off x="457200" y="3899938"/>
            <a:ext cx="4953000" cy="1752600"/>
          </a:xfrm>
        </p:spPr>
        <p:txBody>
          <a:bodyPr/>
          <a:lstStyle>
            <a:lvl1pPr marL="64135"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noProof="1"/>
              <a:t>单击此处编辑母版副标题样式</a:t>
            </a:r>
            <a:endParaRPr lang="en-US" noProof="1"/>
          </a:p>
        </p:txBody>
      </p:sp>
      <p:sp>
        <p:nvSpPr>
          <p:cNvPr id="45" name="日期占位符 27"/>
          <p:cNvSpPr>
            <a:spLocks noGrp="1"/>
          </p:cNvSpPr>
          <p:nvPr>
            <p:ph type="dt" sz="half" idx="2"/>
          </p:nvPr>
        </p:nvSpPr>
        <p:spPr>
          <a:xfrm>
            <a:off x="6705600" y="4206875"/>
            <a:ext cx="960438" cy="457200"/>
          </a:xfrm>
          <a:prstGeom prst="rect">
            <a:avLst/>
          </a:prstGeom>
        </p:spPr>
        <p:txBody>
          <a:bodyPr vert="horz"/>
          <a:lstStyle>
            <a:lvl1pPr algn="l">
              <a:defRPr/>
            </a:lvl1pPr>
          </a:lstStyle>
          <a:p>
            <a:pPr marL="0" marR="0" lvl="0" indent="0" algn="l" defTabSz="914400" rtl="0" eaLnBrk="1" fontAlgn="base" latinLnBrk="0" hangingPunct="1">
              <a:lnSpc>
                <a:spcPct val="130000"/>
              </a:lnSpc>
              <a:spcBef>
                <a:spcPct val="20000"/>
              </a:spcBef>
              <a:spcAft>
                <a:spcPct val="0"/>
              </a:spcAft>
              <a:buClrTx/>
              <a:buSzTx/>
              <a:buFontTx/>
              <a:buNone/>
              <a:defRPr/>
            </a:pPr>
            <a:fld id="{F33C6649-3379-4010-9200-5F0CCAF65CF6}" type="datetime1">
              <a:rPr kumimoji="0" lang="en-US" altLang="zh-CN"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rPr>
            </a:fld>
            <a:endParaRPr kumimoji="0" lang="en-US" sz="800" b="1" i="0" u="none" strike="noStrike" kern="1200" cap="none" spc="0" normalizeH="0" baseline="0" noProof="0" dirty="0">
              <a:ln>
                <a:noFill/>
              </a:ln>
              <a:solidFill>
                <a:schemeClr val="accent2"/>
              </a:solidFill>
              <a:effectLst/>
              <a:uLnTx/>
              <a:uFillTx/>
              <a:latin typeface="华文中宋" panose="02010600040101010101" pitchFamily="2" charset="-122"/>
              <a:ea typeface="楷体_GB2312" pitchFamily="49" charset="-122"/>
              <a:cs typeface="+mn-cs"/>
            </a:endParaRPr>
          </a:p>
        </p:txBody>
      </p:sp>
      <p:sp>
        <p:nvSpPr>
          <p:cNvPr id="46" name="页脚占位符 16"/>
          <p:cNvSpPr>
            <a:spLocks noGrp="1"/>
          </p:cNvSpPr>
          <p:nvPr>
            <p:ph type="ftr" sz="quarter" idx="3"/>
          </p:nvPr>
        </p:nvSpPr>
        <p:spPr>
          <a:xfrm>
            <a:off x="5410200" y="4205288"/>
            <a:ext cx="1295400" cy="457200"/>
          </a:xfrm>
          <a:prstGeom prst="rect">
            <a:avLst/>
          </a:prstGeom>
        </p:spPr>
        <p:txBody>
          <a:bodyPr vert="horz"/>
          <a:lstStyle>
            <a:lvl1pPr algn="r">
              <a:defRPr>
                <a:solidFill>
                  <a:schemeClr val="accent2"/>
                </a:solidFill>
              </a:defRPr>
            </a:lvl1pPr>
          </a:lstStyle>
          <a:p>
            <a:pPr marL="0" marR="0" lvl="0" indent="0" algn="r" defTabSz="914400" rtl="0" eaLnBrk="1" fontAlgn="base" latinLnBrk="0" hangingPunct="1">
              <a:lnSpc>
                <a:spcPct val="130000"/>
              </a:lnSpc>
              <a:spcBef>
                <a:spcPct val="20000"/>
              </a:spcBef>
              <a:spcAft>
                <a:spcPct val="0"/>
              </a:spcAft>
              <a:buClrTx/>
              <a:buSzTx/>
              <a:buFontTx/>
              <a:buNone/>
              <a:defRPr/>
            </a:pPr>
            <a:endParaRPr kumimoji="0" lang="en-US"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endParaRPr>
          </a:p>
        </p:txBody>
      </p:sp>
      <p:sp>
        <p:nvSpPr>
          <p:cNvPr id="47" name="灯片编号占位符 28"/>
          <p:cNvSpPr>
            <a:spLocks noGrp="1"/>
          </p:cNvSpPr>
          <p:nvPr>
            <p:ph type="sldNum" sz="quarter" idx="4"/>
          </p:nvPr>
        </p:nvSpPr>
        <p:spPr>
          <a:xfrm>
            <a:off x="8320088" y="1588"/>
            <a:ext cx="747713" cy="365125"/>
          </a:xfrm>
          <a:prstGeom prst="rect">
            <a:avLst/>
          </a:prstGeom>
        </p:spPr>
        <p:txBody>
          <a:bodyPr vert="horz" anchor="b"/>
          <a:lstStyle>
            <a:lvl1pPr algn="r">
              <a:defRPr>
                <a:solidFill>
                  <a:schemeClr val="bg1"/>
                </a:solidFill>
              </a:defRPr>
            </a:lvl1pPr>
          </a:lstStyle>
          <a:p>
            <a:pPr marL="0" marR="0" lvl="0" indent="0" algn="r" defTabSz="914400" rtl="0" eaLnBrk="1" fontAlgn="base" latinLnBrk="0" hangingPunct="1">
              <a:lnSpc>
                <a:spcPct val="130000"/>
              </a:lnSpc>
              <a:spcBef>
                <a:spcPct val="20000"/>
              </a:spcBef>
              <a:spcAft>
                <a:spcPct val="0"/>
              </a:spcAft>
              <a:buClrTx/>
              <a:buSzTx/>
              <a:buFontTx/>
              <a:buNone/>
              <a:defRPr/>
            </a:pPr>
            <a:fld id="{040592D9-5DA8-483B-908B-61FAE20090B2}" type="slidenum">
              <a:rPr kumimoji="0" lang="en-US" altLang="zh-CN" sz="1800" b="1" i="0" u="none" strike="noStrike" kern="1200" cap="none" spc="0" normalizeH="0" baseline="0" noProof="1">
                <a:ln>
                  <a:noFill/>
                </a:ln>
                <a:solidFill>
                  <a:schemeClr val="bg1"/>
                </a:solidFill>
                <a:effectLst/>
                <a:uLnTx/>
                <a:uFillTx/>
                <a:latin typeface="华文中宋" panose="02010600040101010101" pitchFamily="2" charset="-122"/>
                <a:ea typeface="楷体_GB2312" pitchFamily="49" charset="-122"/>
                <a:cs typeface="+mn-cs"/>
              </a:rPr>
            </a:fld>
            <a:endParaRPr kumimoji="0" lang="en-US" altLang="zh-CN" sz="1800" b="1" i="0" u="none" strike="noStrike" kern="1200" cap="none" spc="0" normalizeH="0" baseline="0" noProof="1">
              <a:ln>
                <a:noFill/>
              </a:ln>
              <a:solidFill>
                <a:schemeClr val="bg1"/>
              </a:solidFill>
              <a:effectLst/>
              <a:uLnTx/>
              <a:uFillTx/>
              <a:latin typeface="华文中宋" panose="02010600040101010101" pitchFamily="2" charset="-122"/>
              <a:ea typeface="楷体_GB2312" pitchFamily="49"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20" name="日期占位符 3"/>
          <p:cNvSpPr>
            <a:spLocks noGrp="1"/>
          </p:cNvSpPr>
          <p:nvPr>
            <p:ph type="dt" sz="half" idx="2"/>
          </p:nvPr>
        </p:nvSpPr>
        <p:spPr>
          <a:xfrm>
            <a:off x="6586538" y="612775"/>
            <a:ext cx="957263" cy="457200"/>
          </a:xfrm>
          <a:prstGeom prst="rect">
            <a:avLst/>
          </a:prstGeom>
        </p:spPr>
        <p:txBody>
          <a:bodyPr vert="horz"/>
          <a:lstStyle>
            <a:lvl1pPr>
              <a:defRPr/>
            </a:lvl1pPr>
          </a:lstStyle>
          <a:p>
            <a:pPr marL="0" marR="0" lvl="0" indent="0" algn="r" defTabSz="914400" rtl="0" eaLnBrk="1" fontAlgn="base" latinLnBrk="0" hangingPunct="1">
              <a:lnSpc>
                <a:spcPct val="130000"/>
              </a:lnSpc>
              <a:spcBef>
                <a:spcPct val="20000"/>
              </a:spcBef>
              <a:spcAft>
                <a:spcPct val="0"/>
              </a:spcAft>
              <a:buClrTx/>
              <a:buSzTx/>
              <a:buFontTx/>
              <a:buNone/>
              <a:defRPr/>
            </a:pPr>
            <a:fld id="{A94E5E88-6013-4A6E-A8F7-28B2343030F2}" type="datetime1">
              <a:rPr kumimoji="0" lang="en-US" altLang="zh-CN"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rPr>
            </a:fld>
            <a:endParaRPr kumimoji="0" lang="en-US"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endParaRPr>
          </a:p>
        </p:txBody>
      </p:sp>
      <p:sp>
        <p:nvSpPr>
          <p:cNvPr id="21" name="页脚占位符 4"/>
          <p:cNvSpPr>
            <a:spLocks noGrp="1"/>
          </p:cNvSpPr>
          <p:nvPr>
            <p:ph type="ftr" sz="quarter" idx="3"/>
          </p:nvPr>
        </p:nvSpPr>
        <p:spPr>
          <a:xfrm>
            <a:off x="5257800" y="612775"/>
            <a:ext cx="1325563" cy="457200"/>
          </a:xfrm>
          <a:prstGeom prst="rect">
            <a:avLst/>
          </a:prstGeom>
        </p:spPr>
        <p:txBody>
          <a:bodyPr vert="horz"/>
          <a:lstStyle>
            <a:lvl1pPr algn="r">
              <a:defRPr>
                <a:solidFill>
                  <a:schemeClr val="accent2"/>
                </a:solidFill>
              </a:defRPr>
            </a:lvl1pPr>
          </a:lstStyle>
          <a:p>
            <a:pPr marL="0" marR="0" lvl="0" indent="0" algn="r" defTabSz="914400" rtl="0" eaLnBrk="1" fontAlgn="base" latinLnBrk="0" hangingPunct="1">
              <a:lnSpc>
                <a:spcPct val="130000"/>
              </a:lnSpc>
              <a:spcBef>
                <a:spcPct val="20000"/>
              </a:spcBef>
              <a:spcAft>
                <a:spcPct val="0"/>
              </a:spcAft>
              <a:buClrTx/>
              <a:buSzTx/>
              <a:buFontTx/>
              <a:buNone/>
              <a:defRPr/>
            </a:pPr>
            <a:endParaRPr kumimoji="0" lang="en-US"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endParaRPr>
          </a:p>
        </p:txBody>
      </p:sp>
      <p:sp>
        <p:nvSpPr>
          <p:cNvPr id="22" name="灯片编号占位符 5"/>
          <p:cNvSpPr>
            <a:spLocks noGrp="1"/>
          </p:cNvSpPr>
          <p:nvPr>
            <p:ph type="sldNum" sz="quarter" idx="4"/>
          </p:nvPr>
        </p:nvSpPr>
        <p:spPr>
          <a:xfrm>
            <a:off x="8174038" y="1588"/>
            <a:ext cx="762000" cy="366713"/>
          </a:xfrm>
          <a:prstGeom prst="rect">
            <a:avLst/>
          </a:prstGeom>
        </p:spPr>
        <p:txBody>
          <a:bodyPr vert="horz" anchor="b"/>
          <a:lstStyle>
            <a:lvl1pPr>
              <a:defRPr/>
            </a:lvl1pPr>
          </a:lstStyle>
          <a:p>
            <a:pPr marL="0" marR="0" lvl="0" indent="0" algn="ctr" defTabSz="914400" rtl="0" eaLnBrk="1" fontAlgn="base" latinLnBrk="0" hangingPunct="1">
              <a:lnSpc>
                <a:spcPct val="130000"/>
              </a:lnSpc>
              <a:spcBef>
                <a:spcPct val="20000"/>
              </a:spcBef>
              <a:spcAft>
                <a:spcPct val="0"/>
              </a:spcAft>
              <a:buClrTx/>
              <a:buSzTx/>
              <a:buFontTx/>
              <a:buNone/>
              <a:defRPr/>
            </a:pPr>
            <a:fld id="{F3109626-6771-48BC-9993-A5812D2EC6EF}" type="slidenum">
              <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rPr>
            </a:fld>
            <a:endPar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lang="zh-CN" altLang="en-US" noProof="1"/>
              <a:t>单击此处编辑母版标题样式</a:t>
            </a:r>
            <a:endParaRPr lang="en-US" noProof="1"/>
          </a:p>
        </p:txBody>
      </p:sp>
      <p:sp>
        <p:nvSpPr>
          <p:cNvPr id="3" name="文本占位符 2"/>
          <p:cNvSpPr>
            <a:spLocks noGrp="1"/>
          </p:cNvSpPr>
          <p:nvPr>
            <p:ph type="body" idx="1"/>
          </p:nvPr>
        </p:nvSpPr>
        <p:spPr>
          <a:xfrm>
            <a:off x="722313" y="3367088"/>
            <a:ext cx="7772400" cy="1509712"/>
          </a:xfrm>
        </p:spPr>
        <p:txBody>
          <a:bodyPr/>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noProof="1"/>
              <a:t>单击此处编辑母版文本样式</a:t>
            </a:r>
            <a:endParaRPr lang="zh-CN" altLang="en-US" noProof="1"/>
          </a:p>
        </p:txBody>
      </p:sp>
      <p:sp>
        <p:nvSpPr>
          <p:cNvPr id="20" name="日期占位符 3"/>
          <p:cNvSpPr>
            <a:spLocks noGrp="1"/>
          </p:cNvSpPr>
          <p:nvPr>
            <p:ph type="dt" sz="half" idx="2"/>
          </p:nvPr>
        </p:nvSpPr>
        <p:spPr>
          <a:xfrm>
            <a:off x="6586538" y="612775"/>
            <a:ext cx="957263" cy="457200"/>
          </a:xfrm>
          <a:prstGeom prst="rect">
            <a:avLst/>
          </a:prstGeom>
        </p:spPr>
        <p:txBody>
          <a:bodyPr vert="horz"/>
          <a:lstStyle>
            <a:lvl1pPr algn="l">
              <a:defRPr/>
            </a:lvl1pPr>
          </a:lstStyle>
          <a:p>
            <a:pPr marL="0" marR="0" lvl="0" indent="0" algn="l" defTabSz="914400" rtl="0" eaLnBrk="1" fontAlgn="base" latinLnBrk="0" hangingPunct="1">
              <a:lnSpc>
                <a:spcPct val="130000"/>
              </a:lnSpc>
              <a:spcBef>
                <a:spcPct val="20000"/>
              </a:spcBef>
              <a:spcAft>
                <a:spcPct val="0"/>
              </a:spcAft>
              <a:buClrTx/>
              <a:buSzTx/>
              <a:buFontTx/>
              <a:buNone/>
              <a:defRPr/>
            </a:pPr>
            <a:fld id="{48FE12CB-DE76-4B26-AE52-4FBFE588198E}" type="datetime1">
              <a:rPr kumimoji="0" lang="en-US" altLang="zh-CN"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rPr>
            </a:fld>
            <a:endParaRPr kumimoji="0" lang="en-US"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endParaRPr>
          </a:p>
        </p:txBody>
      </p:sp>
      <p:sp>
        <p:nvSpPr>
          <p:cNvPr id="21" name="页脚占位符 4"/>
          <p:cNvSpPr>
            <a:spLocks noGrp="1"/>
          </p:cNvSpPr>
          <p:nvPr>
            <p:ph type="ftr" sz="quarter" idx="3"/>
          </p:nvPr>
        </p:nvSpPr>
        <p:spPr>
          <a:xfrm>
            <a:off x="5257800" y="612775"/>
            <a:ext cx="1325563" cy="457200"/>
          </a:xfrm>
          <a:prstGeom prst="rect">
            <a:avLst/>
          </a:prstGeom>
        </p:spPr>
        <p:txBody>
          <a:bodyPr vert="horz"/>
          <a:lstStyle>
            <a:lvl1pPr algn="r">
              <a:defRPr>
                <a:solidFill>
                  <a:schemeClr val="accent2"/>
                </a:solidFill>
              </a:defRPr>
            </a:lvl1pPr>
          </a:lstStyle>
          <a:p>
            <a:pPr marL="0" marR="0" lvl="0" indent="0" algn="r" defTabSz="914400" rtl="0" eaLnBrk="1" fontAlgn="base" latinLnBrk="0" hangingPunct="1">
              <a:lnSpc>
                <a:spcPct val="130000"/>
              </a:lnSpc>
              <a:spcBef>
                <a:spcPct val="20000"/>
              </a:spcBef>
              <a:spcAft>
                <a:spcPct val="0"/>
              </a:spcAft>
              <a:buClrTx/>
              <a:buSzTx/>
              <a:buFontTx/>
              <a:buNone/>
              <a:defRPr/>
            </a:pPr>
            <a:endParaRPr kumimoji="0" lang="en-US"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endParaRPr>
          </a:p>
        </p:txBody>
      </p:sp>
      <p:sp>
        <p:nvSpPr>
          <p:cNvPr id="22" name="灯片编号占位符 5"/>
          <p:cNvSpPr>
            <a:spLocks noGrp="1"/>
          </p:cNvSpPr>
          <p:nvPr>
            <p:ph type="sldNum" sz="quarter" idx="4"/>
          </p:nvPr>
        </p:nvSpPr>
        <p:spPr>
          <a:xfrm>
            <a:off x="8174038" y="1588"/>
            <a:ext cx="762000" cy="366713"/>
          </a:xfrm>
          <a:prstGeom prst="rect">
            <a:avLst/>
          </a:prstGeom>
        </p:spPr>
        <p:txBody>
          <a:bodyPr vert="horz" anchor="b"/>
          <a:lstStyle>
            <a:lvl1pPr algn="r">
              <a:defRPr/>
            </a:lvl1pPr>
          </a:lstStyle>
          <a:p>
            <a:pPr marL="0" marR="0" lvl="0" indent="0" algn="r" defTabSz="914400" rtl="0" eaLnBrk="1" fontAlgn="base" latinLnBrk="0" hangingPunct="1">
              <a:lnSpc>
                <a:spcPct val="130000"/>
              </a:lnSpc>
              <a:spcBef>
                <a:spcPct val="20000"/>
              </a:spcBef>
              <a:spcAft>
                <a:spcPct val="0"/>
              </a:spcAft>
              <a:buClrTx/>
              <a:buSzTx/>
              <a:buFontTx/>
              <a:buNone/>
              <a:defRPr/>
            </a:pPr>
            <a:fld id="{8A74A4B6-FADB-4BFD-89B9-CB31E5F97626}" type="slidenum">
              <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rPr>
            </a:fld>
            <a:endPar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en-US" noProof="1"/>
          </a:p>
        </p:txBody>
      </p:sp>
      <p:sp>
        <p:nvSpPr>
          <p:cNvPr id="3" name="内容占位符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4" name="内容占位符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20" name="日期占位符 4"/>
          <p:cNvSpPr>
            <a:spLocks noGrp="1"/>
          </p:cNvSpPr>
          <p:nvPr>
            <p:ph type="dt" sz="half" idx="12"/>
          </p:nvPr>
        </p:nvSpPr>
        <p:spPr>
          <a:xfrm>
            <a:off x="6586538" y="612775"/>
            <a:ext cx="957263" cy="457200"/>
          </a:xfrm>
          <a:prstGeom prst="rect">
            <a:avLst/>
          </a:prstGeom>
        </p:spPr>
        <p:txBody>
          <a:bodyPr vert="horz"/>
          <a:lstStyle>
            <a:lvl1pPr algn="l">
              <a:defRPr/>
            </a:lvl1pPr>
          </a:lstStyle>
          <a:p>
            <a:pPr marL="0" marR="0" lvl="0" indent="0" algn="l" defTabSz="914400" rtl="0" eaLnBrk="1" fontAlgn="base" latinLnBrk="0" hangingPunct="1">
              <a:lnSpc>
                <a:spcPct val="130000"/>
              </a:lnSpc>
              <a:spcBef>
                <a:spcPct val="20000"/>
              </a:spcBef>
              <a:spcAft>
                <a:spcPct val="0"/>
              </a:spcAft>
              <a:buClrTx/>
              <a:buSzTx/>
              <a:buFontTx/>
              <a:buNone/>
              <a:defRPr/>
            </a:pPr>
            <a:fld id="{709CD76D-CB32-4BAA-9DDD-8D5B3E8AE804}" type="datetime1">
              <a:rPr kumimoji="0" lang="en-US" altLang="zh-CN"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rPr>
            </a:fld>
            <a:endParaRPr kumimoji="0" lang="en-US"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endParaRPr>
          </a:p>
        </p:txBody>
      </p:sp>
      <p:sp>
        <p:nvSpPr>
          <p:cNvPr id="21" name="页脚占位符 5"/>
          <p:cNvSpPr>
            <a:spLocks noGrp="1"/>
          </p:cNvSpPr>
          <p:nvPr>
            <p:ph type="ftr" sz="quarter" idx="3"/>
          </p:nvPr>
        </p:nvSpPr>
        <p:spPr>
          <a:xfrm>
            <a:off x="5257800" y="612775"/>
            <a:ext cx="1325563" cy="457200"/>
          </a:xfrm>
          <a:prstGeom prst="rect">
            <a:avLst/>
          </a:prstGeom>
        </p:spPr>
        <p:txBody>
          <a:bodyPr vert="horz"/>
          <a:lstStyle>
            <a:lvl1pPr algn="r">
              <a:defRPr>
                <a:solidFill>
                  <a:schemeClr val="accent2"/>
                </a:solidFill>
              </a:defRPr>
            </a:lvl1pPr>
          </a:lstStyle>
          <a:p>
            <a:pPr marL="0" marR="0" lvl="0" indent="0" algn="r" defTabSz="914400" rtl="0" eaLnBrk="1" fontAlgn="base" latinLnBrk="0" hangingPunct="1">
              <a:lnSpc>
                <a:spcPct val="130000"/>
              </a:lnSpc>
              <a:spcBef>
                <a:spcPct val="20000"/>
              </a:spcBef>
              <a:spcAft>
                <a:spcPct val="0"/>
              </a:spcAft>
              <a:buClrTx/>
              <a:buSzTx/>
              <a:buFontTx/>
              <a:buNone/>
              <a:defRPr/>
            </a:pPr>
            <a:endParaRPr kumimoji="0" lang="en-US"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endParaRPr>
          </a:p>
        </p:txBody>
      </p:sp>
      <p:sp>
        <p:nvSpPr>
          <p:cNvPr id="22" name="灯片编号占位符 6"/>
          <p:cNvSpPr>
            <a:spLocks noGrp="1"/>
          </p:cNvSpPr>
          <p:nvPr>
            <p:ph type="sldNum" sz="quarter" idx="4"/>
          </p:nvPr>
        </p:nvSpPr>
        <p:spPr>
          <a:xfrm>
            <a:off x="8174038" y="1588"/>
            <a:ext cx="762000" cy="366713"/>
          </a:xfrm>
          <a:prstGeom prst="rect">
            <a:avLst/>
          </a:prstGeom>
        </p:spPr>
        <p:txBody>
          <a:bodyPr vert="horz" anchor="b"/>
          <a:lstStyle>
            <a:lvl1pPr algn="r">
              <a:defRPr/>
            </a:lvl1pPr>
          </a:lstStyle>
          <a:p>
            <a:pPr marL="0" marR="0" lvl="0" indent="0" algn="r" defTabSz="914400" rtl="0" eaLnBrk="1" fontAlgn="base" latinLnBrk="0" hangingPunct="1">
              <a:lnSpc>
                <a:spcPct val="130000"/>
              </a:lnSpc>
              <a:spcBef>
                <a:spcPct val="20000"/>
              </a:spcBef>
              <a:spcAft>
                <a:spcPct val="0"/>
              </a:spcAft>
              <a:buClrTx/>
              <a:buSzTx/>
              <a:buFontTx/>
              <a:buNone/>
              <a:defRPr/>
            </a:pPr>
            <a:fld id="{0FE9AB7C-697C-4789-A939-D63B2CD3EA32}" type="slidenum">
              <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rPr>
            </a:fld>
            <a:endPar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381000" y="1143000"/>
            <a:ext cx="8382000" cy="1069848"/>
          </a:xfrm>
        </p:spPr>
        <p:txBody>
          <a:bodyPr/>
          <a:lstStyle>
            <a:lvl1pPr>
              <a:defRPr sz="4000" b="0" i="0" cap="none" baseline="0"/>
            </a:lvl1pPr>
          </a:lstStyle>
          <a:p>
            <a:r>
              <a:rPr lang="zh-CN" altLang="en-US" noProof="1"/>
              <a:t>单击此处编辑母版标题样式</a:t>
            </a:r>
            <a:endParaRPr lang="en-US" noProof="1"/>
          </a:p>
        </p:txBody>
      </p:sp>
      <p:sp>
        <p:nvSpPr>
          <p:cNvPr id="3" name="文本占位符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zh-CN" altLang="en-US" noProof="1"/>
              <a:t>单击此处编辑母版文本样式</a:t>
            </a:r>
            <a:endParaRPr lang="zh-CN" altLang="en-US" noProof="1"/>
          </a:p>
        </p:txBody>
      </p:sp>
      <p:sp>
        <p:nvSpPr>
          <p:cNvPr id="4" name="文本占位符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zh-CN" altLang="en-US" noProof="1"/>
              <a:t>单击此处编辑母版文本样式</a:t>
            </a:r>
            <a:endParaRPr lang="zh-CN" altLang="en-US" noProof="1"/>
          </a:p>
        </p:txBody>
      </p:sp>
      <p:sp>
        <p:nvSpPr>
          <p:cNvPr id="5" name="内容占位符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6" name="内容占位符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20" name="日期占位符 25"/>
          <p:cNvSpPr>
            <a:spLocks noGrp="1"/>
          </p:cNvSpPr>
          <p:nvPr>
            <p:ph type="dt" sz="half" idx="12"/>
          </p:nvPr>
        </p:nvSpPr>
        <p:spPr>
          <a:xfrm>
            <a:off x="6586538" y="612775"/>
            <a:ext cx="957263" cy="457200"/>
          </a:xfrm>
          <a:prstGeom prst="rect">
            <a:avLst/>
          </a:prstGeom>
        </p:spPr>
        <p:txBody>
          <a:bodyPr vert="horz" rtlCol="0"/>
          <a:lstStyle>
            <a:lvl1pPr algn="l">
              <a:defRPr/>
            </a:lvl1pPr>
          </a:lstStyle>
          <a:p>
            <a:pPr marL="0" marR="0" lvl="0" indent="0" algn="l" defTabSz="914400" rtl="0" eaLnBrk="1" fontAlgn="base" latinLnBrk="0" hangingPunct="1">
              <a:lnSpc>
                <a:spcPct val="130000"/>
              </a:lnSpc>
              <a:spcBef>
                <a:spcPct val="20000"/>
              </a:spcBef>
              <a:spcAft>
                <a:spcPct val="0"/>
              </a:spcAft>
              <a:buClrTx/>
              <a:buSzTx/>
              <a:buFontTx/>
              <a:buNone/>
              <a:defRPr/>
            </a:pPr>
            <a:fld id="{82C19259-D58E-40CD-BECB-647C94D112D5}" type="datetime1">
              <a:rPr kumimoji="0" lang="en-US" altLang="zh-CN"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rPr>
            </a:fld>
            <a:endParaRPr kumimoji="0" lang="en-US"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endParaRPr>
          </a:p>
        </p:txBody>
      </p:sp>
      <p:sp>
        <p:nvSpPr>
          <p:cNvPr id="21" name="灯片编号占位符 26"/>
          <p:cNvSpPr>
            <a:spLocks noGrp="1"/>
          </p:cNvSpPr>
          <p:nvPr>
            <p:ph type="sldNum" sz="quarter" idx="14"/>
          </p:nvPr>
        </p:nvSpPr>
        <p:spPr>
          <a:xfrm>
            <a:off x="8174038" y="1588"/>
            <a:ext cx="762000" cy="366713"/>
          </a:xfrm>
          <a:prstGeom prst="rect">
            <a:avLst/>
          </a:prstGeom>
        </p:spPr>
        <p:txBody>
          <a:bodyPr vert="horz" rtlCol="0" anchor="b"/>
          <a:lstStyle>
            <a:lvl1pPr algn="r">
              <a:defRPr/>
            </a:lvl1pPr>
          </a:lstStyle>
          <a:p>
            <a:pPr marL="0" marR="0" lvl="0" indent="0" algn="r" defTabSz="914400" rtl="0" eaLnBrk="1" fontAlgn="base" latinLnBrk="0" hangingPunct="1">
              <a:lnSpc>
                <a:spcPct val="130000"/>
              </a:lnSpc>
              <a:spcBef>
                <a:spcPct val="20000"/>
              </a:spcBef>
              <a:spcAft>
                <a:spcPct val="0"/>
              </a:spcAft>
              <a:buClrTx/>
              <a:buSzTx/>
              <a:buFontTx/>
              <a:buNone/>
              <a:defRPr/>
            </a:pPr>
            <a:fld id="{BFB43BE4-EED5-4583-BEF1-DE6081BA9A04}" type="slidenum">
              <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rPr>
            </a:fld>
            <a:endPar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endParaRPr>
          </a:p>
        </p:txBody>
      </p:sp>
      <p:sp>
        <p:nvSpPr>
          <p:cNvPr id="22" name="页脚占位符 27"/>
          <p:cNvSpPr>
            <a:spLocks noGrp="1"/>
          </p:cNvSpPr>
          <p:nvPr>
            <p:ph type="ftr" sz="quarter" idx="13"/>
          </p:nvPr>
        </p:nvSpPr>
        <p:spPr>
          <a:xfrm>
            <a:off x="5257800" y="612775"/>
            <a:ext cx="1325563" cy="457200"/>
          </a:xfrm>
          <a:prstGeom prst="rect">
            <a:avLst/>
          </a:prstGeom>
        </p:spPr>
        <p:txBody>
          <a:bodyPr vert="horz" rtlCol="0"/>
          <a:lstStyle>
            <a:lvl1pPr algn="r">
              <a:defRPr>
                <a:solidFill>
                  <a:schemeClr val="accent2"/>
                </a:solidFill>
              </a:defRPr>
            </a:lvl1pPr>
          </a:lstStyle>
          <a:p>
            <a:pPr marL="0" marR="0" lvl="0" indent="0" algn="r" defTabSz="914400" rtl="0" eaLnBrk="1" fontAlgn="base" latinLnBrk="0" hangingPunct="1">
              <a:lnSpc>
                <a:spcPct val="130000"/>
              </a:lnSpc>
              <a:spcBef>
                <a:spcPct val="20000"/>
              </a:spcBef>
              <a:spcAft>
                <a:spcPct val="0"/>
              </a:spcAft>
              <a:buClrTx/>
              <a:buSzTx/>
              <a:buFontTx/>
              <a:buNone/>
              <a:defRPr/>
            </a:pPr>
            <a:endParaRPr kumimoji="0" lang="en-US"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1143000"/>
            <a:ext cx="8229600" cy="1069848"/>
          </a:xfrm>
        </p:spPr>
        <p:txBody>
          <a:bodyPr/>
          <a:lstStyle>
            <a:lvl1pPr>
              <a:defRPr sz="4000">
                <a:solidFill>
                  <a:schemeClr val="tx2"/>
                </a:solidFill>
              </a:defRPr>
            </a:lvl1pPr>
          </a:lstStyle>
          <a:p>
            <a:r>
              <a:rPr lang="zh-CN" altLang="en-US" noProof="1"/>
              <a:t>单击此处编辑母版标题样式</a:t>
            </a:r>
            <a:endParaRPr lang="en-US" noProof="1"/>
          </a:p>
        </p:txBody>
      </p:sp>
      <p:sp>
        <p:nvSpPr>
          <p:cNvPr id="20" name="日期占位符 2"/>
          <p:cNvSpPr>
            <a:spLocks noGrp="1"/>
          </p:cNvSpPr>
          <p:nvPr>
            <p:ph type="dt" sz="half" idx="2"/>
          </p:nvPr>
        </p:nvSpPr>
        <p:spPr>
          <a:xfrm>
            <a:off x="6583363" y="612775"/>
            <a:ext cx="957263" cy="457200"/>
          </a:xfrm>
          <a:prstGeom prst="rect">
            <a:avLst/>
          </a:prstGeom>
        </p:spPr>
        <p:txBody>
          <a:bodyPr vert="horz"/>
          <a:lstStyle>
            <a:lvl1pPr>
              <a:defRPr/>
            </a:lvl1pPr>
          </a:lstStyle>
          <a:p>
            <a:pPr marL="0" marR="0" lvl="0" indent="0" algn="r" defTabSz="914400" rtl="0" eaLnBrk="1" fontAlgn="base" latinLnBrk="0" hangingPunct="1">
              <a:lnSpc>
                <a:spcPct val="130000"/>
              </a:lnSpc>
              <a:spcBef>
                <a:spcPct val="20000"/>
              </a:spcBef>
              <a:spcAft>
                <a:spcPct val="0"/>
              </a:spcAft>
              <a:buClrTx/>
              <a:buSzTx/>
              <a:buFontTx/>
              <a:buNone/>
              <a:defRPr/>
            </a:pPr>
            <a:fld id="{4CFC8202-13EB-4359-94DA-3942CC712470}" type="datetime1">
              <a:rPr kumimoji="0" lang="en-US" altLang="zh-CN"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rPr>
            </a:fld>
            <a:endParaRPr kumimoji="0" lang="en-US"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endParaRPr>
          </a:p>
        </p:txBody>
      </p:sp>
      <p:sp>
        <p:nvSpPr>
          <p:cNvPr id="21" name="页脚占位符 3"/>
          <p:cNvSpPr>
            <a:spLocks noGrp="1"/>
          </p:cNvSpPr>
          <p:nvPr>
            <p:ph type="ftr" sz="quarter" idx="3"/>
          </p:nvPr>
        </p:nvSpPr>
        <p:spPr>
          <a:xfrm>
            <a:off x="5257800" y="612775"/>
            <a:ext cx="1325563" cy="457200"/>
          </a:xfrm>
          <a:prstGeom prst="rect">
            <a:avLst/>
          </a:prstGeom>
        </p:spPr>
        <p:txBody>
          <a:bodyPr vert="horz"/>
          <a:lstStyle>
            <a:lvl1pPr algn="r">
              <a:defRPr>
                <a:solidFill>
                  <a:schemeClr val="accent2"/>
                </a:solidFill>
              </a:defRPr>
            </a:lvl1pPr>
          </a:lstStyle>
          <a:p>
            <a:pPr marL="0" marR="0" lvl="0" indent="0" algn="r" defTabSz="914400" rtl="0" eaLnBrk="1" fontAlgn="base" latinLnBrk="0" hangingPunct="1">
              <a:lnSpc>
                <a:spcPct val="130000"/>
              </a:lnSpc>
              <a:spcBef>
                <a:spcPct val="20000"/>
              </a:spcBef>
              <a:spcAft>
                <a:spcPct val="0"/>
              </a:spcAft>
              <a:buClrTx/>
              <a:buSzTx/>
              <a:buFontTx/>
              <a:buNone/>
              <a:defRPr/>
            </a:pPr>
            <a:endParaRPr kumimoji="0" lang="en-US"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endParaRPr>
          </a:p>
        </p:txBody>
      </p:sp>
      <p:sp>
        <p:nvSpPr>
          <p:cNvPr id="22" name="灯片编号占位符 4"/>
          <p:cNvSpPr>
            <a:spLocks noGrp="1"/>
          </p:cNvSpPr>
          <p:nvPr>
            <p:ph type="sldNum" sz="quarter" idx="4"/>
          </p:nvPr>
        </p:nvSpPr>
        <p:spPr>
          <a:xfrm>
            <a:off x="8174038" y="1588"/>
            <a:ext cx="762000" cy="366713"/>
          </a:xfrm>
          <a:prstGeom prst="rect">
            <a:avLst/>
          </a:prstGeom>
        </p:spPr>
        <p:txBody>
          <a:bodyPr vert="horz" anchor="b"/>
          <a:lstStyle>
            <a:lvl1pPr>
              <a:defRPr/>
            </a:lvl1pPr>
          </a:lstStyle>
          <a:p>
            <a:pPr marL="0" marR="0" lvl="0" indent="0" algn="ctr" defTabSz="914400" rtl="0" eaLnBrk="1" fontAlgn="base" latinLnBrk="0" hangingPunct="1">
              <a:lnSpc>
                <a:spcPct val="130000"/>
              </a:lnSpc>
              <a:spcBef>
                <a:spcPct val="20000"/>
              </a:spcBef>
              <a:spcAft>
                <a:spcPct val="0"/>
              </a:spcAft>
              <a:buClrTx/>
              <a:buSzTx/>
              <a:buFontTx/>
              <a:buNone/>
              <a:defRPr/>
            </a:pPr>
            <a:fld id="{FC075650-6DF3-4945-B406-BAD7E9382139}" type="slidenum">
              <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rPr>
            </a:fld>
            <a:endPar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20" name="日期占位符 1"/>
          <p:cNvSpPr>
            <a:spLocks noGrp="1"/>
          </p:cNvSpPr>
          <p:nvPr>
            <p:ph type="dt" sz="half" idx="2"/>
          </p:nvPr>
        </p:nvSpPr>
        <p:spPr>
          <a:xfrm>
            <a:off x="6586538" y="612775"/>
            <a:ext cx="957263" cy="457200"/>
          </a:xfrm>
          <a:prstGeom prst="rect">
            <a:avLst/>
          </a:prstGeom>
        </p:spPr>
        <p:txBody>
          <a:bodyPr vert="horz"/>
          <a:lstStyle>
            <a:lvl1pPr algn="l">
              <a:defRPr/>
            </a:lvl1pPr>
          </a:lstStyle>
          <a:p>
            <a:pPr marL="0" marR="0" lvl="0" indent="0" algn="l" defTabSz="914400" rtl="0" eaLnBrk="1" fontAlgn="base" latinLnBrk="0" hangingPunct="1">
              <a:lnSpc>
                <a:spcPct val="130000"/>
              </a:lnSpc>
              <a:spcBef>
                <a:spcPct val="20000"/>
              </a:spcBef>
              <a:spcAft>
                <a:spcPct val="0"/>
              </a:spcAft>
              <a:buClrTx/>
              <a:buSzTx/>
              <a:buFontTx/>
              <a:buNone/>
              <a:defRPr/>
            </a:pPr>
            <a:fld id="{44AF455B-3F67-4762-AC16-678A2D86A755}" type="datetime1">
              <a:rPr kumimoji="0" lang="en-US" altLang="zh-CN"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rPr>
            </a:fld>
            <a:endParaRPr kumimoji="0" lang="en-US"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endParaRPr>
          </a:p>
        </p:txBody>
      </p:sp>
      <p:sp>
        <p:nvSpPr>
          <p:cNvPr id="21" name="页脚占位符 2"/>
          <p:cNvSpPr>
            <a:spLocks noGrp="1"/>
          </p:cNvSpPr>
          <p:nvPr>
            <p:ph type="ftr" sz="quarter" idx="3"/>
          </p:nvPr>
        </p:nvSpPr>
        <p:spPr>
          <a:xfrm>
            <a:off x="5257800" y="612775"/>
            <a:ext cx="1325563" cy="457200"/>
          </a:xfrm>
          <a:prstGeom prst="rect">
            <a:avLst/>
          </a:prstGeom>
        </p:spPr>
        <p:txBody>
          <a:bodyPr vert="horz"/>
          <a:lstStyle>
            <a:lvl1pPr algn="r">
              <a:defRPr>
                <a:solidFill>
                  <a:schemeClr val="accent2"/>
                </a:solidFill>
              </a:defRPr>
            </a:lvl1pPr>
          </a:lstStyle>
          <a:p>
            <a:pPr marL="0" marR="0" lvl="0" indent="0" algn="r" defTabSz="914400" rtl="0" eaLnBrk="1" fontAlgn="base" latinLnBrk="0" hangingPunct="1">
              <a:lnSpc>
                <a:spcPct val="130000"/>
              </a:lnSpc>
              <a:spcBef>
                <a:spcPct val="20000"/>
              </a:spcBef>
              <a:spcAft>
                <a:spcPct val="0"/>
              </a:spcAft>
              <a:buClrTx/>
              <a:buSzTx/>
              <a:buFontTx/>
              <a:buNone/>
              <a:defRPr/>
            </a:pPr>
            <a:endParaRPr kumimoji="0" lang="en-US"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endParaRPr>
          </a:p>
        </p:txBody>
      </p:sp>
      <p:sp>
        <p:nvSpPr>
          <p:cNvPr id="22" name="灯片编号占位符 3"/>
          <p:cNvSpPr>
            <a:spLocks noGrp="1"/>
          </p:cNvSpPr>
          <p:nvPr>
            <p:ph type="sldNum" sz="quarter" idx="4"/>
          </p:nvPr>
        </p:nvSpPr>
        <p:spPr>
          <a:xfrm>
            <a:off x="8174038" y="1588"/>
            <a:ext cx="762000" cy="366713"/>
          </a:xfrm>
          <a:prstGeom prst="rect">
            <a:avLst/>
          </a:prstGeom>
        </p:spPr>
        <p:txBody>
          <a:bodyPr vert="horz" anchor="b"/>
          <a:lstStyle>
            <a:lvl1pPr algn="r">
              <a:defRPr/>
            </a:lvl1pPr>
          </a:lstStyle>
          <a:p>
            <a:pPr marL="0" marR="0" lvl="0" indent="0" algn="r" defTabSz="914400" rtl="0" eaLnBrk="1" fontAlgn="base" latinLnBrk="0" hangingPunct="1">
              <a:lnSpc>
                <a:spcPct val="130000"/>
              </a:lnSpc>
              <a:spcBef>
                <a:spcPct val="20000"/>
              </a:spcBef>
              <a:spcAft>
                <a:spcPct val="0"/>
              </a:spcAft>
              <a:buClrTx/>
              <a:buSzTx/>
              <a:buFontTx/>
              <a:buNone/>
              <a:defRPr/>
            </a:pPr>
            <a:fld id="{F5F83DE4-1B2F-4D41-BAA8-382FBD0D6270}" type="slidenum">
              <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rPr>
            </a:fld>
            <a:endPar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353496" y="1101970"/>
            <a:ext cx="3383280" cy="877824"/>
          </a:xfrm>
        </p:spPr>
        <p:txBody>
          <a:bodyPr anchor="b"/>
          <a:lstStyle>
            <a:lvl1pPr algn="l">
              <a:buNone/>
              <a:defRPr sz="1800" b="1"/>
            </a:lvl1pPr>
          </a:lstStyle>
          <a:p>
            <a:r>
              <a:rPr lang="zh-CN" altLang="en-US" noProof="1"/>
              <a:t>单击此处编辑母版标题样式</a:t>
            </a:r>
            <a:endParaRPr lang="en-US" noProof="1"/>
          </a:p>
        </p:txBody>
      </p:sp>
      <p:sp>
        <p:nvSpPr>
          <p:cNvPr id="3" name="文本占位符 2"/>
          <p:cNvSpPr>
            <a:spLocks noGrp="1"/>
          </p:cNvSpPr>
          <p:nvPr>
            <p:ph type="body" idx="2"/>
          </p:nvPr>
        </p:nvSpPr>
        <p:spPr>
          <a:xfrm>
            <a:off x="5353496" y="2010727"/>
            <a:ext cx="3383280" cy="4617720"/>
          </a:xfrm>
        </p:spPr>
        <p:txBody>
          <a:bodyPr/>
          <a:lstStyle>
            <a:lvl1pPr marL="8890" indent="0">
              <a:buNone/>
              <a:defRPr sz="1400"/>
            </a:lvl1pPr>
            <a:lvl2pPr>
              <a:buNone/>
              <a:defRPr sz="1200"/>
            </a:lvl2pPr>
            <a:lvl3pPr>
              <a:buNone/>
              <a:defRPr sz="1000"/>
            </a:lvl3pPr>
            <a:lvl4pPr>
              <a:buNone/>
              <a:defRPr sz="900"/>
            </a:lvl4pPr>
            <a:lvl5pPr>
              <a:buNone/>
              <a:defRPr sz="900"/>
            </a:lvl5pPr>
          </a:lstStyle>
          <a:p>
            <a:pPr lvl="0"/>
            <a:r>
              <a:rPr lang="zh-CN" altLang="en-US" noProof="1"/>
              <a:t>单击此处编辑母版文本样式</a:t>
            </a:r>
            <a:endParaRPr lang="zh-CN" altLang="en-US" noProof="1"/>
          </a:p>
        </p:txBody>
      </p:sp>
      <p:sp>
        <p:nvSpPr>
          <p:cNvPr id="4" name="内容占位符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20" name="日期占位符 4"/>
          <p:cNvSpPr>
            <a:spLocks noGrp="1"/>
          </p:cNvSpPr>
          <p:nvPr>
            <p:ph type="dt" sz="half" idx="12"/>
          </p:nvPr>
        </p:nvSpPr>
        <p:spPr>
          <a:xfrm>
            <a:off x="6586538" y="612775"/>
            <a:ext cx="957263" cy="457200"/>
          </a:xfrm>
          <a:prstGeom prst="rect">
            <a:avLst/>
          </a:prstGeom>
        </p:spPr>
        <p:txBody>
          <a:bodyPr vert="horz"/>
          <a:lstStyle>
            <a:lvl1pPr>
              <a:defRPr/>
            </a:lvl1pPr>
          </a:lstStyle>
          <a:p>
            <a:pPr marL="0" marR="0" lvl="0" indent="0" algn="r" defTabSz="914400" rtl="0" eaLnBrk="1" fontAlgn="base" latinLnBrk="0" hangingPunct="1">
              <a:lnSpc>
                <a:spcPct val="130000"/>
              </a:lnSpc>
              <a:spcBef>
                <a:spcPct val="20000"/>
              </a:spcBef>
              <a:spcAft>
                <a:spcPct val="0"/>
              </a:spcAft>
              <a:buClrTx/>
              <a:buSzTx/>
              <a:buFontTx/>
              <a:buNone/>
              <a:defRPr/>
            </a:pPr>
            <a:fld id="{1DB3EA41-7EF3-418B-8AD1-70DEF717B5D9}" type="datetime1">
              <a:rPr kumimoji="0" lang="en-US" altLang="zh-CN"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rPr>
            </a:fld>
            <a:endParaRPr kumimoji="0" lang="en-US" sz="800" b="1" i="0" u="none" strike="noStrike" kern="1200" cap="none" spc="0" normalizeH="0" baseline="0" noProof="0" dirty="0">
              <a:ln>
                <a:noFill/>
              </a:ln>
              <a:solidFill>
                <a:schemeClr val="accent2"/>
              </a:solidFill>
              <a:effectLst/>
              <a:uLnTx/>
              <a:uFillTx/>
              <a:latin typeface="华文中宋" panose="02010600040101010101" pitchFamily="2" charset="-122"/>
              <a:ea typeface="楷体_GB2312" pitchFamily="49" charset="-122"/>
              <a:cs typeface="+mn-cs"/>
            </a:endParaRPr>
          </a:p>
        </p:txBody>
      </p:sp>
      <p:sp>
        <p:nvSpPr>
          <p:cNvPr id="21" name="页脚占位符 5"/>
          <p:cNvSpPr>
            <a:spLocks noGrp="1"/>
          </p:cNvSpPr>
          <p:nvPr>
            <p:ph type="ftr" sz="quarter" idx="3"/>
          </p:nvPr>
        </p:nvSpPr>
        <p:spPr>
          <a:xfrm>
            <a:off x="5257800" y="612775"/>
            <a:ext cx="1325563" cy="457200"/>
          </a:xfrm>
          <a:prstGeom prst="rect">
            <a:avLst/>
          </a:prstGeom>
        </p:spPr>
        <p:txBody>
          <a:bodyPr vert="horz"/>
          <a:lstStyle>
            <a:lvl1pPr algn="r">
              <a:defRPr>
                <a:solidFill>
                  <a:schemeClr val="accent2"/>
                </a:solidFill>
              </a:defRPr>
            </a:lvl1pPr>
          </a:lstStyle>
          <a:p>
            <a:pPr marL="0" marR="0" lvl="0" indent="0" algn="r" defTabSz="914400" rtl="0" eaLnBrk="1" fontAlgn="base" latinLnBrk="0" hangingPunct="1">
              <a:lnSpc>
                <a:spcPct val="130000"/>
              </a:lnSpc>
              <a:spcBef>
                <a:spcPct val="20000"/>
              </a:spcBef>
              <a:spcAft>
                <a:spcPct val="0"/>
              </a:spcAft>
              <a:buClrTx/>
              <a:buSzTx/>
              <a:buFontTx/>
              <a:buNone/>
              <a:defRPr/>
            </a:pPr>
            <a:endParaRPr kumimoji="0" lang="en-US"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endParaRPr>
          </a:p>
        </p:txBody>
      </p:sp>
      <p:sp>
        <p:nvSpPr>
          <p:cNvPr id="22" name="灯片编号占位符 6"/>
          <p:cNvSpPr>
            <a:spLocks noGrp="1"/>
          </p:cNvSpPr>
          <p:nvPr>
            <p:ph type="sldNum" sz="quarter" idx="4"/>
          </p:nvPr>
        </p:nvSpPr>
        <p:spPr>
          <a:xfrm>
            <a:off x="8174038" y="1588"/>
            <a:ext cx="762000" cy="366713"/>
          </a:xfrm>
          <a:prstGeom prst="rect">
            <a:avLst/>
          </a:prstGeom>
        </p:spPr>
        <p:txBody>
          <a:bodyPr vert="horz" anchor="b"/>
          <a:lstStyle>
            <a:lvl1pPr>
              <a:defRPr/>
            </a:lvl1pPr>
          </a:lstStyle>
          <a:p>
            <a:pPr marL="0" marR="0" lvl="0" indent="0" algn="ctr" defTabSz="914400" rtl="0" eaLnBrk="1" fontAlgn="base" latinLnBrk="0" hangingPunct="1">
              <a:lnSpc>
                <a:spcPct val="130000"/>
              </a:lnSpc>
              <a:spcBef>
                <a:spcPct val="20000"/>
              </a:spcBef>
              <a:spcAft>
                <a:spcPct val="0"/>
              </a:spcAft>
              <a:buClrTx/>
              <a:buSzTx/>
              <a:buFontTx/>
              <a:buNone/>
              <a:defRPr/>
            </a:pPr>
            <a:fld id="{5BB7E346-6601-488D-8983-1A07F5FB508A}" type="slidenum">
              <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rPr>
            </a:fld>
            <a:endPar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lang="zh-CN" altLang="en-US" noProof="1"/>
              <a:t>单击此处编辑母版标题样式</a:t>
            </a:r>
            <a:endParaRPr lang="en-US" noProof="1"/>
          </a:p>
        </p:txBody>
      </p:sp>
      <p:sp>
        <p:nvSpPr>
          <p:cNvPr id="3" name="图片占位符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300"/>
              </a:spcBef>
              <a:spcAft>
                <a:spcPct val="0"/>
              </a:spcAft>
              <a:buClr>
                <a:srgbClr val="A04DA3"/>
              </a:buClr>
              <a:buSzTx/>
              <a:buFont typeface="Georgia" panose="02040502050405020303" pitchFamily="18" charset="0"/>
              <a:buNone/>
              <a:defRPr/>
            </a:pPr>
            <a:r>
              <a:rPr kumimoji="0" lang="zh-CN" altLang="en-US" sz="32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088443" y="3274308"/>
            <a:ext cx="2590800" cy="2516489"/>
          </a:xfrm>
        </p:spPr>
        <p:txBody>
          <a:bodyPr lIns="0" tIns="0" rIns="45720"/>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a:r>
              <a:rPr lang="zh-CN" altLang="en-US" noProof="1"/>
              <a:t>单击此处编辑母版文本样式</a:t>
            </a:r>
            <a:endParaRPr lang="zh-CN" altLang="en-US" noProof="1"/>
          </a:p>
        </p:txBody>
      </p:sp>
      <p:sp>
        <p:nvSpPr>
          <p:cNvPr id="20" name="日期占位符 4"/>
          <p:cNvSpPr>
            <a:spLocks noGrp="1"/>
          </p:cNvSpPr>
          <p:nvPr>
            <p:ph type="dt" sz="half" idx="12"/>
          </p:nvPr>
        </p:nvSpPr>
        <p:spPr>
          <a:xfrm>
            <a:off x="6586538" y="612775"/>
            <a:ext cx="957263" cy="457200"/>
          </a:xfrm>
          <a:prstGeom prst="rect">
            <a:avLst/>
          </a:prstGeom>
        </p:spPr>
        <p:txBody>
          <a:bodyPr vert="horz"/>
          <a:lstStyle>
            <a:lvl1pPr>
              <a:defRPr/>
            </a:lvl1pPr>
          </a:lstStyle>
          <a:p>
            <a:pPr marL="0" marR="0" lvl="0" indent="0" algn="r" defTabSz="914400" rtl="0" eaLnBrk="1" fontAlgn="base" latinLnBrk="0" hangingPunct="1">
              <a:lnSpc>
                <a:spcPct val="130000"/>
              </a:lnSpc>
              <a:spcBef>
                <a:spcPct val="20000"/>
              </a:spcBef>
              <a:spcAft>
                <a:spcPct val="0"/>
              </a:spcAft>
              <a:buClrTx/>
              <a:buSzTx/>
              <a:buFontTx/>
              <a:buNone/>
              <a:defRPr/>
            </a:pPr>
            <a:fld id="{BB80B94B-1155-47F4-9756-BF7A669A6B2D}" type="datetime1">
              <a:rPr kumimoji="0" lang="en-US" altLang="zh-CN"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rPr>
            </a:fld>
            <a:endParaRPr kumimoji="0" lang="en-US"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endParaRPr>
          </a:p>
        </p:txBody>
      </p:sp>
      <p:sp>
        <p:nvSpPr>
          <p:cNvPr id="21" name="页脚占位符 5"/>
          <p:cNvSpPr>
            <a:spLocks noGrp="1"/>
          </p:cNvSpPr>
          <p:nvPr>
            <p:ph type="ftr" sz="quarter" idx="3"/>
          </p:nvPr>
        </p:nvSpPr>
        <p:spPr>
          <a:xfrm>
            <a:off x="5257800" y="612775"/>
            <a:ext cx="1325563" cy="457200"/>
          </a:xfrm>
          <a:prstGeom prst="rect">
            <a:avLst/>
          </a:prstGeom>
        </p:spPr>
        <p:txBody>
          <a:bodyPr vert="horz"/>
          <a:lstStyle>
            <a:lvl1pPr algn="r">
              <a:defRPr>
                <a:solidFill>
                  <a:schemeClr val="accent2"/>
                </a:solidFill>
              </a:defRPr>
            </a:lvl1pPr>
          </a:lstStyle>
          <a:p>
            <a:pPr marL="0" marR="0" lvl="0" indent="0" algn="r" defTabSz="914400" rtl="0" eaLnBrk="1" fontAlgn="base" latinLnBrk="0" hangingPunct="1">
              <a:lnSpc>
                <a:spcPct val="130000"/>
              </a:lnSpc>
              <a:spcBef>
                <a:spcPct val="20000"/>
              </a:spcBef>
              <a:spcAft>
                <a:spcPct val="0"/>
              </a:spcAft>
              <a:buClrTx/>
              <a:buSzTx/>
              <a:buFontTx/>
              <a:buNone/>
              <a:defRPr/>
            </a:pPr>
            <a:endParaRPr kumimoji="0" lang="en-US"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endParaRPr>
          </a:p>
        </p:txBody>
      </p:sp>
      <p:sp>
        <p:nvSpPr>
          <p:cNvPr id="22" name="灯片编号占位符 6"/>
          <p:cNvSpPr>
            <a:spLocks noGrp="1"/>
          </p:cNvSpPr>
          <p:nvPr>
            <p:ph type="sldNum" sz="quarter" idx="4"/>
          </p:nvPr>
        </p:nvSpPr>
        <p:spPr>
          <a:xfrm>
            <a:off x="8174038" y="1588"/>
            <a:ext cx="762000" cy="366713"/>
          </a:xfrm>
          <a:prstGeom prst="rect">
            <a:avLst/>
          </a:prstGeom>
        </p:spPr>
        <p:txBody>
          <a:bodyPr vert="horz" anchor="b"/>
          <a:lstStyle>
            <a:lvl1pPr>
              <a:defRPr/>
            </a:lvl1pPr>
          </a:lstStyle>
          <a:p>
            <a:pPr marL="0" marR="0" lvl="0" indent="0" algn="ctr" defTabSz="914400" rtl="0" eaLnBrk="1" fontAlgn="base" latinLnBrk="0" hangingPunct="1">
              <a:lnSpc>
                <a:spcPct val="130000"/>
              </a:lnSpc>
              <a:spcBef>
                <a:spcPct val="20000"/>
              </a:spcBef>
              <a:spcAft>
                <a:spcPct val="0"/>
              </a:spcAft>
              <a:buClrTx/>
              <a:buSzTx/>
              <a:buFontTx/>
              <a:buNone/>
              <a:defRPr/>
            </a:pPr>
            <a:fld id="{08F84FFF-D417-437E-AA80-53B6765E2CF5}" type="slidenum">
              <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rPr>
            </a:fld>
            <a:endPar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20" name="日期占位符 3"/>
          <p:cNvSpPr>
            <a:spLocks noGrp="1"/>
          </p:cNvSpPr>
          <p:nvPr>
            <p:ph type="dt" sz="half" idx="2"/>
          </p:nvPr>
        </p:nvSpPr>
        <p:spPr>
          <a:xfrm>
            <a:off x="6586538" y="612775"/>
            <a:ext cx="957263" cy="457200"/>
          </a:xfrm>
          <a:prstGeom prst="rect">
            <a:avLst/>
          </a:prstGeom>
        </p:spPr>
        <p:txBody>
          <a:bodyPr vert="horz"/>
          <a:lstStyle>
            <a:lvl1pPr algn="l">
              <a:defRPr/>
            </a:lvl1pPr>
          </a:lstStyle>
          <a:p>
            <a:pPr marL="0" marR="0" lvl="0" indent="0" algn="l" defTabSz="914400" rtl="0" eaLnBrk="1" fontAlgn="base" latinLnBrk="0" hangingPunct="1">
              <a:lnSpc>
                <a:spcPct val="130000"/>
              </a:lnSpc>
              <a:spcBef>
                <a:spcPct val="20000"/>
              </a:spcBef>
              <a:spcAft>
                <a:spcPct val="0"/>
              </a:spcAft>
              <a:buClrTx/>
              <a:buSzTx/>
              <a:buFontTx/>
              <a:buNone/>
              <a:defRPr/>
            </a:pPr>
            <a:fld id="{FA5A285F-BDA4-4E8A-957A-63F77DDB71CE}" type="datetime1">
              <a:rPr kumimoji="0" lang="en-US" altLang="zh-CN"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rPr>
            </a:fld>
            <a:endParaRPr kumimoji="0" lang="en-US"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endParaRPr>
          </a:p>
        </p:txBody>
      </p:sp>
      <p:sp>
        <p:nvSpPr>
          <p:cNvPr id="21" name="页脚占位符 4"/>
          <p:cNvSpPr>
            <a:spLocks noGrp="1"/>
          </p:cNvSpPr>
          <p:nvPr>
            <p:ph type="ftr" sz="quarter" idx="3"/>
          </p:nvPr>
        </p:nvSpPr>
        <p:spPr>
          <a:xfrm>
            <a:off x="5257800" y="612775"/>
            <a:ext cx="1325563" cy="457200"/>
          </a:xfrm>
          <a:prstGeom prst="rect">
            <a:avLst/>
          </a:prstGeom>
        </p:spPr>
        <p:txBody>
          <a:bodyPr vert="horz"/>
          <a:lstStyle>
            <a:lvl1pPr algn="r">
              <a:defRPr>
                <a:solidFill>
                  <a:schemeClr val="accent2"/>
                </a:solidFill>
              </a:defRPr>
            </a:lvl1pPr>
          </a:lstStyle>
          <a:p>
            <a:pPr marL="0" marR="0" lvl="0" indent="0" algn="r" defTabSz="914400" rtl="0" eaLnBrk="1" fontAlgn="base" latinLnBrk="0" hangingPunct="1">
              <a:lnSpc>
                <a:spcPct val="130000"/>
              </a:lnSpc>
              <a:spcBef>
                <a:spcPct val="20000"/>
              </a:spcBef>
              <a:spcAft>
                <a:spcPct val="0"/>
              </a:spcAft>
              <a:buClrTx/>
              <a:buSzTx/>
              <a:buFontTx/>
              <a:buNone/>
              <a:defRPr/>
            </a:pPr>
            <a:endParaRPr kumimoji="0" lang="en-US"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endParaRPr>
          </a:p>
        </p:txBody>
      </p:sp>
      <p:sp>
        <p:nvSpPr>
          <p:cNvPr id="22" name="灯片编号占位符 5"/>
          <p:cNvSpPr>
            <a:spLocks noGrp="1"/>
          </p:cNvSpPr>
          <p:nvPr>
            <p:ph type="sldNum" sz="quarter" idx="4"/>
          </p:nvPr>
        </p:nvSpPr>
        <p:spPr>
          <a:xfrm>
            <a:off x="8174038" y="1588"/>
            <a:ext cx="762000" cy="366713"/>
          </a:xfrm>
          <a:prstGeom prst="rect">
            <a:avLst/>
          </a:prstGeom>
        </p:spPr>
        <p:txBody>
          <a:bodyPr vert="horz" anchor="b"/>
          <a:lstStyle>
            <a:lvl1pPr algn="r">
              <a:defRPr/>
            </a:lvl1pPr>
          </a:lstStyle>
          <a:p>
            <a:pPr marL="0" marR="0" lvl="0" indent="0" algn="r" defTabSz="914400" rtl="0" eaLnBrk="1" fontAlgn="base" latinLnBrk="0" hangingPunct="1">
              <a:lnSpc>
                <a:spcPct val="130000"/>
              </a:lnSpc>
              <a:spcBef>
                <a:spcPct val="20000"/>
              </a:spcBef>
              <a:spcAft>
                <a:spcPct val="0"/>
              </a:spcAft>
              <a:buClrTx/>
              <a:buSzTx/>
              <a:buFontTx/>
              <a:buNone/>
              <a:defRPr/>
            </a:pPr>
            <a:fld id="{549B95EF-CBDA-4669-9A6F-8449BE298FDA}" type="slidenum">
              <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rPr>
            </a:fld>
            <a:endPar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1143000"/>
            <a:ext cx="1905000" cy="5486400"/>
          </a:xfrm>
        </p:spPr>
        <p:txBody>
          <a:bodyPr vert="eaVert"/>
          <a:lstStyle/>
          <a:p>
            <a:r>
              <a:rPr lang="zh-CN" altLang="en-US" noProof="1"/>
              <a:t>单击此处编辑母版标题样式</a:t>
            </a:r>
            <a:endParaRPr lang="en-US" noProof="1"/>
          </a:p>
        </p:txBody>
      </p:sp>
      <p:sp>
        <p:nvSpPr>
          <p:cNvPr id="3" name="竖排文字占位符 2"/>
          <p:cNvSpPr>
            <a:spLocks noGrp="1"/>
          </p:cNvSpPr>
          <p:nvPr>
            <p:ph type="body" orient="vert" idx="1"/>
          </p:nvPr>
        </p:nvSpPr>
        <p:spPr>
          <a:xfrm>
            <a:off x="457200" y="1143000"/>
            <a:ext cx="6248400" cy="54864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20" name="日期占位符 3"/>
          <p:cNvSpPr>
            <a:spLocks noGrp="1"/>
          </p:cNvSpPr>
          <p:nvPr>
            <p:ph type="dt" sz="half" idx="2"/>
          </p:nvPr>
        </p:nvSpPr>
        <p:spPr>
          <a:xfrm>
            <a:off x="6586538" y="612775"/>
            <a:ext cx="957263" cy="457200"/>
          </a:xfrm>
          <a:prstGeom prst="rect">
            <a:avLst/>
          </a:prstGeom>
        </p:spPr>
        <p:txBody>
          <a:bodyPr vert="horz"/>
          <a:lstStyle>
            <a:lvl1pPr algn="l">
              <a:defRPr/>
            </a:lvl1pPr>
          </a:lstStyle>
          <a:p>
            <a:pPr marL="0" marR="0" lvl="0" indent="0" algn="l" defTabSz="914400" rtl="0" eaLnBrk="1" fontAlgn="base" latinLnBrk="0" hangingPunct="1">
              <a:lnSpc>
                <a:spcPct val="130000"/>
              </a:lnSpc>
              <a:spcBef>
                <a:spcPct val="20000"/>
              </a:spcBef>
              <a:spcAft>
                <a:spcPct val="0"/>
              </a:spcAft>
              <a:buClrTx/>
              <a:buSzTx/>
              <a:buFontTx/>
              <a:buNone/>
              <a:defRPr/>
            </a:pPr>
            <a:fld id="{21878E2A-F7BC-4281-9677-D87473402EED}" type="datetime1">
              <a:rPr kumimoji="0" lang="en-US" altLang="zh-CN"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rPr>
            </a:fld>
            <a:endParaRPr kumimoji="0" lang="en-US"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endParaRPr>
          </a:p>
        </p:txBody>
      </p:sp>
      <p:sp>
        <p:nvSpPr>
          <p:cNvPr id="21" name="页脚占位符 4"/>
          <p:cNvSpPr>
            <a:spLocks noGrp="1"/>
          </p:cNvSpPr>
          <p:nvPr>
            <p:ph type="ftr" sz="quarter" idx="3"/>
          </p:nvPr>
        </p:nvSpPr>
        <p:spPr>
          <a:xfrm>
            <a:off x="5257800" y="612775"/>
            <a:ext cx="1325563" cy="457200"/>
          </a:xfrm>
          <a:prstGeom prst="rect">
            <a:avLst/>
          </a:prstGeom>
        </p:spPr>
        <p:txBody>
          <a:bodyPr vert="horz"/>
          <a:lstStyle>
            <a:lvl1pPr algn="r">
              <a:defRPr>
                <a:solidFill>
                  <a:schemeClr val="accent2"/>
                </a:solidFill>
              </a:defRPr>
            </a:lvl1pPr>
          </a:lstStyle>
          <a:p>
            <a:pPr marL="0" marR="0" lvl="0" indent="0" algn="r" defTabSz="914400" rtl="0" eaLnBrk="1" fontAlgn="base" latinLnBrk="0" hangingPunct="1">
              <a:lnSpc>
                <a:spcPct val="130000"/>
              </a:lnSpc>
              <a:spcBef>
                <a:spcPct val="20000"/>
              </a:spcBef>
              <a:spcAft>
                <a:spcPct val="0"/>
              </a:spcAft>
              <a:buClrTx/>
              <a:buSzTx/>
              <a:buFontTx/>
              <a:buNone/>
              <a:defRPr/>
            </a:pPr>
            <a:endParaRPr kumimoji="0" lang="en-US"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endParaRPr>
          </a:p>
        </p:txBody>
      </p:sp>
      <p:sp>
        <p:nvSpPr>
          <p:cNvPr id="22" name="灯片编号占位符 5"/>
          <p:cNvSpPr>
            <a:spLocks noGrp="1"/>
          </p:cNvSpPr>
          <p:nvPr>
            <p:ph type="sldNum" sz="quarter" idx="4"/>
          </p:nvPr>
        </p:nvSpPr>
        <p:spPr>
          <a:xfrm>
            <a:off x="8174038" y="1588"/>
            <a:ext cx="762000" cy="366713"/>
          </a:xfrm>
          <a:prstGeom prst="rect">
            <a:avLst/>
          </a:prstGeom>
        </p:spPr>
        <p:txBody>
          <a:bodyPr vert="horz" anchor="b"/>
          <a:lstStyle>
            <a:lvl1pPr algn="r">
              <a:defRPr/>
            </a:lvl1pPr>
          </a:lstStyle>
          <a:p>
            <a:pPr marL="0" marR="0" lvl="0" indent="0" algn="r" defTabSz="914400" rtl="0" eaLnBrk="1" fontAlgn="base" latinLnBrk="0" hangingPunct="1">
              <a:lnSpc>
                <a:spcPct val="130000"/>
              </a:lnSpc>
              <a:spcBef>
                <a:spcPct val="20000"/>
              </a:spcBef>
              <a:spcAft>
                <a:spcPct val="0"/>
              </a:spcAft>
              <a:buClrTx/>
              <a:buSzTx/>
              <a:buFontTx/>
              <a:buNone/>
              <a:defRPr/>
            </a:pPr>
            <a:fld id="{CAC12460-9C01-42AC-8BF6-7A8B3EE8A7E3}" type="slidenum">
              <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rPr>
            </a:fld>
            <a:endPar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chart">
  <p:cSld name="标题和图表">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noProof="1"/>
              <a:t>单击此处编辑母版标题样式</a:t>
            </a:r>
            <a:endParaRPr lang="zh-CN" altLang="en-US" noProof="1"/>
          </a:p>
        </p:txBody>
      </p:sp>
      <p:sp>
        <p:nvSpPr>
          <p:cNvPr id="3" name="图表占位符 2"/>
          <p:cNvSpPr>
            <a:spLocks noGrp="1"/>
          </p:cNvSpPr>
          <p:nvPr>
            <p:ph type="chart" idx="1"/>
          </p:nvPr>
        </p:nvSpPr>
        <p:spPr>
          <a:xfrm>
            <a:off x="685800" y="1981200"/>
            <a:ext cx="7772400" cy="4114800"/>
          </a:xfrm>
        </p:spPr>
        <p:txBody>
          <a:bodyPr vert="horz" wrap="square" lIns="91440" tIns="45720" rIns="91440" bIns="45720" numCol="1" anchor="t" anchorCtr="0" compatLnSpc="1">
            <a:normAutofit/>
          </a:bodyPr>
          <a:lstStyle/>
          <a:p>
            <a:pPr marL="365125" marR="0" lvl="0" indent="-255905" algn="l" defTabSz="914400" rtl="0" eaLnBrk="0" fontAlgn="base" latinLnBrk="0" hangingPunct="0">
              <a:lnSpc>
                <a:spcPct val="100000"/>
              </a:lnSpc>
              <a:spcBef>
                <a:spcPts val="300"/>
              </a:spcBef>
              <a:spcAft>
                <a:spcPct val="0"/>
              </a:spcAft>
              <a:buClr>
                <a:srgbClr val="A04DA3"/>
              </a:buClr>
              <a:buSzTx/>
              <a:buFont typeface="Georgia" panose="02040502050405020303" pitchFamily="18"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20" name="日期占位符 13"/>
          <p:cNvSpPr>
            <a:spLocks noGrp="1"/>
          </p:cNvSpPr>
          <p:nvPr>
            <p:ph type="dt" sz="half" idx="2"/>
          </p:nvPr>
        </p:nvSpPr>
        <p:spPr>
          <a:xfrm>
            <a:off x="6586538" y="612775"/>
            <a:ext cx="957263" cy="457200"/>
          </a:xfrm>
          <a:prstGeom prst="rect">
            <a:avLst/>
          </a:prstGeom>
        </p:spPr>
        <p:txBody>
          <a:bodyPr vert="horz"/>
          <a:lstStyle>
            <a:lvl1pPr>
              <a:defRPr/>
            </a:lvl1pPr>
          </a:lstStyle>
          <a:p>
            <a:pPr marL="0" marR="0" lvl="0" indent="0" algn="r" defTabSz="914400" rtl="0" eaLnBrk="1" fontAlgn="base" latinLnBrk="0" hangingPunct="1">
              <a:lnSpc>
                <a:spcPct val="130000"/>
              </a:lnSpc>
              <a:spcBef>
                <a:spcPct val="20000"/>
              </a:spcBef>
              <a:spcAft>
                <a:spcPct val="0"/>
              </a:spcAft>
              <a:buClrTx/>
              <a:buSzTx/>
              <a:buFontTx/>
              <a:buNone/>
              <a:defRPr/>
            </a:pPr>
            <a:fld id="{9606EF95-6AD4-4FD8-984B-426D926F90BA}" type="datetime1">
              <a:rPr kumimoji="0" lang="en-US" altLang="zh-CN"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rPr>
            </a:fld>
            <a:endParaRPr kumimoji="0" lang="en-US" sz="800" b="1" i="0" u="none" strike="noStrike" kern="1200" cap="none" spc="0" normalizeH="0" baseline="0" noProof="0" dirty="0">
              <a:ln>
                <a:noFill/>
              </a:ln>
              <a:solidFill>
                <a:schemeClr val="tx2"/>
              </a:solidFill>
              <a:effectLst/>
              <a:uLnTx/>
              <a:uFillTx/>
              <a:latin typeface="华文中宋" panose="02010600040101010101" pitchFamily="2" charset="-122"/>
              <a:ea typeface="楷体_GB2312" pitchFamily="49" charset="-122"/>
              <a:cs typeface="+mn-cs"/>
            </a:endParaRPr>
          </a:p>
        </p:txBody>
      </p:sp>
      <p:sp>
        <p:nvSpPr>
          <p:cNvPr id="21" name="页脚占位符 2"/>
          <p:cNvSpPr>
            <a:spLocks noGrp="1"/>
          </p:cNvSpPr>
          <p:nvPr>
            <p:ph type="ftr" sz="quarter" idx="3"/>
          </p:nvPr>
        </p:nvSpPr>
        <p:spPr>
          <a:xfrm>
            <a:off x="5257800" y="612775"/>
            <a:ext cx="1325563" cy="457200"/>
          </a:xfrm>
          <a:prstGeom prst="rect">
            <a:avLst/>
          </a:prstGeom>
        </p:spPr>
        <p:txBody>
          <a:bodyPr vert="horz"/>
          <a:lstStyle>
            <a:lvl1pPr>
              <a:defRPr/>
            </a:lvl1pPr>
          </a:lstStyle>
          <a:p>
            <a:pPr marL="0" marR="0" lvl="0" indent="0" algn="l" defTabSz="914400" rtl="0" eaLnBrk="1" fontAlgn="base" latinLnBrk="0" hangingPunct="1">
              <a:lnSpc>
                <a:spcPct val="130000"/>
              </a:lnSpc>
              <a:spcBef>
                <a:spcPct val="20000"/>
              </a:spcBef>
              <a:spcAft>
                <a:spcPct val="0"/>
              </a:spcAft>
              <a:buClrTx/>
              <a:buSzTx/>
              <a:buFontTx/>
              <a:buNone/>
              <a:defRPr/>
            </a:pPr>
            <a:endParaRPr kumimoji="0" lang="en-US" sz="800" b="1" i="0" u="none" strike="noStrike" kern="1200" cap="none" spc="0" normalizeH="0" baseline="0" noProof="0">
              <a:ln>
                <a:noFill/>
              </a:ln>
              <a:solidFill>
                <a:schemeClr val="tx2"/>
              </a:solidFill>
              <a:effectLst/>
              <a:uLnTx/>
              <a:uFillTx/>
              <a:latin typeface="华文中宋" panose="02010600040101010101" pitchFamily="2" charset="-122"/>
              <a:ea typeface="楷体_GB2312" pitchFamily="49" charset="-122"/>
              <a:cs typeface="+mn-cs"/>
            </a:endParaRPr>
          </a:p>
        </p:txBody>
      </p:sp>
      <p:sp>
        <p:nvSpPr>
          <p:cNvPr id="22" name="灯片编号占位符 22"/>
          <p:cNvSpPr>
            <a:spLocks noGrp="1"/>
          </p:cNvSpPr>
          <p:nvPr>
            <p:ph type="sldNum" sz="quarter" idx="4"/>
          </p:nvPr>
        </p:nvSpPr>
        <p:spPr>
          <a:xfrm>
            <a:off x="8174038" y="1588"/>
            <a:ext cx="762000" cy="366713"/>
          </a:xfrm>
          <a:prstGeom prst="rect">
            <a:avLst/>
          </a:prstGeom>
        </p:spPr>
        <p:txBody>
          <a:bodyPr vert="horz" anchor="b"/>
          <a:lstStyle>
            <a:lvl1pPr>
              <a:defRPr/>
            </a:lvl1pPr>
          </a:lstStyle>
          <a:p>
            <a:pPr marL="0" marR="0" lvl="0" indent="0" algn="ctr" defTabSz="914400" rtl="0" eaLnBrk="1" fontAlgn="base" latinLnBrk="0" hangingPunct="1">
              <a:lnSpc>
                <a:spcPct val="130000"/>
              </a:lnSpc>
              <a:spcBef>
                <a:spcPct val="20000"/>
              </a:spcBef>
              <a:spcAft>
                <a:spcPct val="0"/>
              </a:spcAft>
              <a:buClrTx/>
              <a:buSzTx/>
              <a:buFontTx/>
              <a:buNone/>
              <a:defRPr/>
            </a:pPr>
            <a:fld id="{93EBBCB6-47D6-4C71-B20D-B9AEC354EA9E}" type="slidenum">
              <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rPr>
            </a:fld>
            <a:endPar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endParaRPr>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xAndObj">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685800" y="1981200"/>
            <a:ext cx="3810000" cy="4114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981200"/>
            <a:ext cx="3810000" cy="4114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20" name="日期占位符 13"/>
          <p:cNvSpPr>
            <a:spLocks noGrp="1"/>
          </p:cNvSpPr>
          <p:nvPr>
            <p:ph type="dt" sz="half" idx="12"/>
          </p:nvPr>
        </p:nvSpPr>
        <p:spPr>
          <a:xfrm>
            <a:off x="6586538" y="612775"/>
            <a:ext cx="957263" cy="457200"/>
          </a:xfrm>
          <a:prstGeom prst="rect">
            <a:avLst/>
          </a:prstGeom>
        </p:spPr>
        <p:txBody>
          <a:bodyPr vert="horz"/>
          <a:lstStyle>
            <a:lvl1pPr>
              <a:defRPr/>
            </a:lvl1pPr>
          </a:lstStyle>
          <a:p>
            <a:pPr marL="0" marR="0" lvl="0" indent="0" algn="r" defTabSz="914400" rtl="0" eaLnBrk="1" fontAlgn="base" latinLnBrk="0" hangingPunct="1">
              <a:lnSpc>
                <a:spcPct val="130000"/>
              </a:lnSpc>
              <a:spcBef>
                <a:spcPct val="20000"/>
              </a:spcBef>
              <a:spcAft>
                <a:spcPct val="0"/>
              </a:spcAft>
              <a:buClrTx/>
              <a:buSzTx/>
              <a:buFontTx/>
              <a:buNone/>
              <a:defRPr/>
            </a:pPr>
            <a:fld id="{FBA3AE9E-BD70-4C70-B745-D9BF1F40E17A}" type="datetime1">
              <a:rPr kumimoji="0" lang="en-US" altLang="zh-CN"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rPr>
            </a:fld>
            <a:endParaRPr kumimoji="0" lang="en-US" sz="800" b="1" i="0" u="none" strike="noStrike" kern="1200" cap="none" spc="0" normalizeH="0" baseline="0" noProof="0" dirty="0">
              <a:ln>
                <a:noFill/>
              </a:ln>
              <a:solidFill>
                <a:schemeClr val="tx2"/>
              </a:solidFill>
              <a:effectLst/>
              <a:uLnTx/>
              <a:uFillTx/>
              <a:latin typeface="华文中宋" panose="02010600040101010101" pitchFamily="2" charset="-122"/>
              <a:ea typeface="楷体_GB2312" pitchFamily="49" charset="-122"/>
              <a:cs typeface="+mn-cs"/>
            </a:endParaRPr>
          </a:p>
        </p:txBody>
      </p:sp>
      <p:sp>
        <p:nvSpPr>
          <p:cNvPr id="21" name="页脚占位符 2"/>
          <p:cNvSpPr>
            <a:spLocks noGrp="1"/>
          </p:cNvSpPr>
          <p:nvPr>
            <p:ph type="ftr" sz="quarter" idx="3"/>
          </p:nvPr>
        </p:nvSpPr>
        <p:spPr>
          <a:xfrm>
            <a:off x="5257800" y="612775"/>
            <a:ext cx="1325563" cy="457200"/>
          </a:xfrm>
          <a:prstGeom prst="rect">
            <a:avLst/>
          </a:prstGeom>
        </p:spPr>
        <p:txBody>
          <a:bodyPr vert="horz"/>
          <a:lstStyle>
            <a:lvl1pPr>
              <a:defRPr/>
            </a:lvl1pPr>
          </a:lstStyle>
          <a:p>
            <a:pPr marL="0" marR="0" lvl="0" indent="0" algn="l" defTabSz="914400" rtl="0" eaLnBrk="1" fontAlgn="base" latinLnBrk="0" hangingPunct="1">
              <a:lnSpc>
                <a:spcPct val="130000"/>
              </a:lnSpc>
              <a:spcBef>
                <a:spcPct val="20000"/>
              </a:spcBef>
              <a:spcAft>
                <a:spcPct val="0"/>
              </a:spcAft>
              <a:buClrTx/>
              <a:buSzTx/>
              <a:buFontTx/>
              <a:buNone/>
              <a:defRPr/>
            </a:pPr>
            <a:endParaRPr kumimoji="0" lang="en-US" sz="800" b="1" i="0" u="none" strike="noStrike" kern="1200" cap="none" spc="0" normalizeH="0" baseline="0" noProof="0">
              <a:ln>
                <a:noFill/>
              </a:ln>
              <a:solidFill>
                <a:schemeClr val="tx2"/>
              </a:solidFill>
              <a:effectLst/>
              <a:uLnTx/>
              <a:uFillTx/>
              <a:latin typeface="华文中宋" panose="02010600040101010101" pitchFamily="2" charset="-122"/>
              <a:ea typeface="楷体_GB2312" pitchFamily="49" charset="-122"/>
              <a:cs typeface="+mn-cs"/>
            </a:endParaRPr>
          </a:p>
        </p:txBody>
      </p:sp>
      <p:sp>
        <p:nvSpPr>
          <p:cNvPr id="22" name="灯片编号占位符 22"/>
          <p:cNvSpPr>
            <a:spLocks noGrp="1"/>
          </p:cNvSpPr>
          <p:nvPr>
            <p:ph type="sldNum" sz="quarter" idx="4"/>
          </p:nvPr>
        </p:nvSpPr>
        <p:spPr>
          <a:xfrm>
            <a:off x="8174038" y="1588"/>
            <a:ext cx="762000" cy="366713"/>
          </a:xfrm>
          <a:prstGeom prst="rect">
            <a:avLst/>
          </a:prstGeom>
        </p:spPr>
        <p:txBody>
          <a:bodyPr vert="horz" anchor="b"/>
          <a:lstStyle>
            <a:lvl1pPr>
              <a:defRPr/>
            </a:lvl1pPr>
          </a:lstStyle>
          <a:p>
            <a:pPr marL="0" marR="0" lvl="0" indent="0" algn="ctr" defTabSz="914400" rtl="0" eaLnBrk="1" fontAlgn="base" latinLnBrk="0" hangingPunct="1">
              <a:lnSpc>
                <a:spcPct val="130000"/>
              </a:lnSpc>
              <a:spcBef>
                <a:spcPct val="20000"/>
              </a:spcBef>
              <a:spcAft>
                <a:spcPct val="0"/>
              </a:spcAft>
              <a:buClrTx/>
              <a:buSzTx/>
              <a:buFontTx/>
              <a:buNone/>
              <a:defRPr/>
            </a:pPr>
            <a:fld id="{077A9D31-7FE6-4798-98CB-675002D58090}" type="slidenum">
              <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rPr>
            </a:fld>
            <a:endPar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endParaRPr>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xAndTwoObj">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685800" y="1981200"/>
            <a:ext cx="3810000" cy="4114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4648200" y="1981200"/>
            <a:ext cx="3810000" cy="1981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4648200" y="4114800"/>
            <a:ext cx="3810000" cy="1981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20" name="日期占位符 13"/>
          <p:cNvSpPr>
            <a:spLocks noGrp="1"/>
          </p:cNvSpPr>
          <p:nvPr>
            <p:ph type="dt" sz="half" idx="12"/>
          </p:nvPr>
        </p:nvSpPr>
        <p:spPr>
          <a:xfrm>
            <a:off x="6586538" y="612775"/>
            <a:ext cx="957263" cy="457200"/>
          </a:xfrm>
          <a:prstGeom prst="rect">
            <a:avLst/>
          </a:prstGeom>
        </p:spPr>
        <p:txBody>
          <a:bodyPr vert="horz"/>
          <a:lstStyle>
            <a:lvl1pPr>
              <a:defRPr/>
            </a:lvl1pPr>
          </a:lstStyle>
          <a:p>
            <a:pPr marL="0" marR="0" lvl="0" indent="0" algn="r" defTabSz="914400" rtl="0" eaLnBrk="1" fontAlgn="base" latinLnBrk="0" hangingPunct="1">
              <a:lnSpc>
                <a:spcPct val="130000"/>
              </a:lnSpc>
              <a:spcBef>
                <a:spcPct val="20000"/>
              </a:spcBef>
              <a:spcAft>
                <a:spcPct val="0"/>
              </a:spcAft>
              <a:buClrTx/>
              <a:buSzTx/>
              <a:buFontTx/>
              <a:buNone/>
              <a:defRPr/>
            </a:pPr>
            <a:fld id="{F891F579-B361-4E80-AEF2-B60AE8BD9DC6}" type="datetime1">
              <a:rPr kumimoji="0" lang="en-US" altLang="zh-CN"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rPr>
            </a:fld>
            <a:endParaRPr kumimoji="0" lang="en-US" sz="800" b="1" i="0" u="none" strike="noStrike" kern="1200" cap="none" spc="0" normalizeH="0" baseline="0" noProof="0" dirty="0">
              <a:ln>
                <a:noFill/>
              </a:ln>
              <a:solidFill>
                <a:schemeClr val="tx2"/>
              </a:solidFill>
              <a:effectLst/>
              <a:uLnTx/>
              <a:uFillTx/>
              <a:latin typeface="华文中宋" panose="02010600040101010101" pitchFamily="2" charset="-122"/>
              <a:ea typeface="楷体_GB2312" pitchFamily="49" charset="-122"/>
              <a:cs typeface="+mn-cs"/>
            </a:endParaRPr>
          </a:p>
        </p:txBody>
      </p:sp>
      <p:sp>
        <p:nvSpPr>
          <p:cNvPr id="21" name="页脚占位符 2"/>
          <p:cNvSpPr>
            <a:spLocks noGrp="1"/>
          </p:cNvSpPr>
          <p:nvPr>
            <p:ph type="ftr" sz="quarter" idx="13"/>
          </p:nvPr>
        </p:nvSpPr>
        <p:spPr>
          <a:xfrm>
            <a:off x="5257800" y="612775"/>
            <a:ext cx="1325563" cy="457200"/>
          </a:xfrm>
          <a:prstGeom prst="rect">
            <a:avLst/>
          </a:prstGeom>
        </p:spPr>
        <p:txBody>
          <a:bodyPr vert="horz"/>
          <a:lstStyle>
            <a:lvl1pPr>
              <a:defRPr/>
            </a:lvl1pPr>
          </a:lstStyle>
          <a:p>
            <a:pPr marL="0" marR="0" lvl="0" indent="0" algn="l" defTabSz="914400" rtl="0" eaLnBrk="1" fontAlgn="base" latinLnBrk="0" hangingPunct="1">
              <a:lnSpc>
                <a:spcPct val="130000"/>
              </a:lnSpc>
              <a:spcBef>
                <a:spcPct val="20000"/>
              </a:spcBef>
              <a:spcAft>
                <a:spcPct val="0"/>
              </a:spcAft>
              <a:buClrTx/>
              <a:buSzTx/>
              <a:buFontTx/>
              <a:buNone/>
              <a:defRPr/>
            </a:pPr>
            <a:endParaRPr kumimoji="0" lang="en-US" sz="800" b="1" i="0" u="none" strike="noStrike" kern="1200" cap="none" spc="0" normalizeH="0" baseline="0" noProof="0">
              <a:ln>
                <a:noFill/>
              </a:ln>
              <a:solidFill>
                <a:schemeClr val="tx2"/>
              </a:solidFill>
              <a:effectLst/>
              <a:uLnTx/>
              <a:uFillTx/>
              <a:latin typeface="华文中宋" panose="02010600040101010101" pitchFamily="2" charset="-122"/>
              <a:ea typeface="楷体_GB2312" pitchFamily="49" charset="-122"/>
              <a:cs typeface="+mn-cs"/>
            </a:endParaRPr>
          </a:p>
        </p:txBody>
      </p:sp>
      <p:sp>
        <p:nvSpPr>
          <p:cNvPr id="22" name="灯片编号占位符 22"/>
          <p:cNvSpPr>
            <a:spLocks noGrp="1"/>
          </p:cNvSpPr>
          <p:nvPr>
            <p:ph type="sldNum" sz="quarter" idx="4"/>
          </p:nvPr>
        </p:nvSpPr>
        <p:spPr>
          <a:xfrm>
            <a:off x="8174038" y="1588"/>
            <a:ext cx="762000" cy="366713"/>
          </a:xfrm>
          <a:prstGeom prst="rect">
            <a:avLst/>
          </a:prstGeom>
        </p:spPr>
        <p:txBody>
          <a:bodyPr vert="horz" anchor="b"/>
          <a:lstStyle>
            <a:lvl1pPr>
              <a:defRPr/>
            </a:lvl1pPr>
          </a:lstStyle>
          <a:p>
            <a:pPr marL="0" marR="0" lvl="0" indent="0" algn="ctr" defTabSz="914400" rtl="0" eaLnBrk="1" fontAlgn="base" latinLnBrk="0" hangingPunct="1">
              <a:lnSpc>
                <a:spcPct val="130000"/>
              </a:lnSpc>
              <a:spcBef>
                <a:spcPct val="20000"/>
              </a:spcBef>
              <a:spcAft>
                <a:spcPct val="0"/>
              </a:spcAft>
              <a:buClrTx/>
              <a:buSzTx/>
              <a:buFontTx/>
              <a:buNone/>
              <a:defRPr/>
            </a:pPr>
            <a:fld id="{BFF1BC8E-875D-4D17-80BC-E8FEC7B39599}" type="slidenum">
              <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rPr>
            </a:fld>
            <a:endPar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2.pn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slideLayout" Target="../slideLayouts/slideLayout23.xml"/><Relationship Id="rId7" Type="http://schemas.openxmlformats.org/officeDocument/2006/relationships/slideLayout" Target="../slideLayouts/slideLayout22.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 Id="rId3" Type="http://schemas.openxmlformats.org/officeDocument/2006/relationships/slideLayout" Target="../slideLayouts/slideLayout18.xml"/><Relationship Id="rId2" Type="http://schemas.openxmlformats.org/officeDocument/2006/relationships/slideLayout" Target="../slideLayouts/slideLayout17.xml"/><Relationship Id="rId15" Type="http://schemas.openxmlformats.org/officeDocument/2006/relationships/theme" Target="../theme/theme2.xml"/><Relationship Id="rId14" Type="http://schemas.openxmlformats.org/officeDocument/2006/relationships/slideLayout" Target="../slideLayouts/slideLayout29.xml"/><Relationship Id="rId13" Type="http://schemas.openxmlformats.org/officeDocument/2006/relationships/slideLayout" Target="../slideLayouts/slideLayout28.xml"/><Relationship Id="rId12" Type="http://schemas.openxmlformats.org/officeDocument/2006/relationships/slideLayout" Target="../slideLayouts/slideLayout27.xml"/><Relationship Id="rId11" Type="http://schemas.openxmlformats.org/officeDocument/2006/relationships/slideLayout" Target="../slideLayouts/slideLayout26.xml"/><Relationship Id="rId10" Type="http://schemas.openxmlformats.org/officeDocument/2006/relationships/slideLayout" Target="../slideLayouts/slideLayout25.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1476375" y="260350"/>
            <a:ext cx="6365875" cy="685800"/>
          </a:xfrm>
          <a:prstGeom prst="rect">
            <a:avLst/>
          </a:prstGeom>
          <a:noFill/>
          <a:ln w="9525">
            <a:noFill/>
          </a:ln>
          <a:effectLst>
            <a:outerShdw dist="17961" dir="2699999" algn="ctr" rotWithShape="0">
              <a:srgbClr val="DDDDDD"/>
            </a:outerShdw>
          </a:effectLst>
        </p:spPr>
        <p:txBody>
          <a:bodyPr anchor="ctr" anchorCtr="0"/>
          <a:p>
            <a:pPr lvl="0"/>
            <a:r>
              <a:rPr lang="zh-CN" altLang="zh-CN" dirty="0"/>
              <a:t>单击此处编辑母版标题样式</a:t>
            </a:r>
            <a:endParaRPr lang="zh-CN" altLang="zh-CN" dirty="0"/>
          </a:p>
        </p:txBody>
      </p:sp>
      <p:sp>
        <p:nvSpPr>
          <p:cNvPr id="1027" name="Rectangle 3"/>
          <p:cNvSpPr>
            <a:spLocks noGrp="1"/>
          </p:cNvSpPr>
          <p:nvPr>
            <p:ph type="body" idx="1"/>
          </p:nvPr>
        </p:nvSpPr>
        <p:spPr>
          <a:xfrm>
            <a:off x="827088" y="1412875"/>
            <a:ext cx="7391400" cy="1978025"/>
          </a:xfrm>
          <a:prstGeom prst="rect">
            <a:avLst/>
          </a:prstGeom>
          <a:noFill/>
          <a:ln w="9525">
            <a:noFill/>
          </a:ln>
        </p:spPr>
        <p:txBody>
          <a:bodyPr>
            <a:spAutoFit/>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1028" name="Line 4"/>
          <p:cNvSpPr/>
          <p:nvPr/>
        </p:nvSpPr>
        <p:spPr>
          <a:xfrm flipV="1">
            <a:off x="381000" y="954088"/>
            <a:ext cx="8294688" cy="36512"/>
          </a:xfrm>
          <a:prstGeom prst="line">
            <a:avLst/>
          </a:prstGeom>
          <a:ln w="38100" cap="flat" cmpd="sng">
            <a:solidFill>
              <a:srgbClr val="0066FF"/>
            </a:solidFill>
            <a:prstDash val="solid"/>
            <a:headEnd type="none" w="med" len="med"/>
            <a:tailEnd type="none" w="med" len="med"/>
          </a:ln>
        </p:spPr>
      </p:sp>
      <p:sp>
        <p:nvSpPr>
          <p:cNvPr id="1029" name="Rectangle 5"/>
          <p:cNvSpPr>
            <a:spLocks noGrp="1" noChangeArrowheads="1"/>
          </p:cNvSpPr>
          <p:nvPr>
            <p:ph type="ftr" sz="quarter" idx="3"/>
          </p:nvPr>
        </p:nvSpPr>
        <p:spPr bwMode="auto">
          <a:xfrm>
            <a:off x="7812088" y="6381750"/>
            <a:ext cx="1331913" cy="476250"/>
          </a:xfrm>
          <a:prstGeom prst="rect">
            <a:avLst/>
          </a:prstGeom>
          <a:noFill/>
          <a:ln>
            <a:noFill/>
          </a:ln>
          <a:effectLst/>
        </p:spPr>
        <p:txBody>
          <a:bodyPr vert="horz" wrap="square" lIns="91440" tIns="45720" rIns="91440" bIns="45720" numCol="1" anchor="t" anchorCtr="0" compatLnSpc="1"/>
          <a:lstStyle>
            <a:lvl1pPr algn="ctr" eaLnBrk="1" hangingPunct="1">
              <a:defRPr sz="1800">
                <a:latin typeface="Times New Roman" panose="02020603050405020304" pitchFamily="18"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59FAAED5-D02A-496E-8E91-7A3BCB597874}"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1030" name="Rectangle 7"/>
          <p:cNvSpPr>
            <a:spLocks noChangeArrowheads="1"/>
          </p:cNvSpPr>
          <p:nvPr/>
        </p:nvSpPr>
        <p:spPr bwMode="auto">
          <a:xfrm rot="10800000" flipH="1" flipV="1">
            <a:off x="0" y="6413500"/>
            <a:ext cx="5715000" cy="39688"/>
          </a:xfrm>
          <a:prstGeom prst="rect">
            <a:avLst/>
          </a:prstGeom>
          <a:gradFill flip="none" rotWithShape="1">
            <a:gsLst>
              <a:gs pos="0">
                <a:srgbClr val="0066FF"/>
              </a:gs>
              <a:gs pos="100000">
                <a:srgbClr val="FFFFFF"/>
              </a:gs>
            </a:gsLst>
            <a:lin ang="0" scaled="1"/>
            <a:tileRect/>
          </a:gradFill>
          <a:ln w="9525">
            <a:noFill/>
            <a:miter lim="800000"/>
          </a:ln>
          <a:effectLst/>
        </p:spPr>
        <p:txBody>
          <a:bodyPr wrap="none" anchor="ctr"/>
          <a:lstStyle>
            <a:lvl1pPr eaLnBrk="0" hangingPunct="0">
              <a:defRPr sz="2400" b="1">
                <a:solidFill>
                  <a:schemeClr val="accent2"/>
                </a:solidFill>
                <a:latin typeface="华文中宋" panose="02010600040101010101" pitchFamily="2" charset="-122"/>
                <a:ea typeface="华文中宋" panose="02010600040101010101" pitchFamily="2" charset="-122"/>
              </a:defRPr>
            </a:lvl1pPr>
            <a:lvl2pPr marL="742950" indent="-285750" eaLnBrk="0" hangingPunct="0">
              <a:defRPr sz="2400" b="1">
                <a:solidFill>
                  <a:schemeClr val="accent2"/>
                </a:solidFill>
                <a:latin typeface="华文中宋" panose="02010600040101010101" pitchFamily="2" charset="-122"/>
                <a:ea typeface="华文中宋" panose="02010600040101010101" pitchFamily="2" charset="-122"/>
              </a:defRPr>
            </a:lvl2pPr>
            <a:lvl3pPr marL="1143000" indent="-228600" eaLnBrk="0" hangingPunct="0">
              <a:defRPr sz="2400" b="1">
                <a:solidFill>
                  <a:schemeClr val="accent2"/>
                </a:solidFill>
                <a:latin typeface="华文中宋" panose="02010600040101010101" pitchFamily="2" charset="-122"/>
                <a:ea typeface="华文中宋" panose="02010600040101010101" pitchFamily="2" charset="-122"/>
              </a:defRPr>
            </a:lvl3pPr>
            <a:lvl4pPr marL="1600200" indent="-228600" eaLnBrk="0" hangingPunct="0">
              <a:defRPr sz="2400" b="1">
                <a:solidFill>
                  <a:schemeClr val="accent2"/>
                </a:solidFill>
                <a:latin typeface="华文中宋" panose="02010600040101010101" pitchFamily="2" charset="-122"/>
                <a:ea typeface="华文中宋" panose="02010600040101010101" pitchFamily="2" charset="-122"/>
              </a:defRPr>
            </a:lvl4pPr>
            <a:lvl5pPr marL="2057400" indent="-228600" eaLnBrk="0" hangingPunct="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uLnTx/>
              <a:uFillTx/>
              <a:latin typeface="华文中宋" panose="02010600040101010101" pitchFamily="2" charset="-122"/>
              <a:ea typeface="华文中宋" panose="02010600040101010101" pitchFamily="2" charset="-122"/>
              <a:cs typeface="+mn-cs"/>
            </a:endParaRPr>
          </a:p>
        </p:txBody>
      </p:sp>
      <p:sp>
        <p:nvSpPr>
          <p:cNvPr id="1033" name="Text Box 9"/>
          <p:cNvSpPr txBox="1">
            <a:spLocks noChangeArrowheads="1"/>
          </p:cNvSpPr>
          <p:nvPr/>
        </p:nvSpPr>
        <p:spPr bwMode="auto">
          <a:xfrm>
            <a:off x="539750" y="6405563"/>
            <a:ext cx="2540000" cy="365125"/>
          </a:xfrm>
          <a:prstGeom prst="rect">
            <a:avLst/>
          </a:prstGeom>
          <a:noFill/>
          <a:ln>
            <a:noFill/>
          </a:ln>
          <a:effectLst/>
        </p:spPr>
        <p:txBody>
          <a:bodyPr lIns="0" tIns="0" rIns="0" bIns="0" anchor="ctr">
            <a:spAutoFit/>
          </a:bodyPr>
          <a:lstStyle/>
          <a:p>
            <a:pPr marL="0" marR="0" lvl="0" indent="0" algn="l" defTabSz="914400" rtl="0" eaLnBrk="1" fontAlgn="base" latinLnBrk="0" hangingPunct="1">
              <a:lnSpc>
                <a:spcPct val="150000"/>
              </a:lnSpc>
              <a:spcBef>
                <a:spcPct val="50000"/>
              </a:spcBef>
              <a:spcAft>
                <a:spcPct val="50000"/>
              </a:spcAft>
              <a:buClrTx/>
              <a:buSzTx/>
              <a:buFontTx/>
              <a:buNone/>
              <a:defRPr/>
            </a:pP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r>
              <a:rPr kumimoji="0" lang="zh-CN" altLang="en-US"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软件工程与安全</a:t>
            </a: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endParaRPr kumimoji="0" 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endParaRPr>
          </a:p>
        </p:txBody>
      </p:sp>
      <p:pic>
        <p:nvPicPr>
          <p:cNvPr id="1032" name="图片 1"/>
          <p:cNvPicPr>
            <a:picLocks noChangeAspect="1"/>
          </p:cNvPicPr>
          <p:nvPr userDrawn="1"/>
        </p:nvPicPr>
        <p:blipFill>
          <a:blip r:embed="rId16"/>
          <a:stretch>
            <a:fillRect/>
          </a:stretch>
        </p:blipFill>
        <p:spPr>
          <a:xfrm>
            <a:off x="8294688" y="71438"/>
            <a:ext cx="763587" cy="7651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p:hf sldNum="0" hdr="0" ftr="0" dt="0"/>
  <p:txStyles>
    <p:titleStyle>
      <a:lvl1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cs typeface="+mj-cs"/>
        </a:defRPr>
      </a:lvl1pPr>
      <a:lvl2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2pPr>
      <a:lvl3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3pPr>
      <a:lvl4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4pPr>
      <a:lvl5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5pPr>
      <a:lvl6pPr marL="4572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9pPr>
    </p:titleStyle>
    <p:body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vl6pPr marL="2386330" indent="-228600" algn="just" rtl="0" fontAlgn="base">
        <a:lnSpc>
          <a:spcPct val="140000"/>
        </a:lnSpc>
        <a:spcBef>
          <a:spcPct val="20000"/>
        </a:spcBef>
        <a:spcAft>
          <a:spcPct val="0"/>
        </a:spcAft>
        <a:buChar char="»"/>
        <a:defRPr sz="1200">
          <a:solidFill>
            <a:schemeClr val="tx1"/>
          </a:solidFill>
          <a:latin typeface="+mn-lt"/>
          <a:ea typeface="+mn-ea"/>
        </a:defRPr>
      </a:lvl6pPr>
      <a:lvl7pPr marL="2843530" indent="-228600" algn="just" rtl="0" fontAlgn="base">
        <a:lnSpc>
          <a:spcPct val="140000"/>
        </a:lnSpc>
        <a:spcBef>
          <a:spcPct val="20000"/>
        </a:spcBef>
        <a:spcAft>
          <a:spcPct val="0"/>
        </a:spcAft>
        <a:buChar char="»"/>
        <a:defRPr sz="1200">
          <a:solidFill>
            <a:schemeClr val="tx1"/>
          </a:solidFill>
          <a:latin typeface="+mn-lt"/>
          <a:ea typeface="+mn-ea"/>
        </a:defRPr>
      </a:lvl7pPr>
      <a:lvl8pPr marL="3300730" indent="-228600" algn="just" rtl="0" fontAlgn="base">
        <a:lnSpc>
          <a:spcPct val="140000"/>
        </a:lnSpc>
        <a:spcBef>
          <a:spcPct val="20000"/>
        </a:spcBef>
        <a:spcAft>
          <a:spcPct val="0"/>
        </a:spcAft>
        <a:buChar char="»"/>
        <a:defRPr sz="1200">
          <a:solidFill>
            <a:schemeClr val="tx1"/>
          </a:solidFill>
          <a:latin typeface="+mn-lt"/>
          <a:ea typeface="+mn-ea"/>
        </a:defRPr>
      </a:lvl8pPr>
      <a:lvl9pPr marL="3757930" indent="-228600" algn="just" rtl="0" fontAlgn="base">
        <a:lnSpc>
          <a:spcPct val="140000"/>
        </a:lnSpc>
        <a:spcBef>
          <a:spcPct val="20000"/>
        </a:spcBef>
        <a:spcAft>
          <a:spcPct val="0"/>
        </a:spcAft>
        <a:buChar char="»"/>
        <a:defRPr sz="12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8" name="矩形 27"/>
          <p:cNvSpPr/>
          <p:nvPr/>
        </p:nvSpPr>
        <p:spPr>
          <a:xfrm>
            <a:off x="0" y="366713"/>
            <a:ext cx="9144000" cy="84138"/>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30000"/>
              </a:lnSpc>
              <a:spcBef>
                <a:spcPct val="20000"/>
              </a:spcBef>
              <a:spcAft>
                <a:spcPct val="0"/>
              </a:spcAft>
              <a:buClrTx/>
              <a:buSzTx/>
              <a:buFontTx/>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29" name="矩形 28"/>
          <p:cNvSpPr/>
          <p:nvPr/>
        </p:nvSpPr>
        <p:spPr>
          <a:xfrm>
            <a:off x="0" y="0"/>
            <a:ext cx="9144000" cy="3111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30000"/>
              </a:lnSpc>
              <a:spcBef>
                <a:spcPct val="20000"/>
              </a:spcBef>
              <a:spcAft>
                <a:spcPct val="0"/>
              </a:spcAft>
              <a:buClrTx/>
              <a:buSzTx/>
              <a:buFontTx/>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30" name="矩形 29"/>
          <p:cNvSpPr/>
          <p:nvPr/>
        </p:nvSpPr>
        <p:spPr>
          <a:xfrm>
            <a:off x="0" y="307975"/>
            <a:ext cx="9144000" cy="92075"/>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30000"/>
              </a:lnSpc>
              <a:spcBef>
                <a:spcPct val="20000"/>
              </a:spcBef>
              <a:spcAft>
                <a:spcPct val="0"/>
              </a:spcAft>
              <a:buClrTx/>
              <a:buSzTx/>
              <a:buFontTx/>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31" name="矩形 30"/>
          <p:cNvSpPr/>
          <p:nvPr/>
        </p:nvSpPr>
        <p:spPr>
          <a:xfrm flipV="1">
            <a:off x="5410200" y="360363"/>
            <a:ext cx="3733800" cy="90488"/>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30000"/>
              </a:lnSpc>
              <a:spcBef>
                <a:spcPct val="20000"/>
              </a:spcBef>
              <a:spcAft>
                <a:spcPct val="0"/>
              </a:spcAft>
              <a:buClrTx/>
              <a:buSzTx/>
              <a:buFontTx/>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32" name="矩形 31"/>
          <p:cNvSpPr/>
          <p:nvPr/>
        </p:nvSpPr>
        <p:spPr>
          <a:xfrm flipV="1">
            <a:off x="5410200" y="439738"/>
            <a:ext cx="3733800" cy="1809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30000"/>
              </a:lnSpc>
              <a:spcBef>
                <a:spcPct val="20000"/>
              </a:spcBef>
              <a:spcAft>
                <a:spcPct val="0"/>
              </a:spcAft>
              <a:buClrTx/>
              <a:buSzTx/>
              <a:buFontTx/>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useBgFill="1">
        <p:nvSpPr>
          <p:cNvPr id="33" name="圆角矩形 32"/>
          <p:cNvSpPr/>
          <p:nvPr/>
        </p:nvSpPr>
        <p:spPr bwMode="white">
          <a:xfrm>
            <a:off x="5407025" y="496888"/>
            <a:ext cx="3063875" cy="28575"/>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30000"/>
              </a:lnSpc>
              <a:spcBef>
                <a:spcPct val="20000"/>
              </a:spcBef>
              <a:spcAft>
                <a:spcPct val="0"/>
              </a:spcAft>
              <a:buClrTx/>
              <a:buSzTx/>
              <a:buFontTx/>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useBgFill="1">
        <p:nvSpPr>
          <p:cNvPr id="34" name="圆角矩形 33"/>
          <p:cNvSpPr/>
          <p:nvPr/>
        </p:nvSpPr>
        <p:spPr bwMode="white">
          <a:xfrm>
            <a:off x="7373938" y="588963"/>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30000"/>
              </a:lnSpc>
              <a:spcBef>
                <a:spcPct val="20000"/>
              </a:spcBef>
              <a:spcAft>
                <a:spcPct val="0"/>
              </a:spcAft>
              <a:buClrTx/>
              <a:buSzTx/>
              <a:buFontTx/>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35" name="矩形 34"/>
          <p:cNvSpPr/>
          <p:nvPr/>
        </p:nvSpPr>
        <p:spPr bwMode="invGray">
          <a:xfrm>
            <a:off x="9085263" y="-1587"/>
            <a:ext cx="57150"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30000"/>
              </a:lnSpc>
              <a:spcBef>
                <a:spcPct val="20000"/>
              </a:spcBef>
              <a:spcAft>
                <a:spcPct val="0"/>
              </a:spcAft>
              <a:buClrTx/>
              <a:buSzTx/>
              <a:buFontTx/>
              <a:buNone/>
              <a:defRPr/>
            </a:pPr>
            <a:endParaRPr kumimoji="0" lang="en-US" sz="2400" b="1" i="0" u="none" strike="noStrike" kern="1200" cap="none" spc="0" normalizeH="0" baseline="0" noProof="0" dirty="0">
              <a:ln>
                <a:noFill/>
              </a:ln>
              <a:solidFill>
                <a:schemeClr val="lt1"/>
              </a:solidFill>
              <a:effectLst/>
              <a:uLnTx/>
              <a:uFillTx/>
              <a:latin typeface="+mn-lt"/>
              <a:ea typeface="+mn-ea"/>
              <a:cs typeface="+mn-cs"/>
            </a:endParaRPr>
          </a:p>
        </p:txBody>
      </p:sp>
      <p:sp>
        <p:nvSpPr>
          <p:cNvPr id="36" name="矩形 35"/>
          <p:cNvSpPr/>
          <p:nvPr/>
        </p:nvSpPr>
        <p:spPr bwMode="invGray">
          <a:xfrm>
            <a:off x="9043988" y="-1587"/>
            <a:ext cx="28575"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30000"/>
              </a:lnSpc>
              <a:spcBef>
                <a:spcPct val="20000"/>
              </a:spcBef>
              <a:spcAft>
                <a:spcPct val="0"/>
              </a:spcAft>
              <a:buClrTx/>
              <a:buSzTx/>
              <a:buFontTx/>
              <a:buNone/>
              <a:defRPr/>
            </a:pPr>
            <a:endParaRPr kumimoji="0" lang="en-US" sz="2400" b="1" i="0" u="none" strike="noStrike" kern="1200" cap="none" spc="0" normalizeH="0" baseline="0" noProof="0" dirty="0">
              <a:ln>
                <a:noFill/>
              </a:ln>
              <a:solidFill>
                <a:schemeClr val="lt1"/>
              </a:solidFill>
              <a:effectLst/>
              <a:uLnTx/>
              <a:uFillTx/>
              <a:latin typeface="+mn-lt"/>
              <a:ea typeface="+mn-ea"/>
              <a:cs typeface="+mn-cs"/>
            </a:endParaRPr>
          </a:p>
        </p:txBody>
      </p:sp>
      <p:sp>
        <p:nvSpPr>
          <p:cNvPr id="37" name="矩形 36"/>
          <p:cNvSpPr/>
          <p:nvPr/>
        </p:nvSpPr>
        <p:spPr bwMode="invGray">
          <a:xfrm>
            <a:off x="9024938" y="-1587"/>
            <a:ext cx="9525" cy="620713"/>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30000"/>
              </a:lnSpc>
              <a:spcBef>
                <a:spcPct val="20000"/>
              </a:spcBef>
              <a:spcAft>
                <a:spcPct val="0"/>
              </a:spcAft>
              <a:buClrTx/>
              <a:buSzTx/>
              <a:buFontTx/>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38" name="矩形 37"/>
          <p:cNvSpPr/>
          <p:nvPr/>
        </p:nvSpPr>
        <p:spPr bwMode="invGray">
          <a:xfrm>
            <a:off x="8975725" y="-1587"/>
            <a:ext cx="26988" cy="620713"/>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30000"/>
              </a:lnSpc>
              <a:spcBef>
                <a:spcPct val="20000"/>
              </a:spcBef>
              <a:spcAft>
                <a:spcPct val="0"/>
              </a:spcAft>
              <a:buClrTx/>
              <a:buSzTx/>
              <a:buFontTx/>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39" name="矩形 38"/>
          <p:cNvSpPr/>
          <p:nvPr/>
        </p:nvSpPr>
        <p:spPr bwMode="invGray">
          <a:xfrm>
            <a:off x="8915400" y="0"/>
            <a:ext cx="55563" cy="585788"/>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30000"/>
              </a:lnSpc>
              <a:spcBef>
                <a:spcPct val="20000"/>
              </a:spcBef>
              <a:spcAft>
                <a:spcPct val="0"/>
              </a:spcAft>
              <a:buClrTx/>
              <a:buSzTx/>
              <a:buFontTx/>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40" name="矩形 39"/>
          <p:cNvSpPr/>
          <p:nvPr/>
        </p:nvSpPr>
        <p:spPr bwMode="invGray">
          <a:xfrm>
            <a:off x="8874125" y="0"/>
            <a:ext cx="7938" cy="585788"/>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30000"/>
              </a:lnSpc>
              <a:spcBef>
                <a:spcPct val="20000"/>
              </a:spcBef>
              <a:spcAft>
                <a:spcPct val="0"/>
              </a:spcAft>
              <a:buClrTx/>
              <a:buSzTx/>
              <a:buFontTx/>
              <a:buNone/>
              <a:defRPr/>
            </a:pPr>
            <a:endParaRPr kumimoji="0" lang="en-US" sz="2400" b="1" i="0" u="none" strike="noStrike" kern="1200" cap="none" spc="0" normalizeH="0" baseline="0" noProof="0" dirty="0">
              <a:ln>
                <a:noFill/>
              </a:ln>
              <a:solidFill>
                <a:schemeClr val="lt1"/>
              </a:solidFill>
              <a:effectLst/>
              <a:uLnTx/>
              <a:uFillTx/>
              <a:latin typeface="+mn-lt"/>
              <a:ea typeface="+mn-ea"/>
              <a:cs typeface="+mn-cs"/>
            </a:endParaRPr>
          </a:p>
        </p:txBody>
      </p:sp>
      <p:sp>
        <p:nvSpPr>
          <p:cNvPr id="2063" name="标题占位符 21"/>
          <p:cNvSpPr>
            <a:spLocks noGrp="1"/>
          </p:cNvSpPr>
          <p:nvPr>
            <p:ph type="title"/>
          </p:nvPr>
        </p:nvSpPr>
        <p:spPr>
          <a:xfrm>
            <a:off x="457200" y="1143000"/>
            <a:ext cx="8229600" cy="1066800"/>
          </a:xfrm>
          <a:prstGeom prst="rect">
            <a:avLst/>
          </a:prstGeom>
          <a:noFill/>
          <a:ln w="9525">
            <a:noFill/>
          </a:ln>
        </p:spPr>
        <p:txBody>
          <a:bodyPr anchor="ctr" anchorCtr="0"/>
          <a:p>
            <a:pPr lvl="0"/>
            <a:r>
              <a:rPr lang="zh-CN" altLang="en-US" dirty="0"/>
              <a:t>单击此处编辑母版标题样式</a:t>
            </a:r>
            <a:endParaRPr lang="en-US" altLang="zh-CN" dirty="0"/>
          </a:p>
        </p:txBody>
      </p:sp>
      <p:sp>
        <p:nvSpPr>
          <p:cNvPr id="2064" name="文本占位符 12"/>
          <p:cNvSpPr>
            <a:spLocks noGrp="1"/>
          </p:cNvSpPr>
          <p:nvPr>
            <p:ph type="body"/>
          </p:nvPr>
        </p:nvSpPr>
        <p:spPr>
          <a:xfrm>
            <a:off x="457200" y="2249488"/>
            <a:ext cx="8229600" cy="432435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p:txBody>
      </p:sp>
      <p:sp>
        <p:nvSpPr>
          <p:cNvPr id="14" name="日期占位符 13"/>
          <p:cNvSpPr>
            <a:spLocks noGrp="1"/>
          </p:cNvSpPr>
          <p:nvPr>
            <p:ph type="dt" sz="half" idx="2"/>
          </p:nvPr>
        </p:nvSpPr>
        <p:spPr>
          <a:xfrm>
            <a:off x="6586538" y="612775"/>
            <a:ext cx="957263" cy="457200"/>
          </a:xfrm>
          <a:prstGeom prst="rect">
            <a:avLst/>
          </a:prstGeom>
        </p:spPr>
        <p:txBody>
          <a:bodyPr vert="horz"/>
          <a:lstStyle>
            <a:lvl1pPr algn="r" eaLnBrk="1" latinLnBrk="0" hangingPunct="1">
              <a:lnSpc>
                <a:spcPct val="130000"/>
              </a:lnSpc>
              <a:spcBef>
                <a:spcPct val="20000"/>
              </a:spcBef>
              <a:defRPr kumimoji="0" sz="800">
                <a:solidFill>
                  <a:schemeClr val="accent2"/>
                </a:solidFill>
                <a:ea typeface="楷体_GB2312" pitchFamily="49" charset="-122"/>
                <a:cs typeface="+mn-cs"/>
              </a:defRPr>
            </a:lvl1pPr>
          </a:lstStyle>
          <a:p>
            <a:pPr marL="0" marR="0" lvl="0" indent="0" algn="r" defTabSz="914400" rtl="0" eaLnBrk="1" fontAlgn="base" latinLnBrk="0" hangingPunct="1">
              <a:lnSpc>
                <a:spcPct val="130000"/>
              </a:lnSpc>
              <a:spcBef>
                <a:spcPct val="20000"/>
              </a:spcBef>
              <a:spcAft>
                <a:spcPct val="0"/>
              </a:spcAft>
              <a:buClrTx/>
              <a:buSzTx/>
              <a:buFontTx/>
              <a:buNone/>
              <a:defRPr/>
            </a:pPr>
            <a:fld id="{64938F49-9CDC-459B-BF9E-F388262C9AE4}" type="datetime1">
              <a:rPr kumimoji="0" lang="en-US" altLang="zh-CN" sz="800" b="1" i="0" u="none" strike="noStrike" kern="1200" cap="none" spc="0" normalizeH="0" baseline="0" noProof="0">
                <a:ln>
                  <a:noFill/>
                </a:ln>
                <a:solidFill>
                  <a:schemeClr val="accent2"/>
                </a:solidFill>
                <a:effectLst/>
                <a:uLnTx/>
                <a:uFillTx/>
                <a:latin typeface="华文中宋" panose="02010600040101010101" pitchFamily="2" charset="-122"/>
                <a:ea typeface="楷体_GB2312" pitchFamily="49" charset="-122"/>
                <a:cs typeface="+mn-cs"/>
              </a:rPr>
            </a:fld>
            <a:endParaRPr kumimoji="0" lang="en-US" sz="800" b="1" i="0" u="none" strike="noStrike" kern="1200" cap="none" spc="0" normalizeH="0" baseline="0" noProof="0" dirty="0">
              <a:ln>
                <a:noFill/>
              </a:ln>
              <a:solidFill>
                <a:schemeClr val="tx2"/>
              </a:solidFill>
              <a:effectLst/>
              <a:uLnTx/>
              <a:uFillTx/>
              <a:latin typeface="华文中宋" panose="02010600040101010101" pitchFamily="2" charset="-122"/>
              <a:ea typeface="楷体_GB2312" pitchFamily="49" charset="-122"/>
              <a:cs typeface="+mn-cs"/>
            </a:endParaRPr>
          </a:p>
        </p:txBody>
      </p:sp>
      <p:sp>
        <p:nvSpPr>
          <p:cNvPr id="3" name="页脚占位符 2"/>
          <p:cNvSpPr>
            <a:spLocks noGrp="1"/>
          </p:cNvSpPr>
          <p:nvPr>
            <p:ph type="ftr" sz="quarter" idx="3"/>
          </p:nvPr>
        </p:nvSpPr>
        <p:spPr>
          <a:xfrm>
            <a:off x="5257800" y="612775"/>
            <a:ext cx="1325563" cy="457200"/>
          </a:xfrm>
          <a:prstGeom prst="rect">
            <a:avLst/>
          </a:prstGeom>
        </p:spPr>
        <p:txBody>
          <a:bodyPr vert="horz"/>
          <a:lstStyle>
            <a:lvl1pPr algn="l" eaLnBrk="1" latinLnBrk="0" hangingPunct="1">
              <a:lnSpc>
                <a:spcPct val="130000"/>
              </a:lnSpc>
              <a:spcBef>
                <a:spcPct val="20000"/>
              </a:spcBef>
              <a:defRPr kumimoji="0" sz="800">
                <a:solidFill>
                  <a:schemeClr val="tx2"/>
                </a:solidFill>
                <a:ea typeface="楷体_GB2312" pitchFamily="49" charset="-122"/>
                <a:cs typeface="+mn-cs"/>
              </a:defRPr>
            </a:lvl1pPr>
          </a:lstStyle>
          <a:p>
            <a:pPr marL="0" marR="0" lvl="0" indent="0" algn="l" defTabSz="914400" rtl="0" eaLnBrk="1" fontAlgn="base" latinLnBrk="0" hangingPunct="1">
              <a:lnSpc>
                <a:spcPct val="130000"/>
              </a:lnSpc>
              <a:spcBef>
                <a:spcPct val="20000"/>
              </a:spcBef>
              <a:spcAft>
                <a:spcPct val="0"/>
              </a:spcAft>
              <a:buClrTx/>
              <a:buSzTx/>
              <a:buFontTx/>
              <a:buNone/>
              <a:defRPr/>
            </a:pPr>
            <a:endParaRPr kumimoji="0" lang="en-US" sz="800" b="1" i="0" u="none" strike="noStrike" kern="1200" cap="none" spc="0" normalizeH="0" baseline="0" noProof="0">
              <a:ln>
                <a:noFill/>
              </a:ln>
              <a:solidFill>
                <a:schemeClr val="tx2"/>
              </a:solidFill>
              <a:effectLst/>
              <a:uLnTx/>
              <a:uFillTx/>
              <a:latin typeface="华文中宋" panose="02010600040101010101" pitchFamily="2" charset="-122"/>
              <a:ea typeface="楷体_GB2312" pitchFamily="49" charset="-122"/>
              <a:cs typeface="+mn-cs"/>
            </a:endParaRPr>
          </a:p>
        </p:txBody>
      </p:sp>
      <p:sp>
        <p:nvSpPr>
          <p:cNvPr id="23" name="灯片编号占位符 22"/>
          <p:cNvSpPr>
            <a:spLocks noGrp="1"/>
          </p:cNvSpPr>
          <p:nvPr>
            <p:ph type="sldNum" sz="quarter" idx="4"/>
          </p:nvPr>
        </p:nvSpPr>
        <p:spPr>
          <a:xfrm>
            <a:off x="8174038" y="1588"/>
            <a:ext cx="762000" cy="366713"/>
          </a:xfrm>
          <a:prstGeom prst="rect">
            <a:avLst/>
          </a:prstGeom>
        </p:spPr>
        <p:txBody>
          <a:bodyPr vert="horz" anchor="b"/>
          <a:lstStyle>
            <a:lvl1pPr algn="ctr" eaLnBrk="1" hangingPunct="1">
              <a:lnSpc>
                <a:spcPct val="130000"/>
              </a:lnSpc>
              <a:spcBef>
                <a:spcPct val="20000"/>
              </a:spcBef>
              <a:defRPr sz="1800" noProof="1">
                <a:solidFill>
                  <a:srgbClr val="FFFFFF"/>
                </a:solidFill>
                <a:ea typeface="楷体_GB2312" pitchFamily="49" charset="-122"/>
                <a:cs typeface="+mn-cs"/>
              </a:defRPr>
            </a:lvl1pPr>
          </a:lstStyle>
          <a:p>
            <a:pPr marL="0" marR="0" lvl="0" indent="0" algn="ctr" defTabSz="914400" rtl="0" eaLnBrk="1" fontAlgn="base" latinLnBrk="0" hangingPunct="1">
              <a:lnSpc>
                <a:spcPct val="130000"/>
              </a:lnSpc>
              <a:spcBef>
                <a:spcPct val="20000"/>
              </a:spcBef>
              <a:spcAft>
                <a:spcPct val="0"/>
              </a:spcAft>
              <a:buClrTx/>
              <a:buSzTx/>
              <a:buFontTx/>
              <a:buNone/>
              <a:defRPr/>
            </a:pPr>
            <a:fld id="{39F2BA04-7BBA-4770-8555-5463D17E007C}" type="slidenum">
              <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rPr>
            </a:fld>
            <a:endParaRPr kumimoji="0" lang="en-US" altLang="zh-CN" sz="1800" b="1" i="0" u="none" strike="noStrike" kern="1200" cap="none" spc="0" normalizeH="0" baseline="0" noProof="1">
              <a:ln>
                <a:noFill/>
              </a:ln>
              <a:solidFill>
                <a:srgbClr val="FFFFFF"/>
              </a:solidFill>
              <a:effectLst/>
              <a:uLnTx/>
              <a:uFillTx/>
              <a:latin typeface="华文中宋" panose="02010600040101010101" pitchFamily="2" charset="-122"/>
              <a:ea typeface="楷体_GB2312" pitchFamily="49" charset="-122"/>
              <a:cs typeface="+mn-cs"/>
            </a:endParaRPr>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Lst>
  <p:hf sldNum="0" hdr="0" ft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anose="020B0603020202020204" pitchFamily="34" charset="0"/>
          <a:ea typeface="方正姚体" pitchFamily="2" charset="-122"/>
        </a:defRPr>
      </a:lvl2pPr>
      <a:lvl3pPr algn="l" rtl="0" eaLnBrk="0" fontAlgn="base" hangingPunct="0">
        <a:spcBef>
          <a:spcPct val="0"/>
        </a:spcBef>
        <a:spcAft>
          <a:spcPct val="0"/>
        </a:spcAft>
        <a:defRPr sz="4000">
          <a:solidFill>
            <a:schemeClr val="tx2"/>
          </a:solidFill>
          <a:latin typeface="Trebuchet MS" panose="020B0603020202020204" pitchFamily="34" charset="0"/>
          <a:ea typeface="方正姚体" pitchFamily="2" charset="-122"/>
        </a:defRPr>
      </a:lvl3pPr>
      <a:lvl4pPr algn="l" rtl="0" eaLnBrk="0" fontAlgn="base" hangingPunct="0">
        <a:spcBef>
          <a:spcPct val="0"/>
        </a:spcBef>
        <a:spcAft>
          <a:spcPct val="0"/>
        </a:spcAft>
        <a:defRPr sz="4000">
          <a:solidFill>
            <a:schemeClr val="tx2"/>
          </a:solidFill>
          <a:latin typeface="Trebuchet MS" panose="020B0603020202020204" pitchFamily="34" charset="0"/>
          <a:ea typeface="方正姚体" pitchFamily="2" charset="-122"/>
        </a:defRPr>
      </a:lvl4pPr>
      <a:lvl5pPr algn="l" rtl="0" eaLnBrk="0" fontAlgn="base" hangingPunct="0">
        <a:spcBef>
          <a:spcPct val="0"/>
        </a:spcBef>
        <a:spcAft>
          <a:spcPct val="0"/>
        </a:spcAft>
        <a:defRPr sz="4000">
          <a:solidFill>
            <a:schemeClr val="tx2"/>
          </a:solidFill>
          <a:latin typeface="Trebuchet MS" panose="020B0603020202020204" pitchFamily="34" charset="0"/>
          <a:ea typeface="方正姚体" pitchFamily="2" charset="-122"/>
        </a:defRPr>
      </a:lvl5pPr>
      <a:lvl6pPr marL="457200" algn="l" rtl="0" fontAlgn="base">
        <a:spcBef>
          <a:spcPct val="0"/>
        </a:spcBef>
        <a:spcAft>
          <a:spcPct val="0"/>
        </a:spcAft>
        <a:defRPr sz="4000">
          <a:solidFill>
            <a:schemeClr val="tx2"/>
          </a:solidFill>
          <a:latin typeface="Trebuchet MS" panose="020B0603020202020204" pitchFamily="34" charset="0"/>
          <a:ea typeface="方正姚体" pitchFamily="2" charset="-122"/>
        </a:defRPr>
      </a:lvl6pPr>
      <a:lvl7pPr marL="914400" algn="l" rtl="0" fontAlgn="base">
        <a:spcBef>
          <a:spcPct val="0"/>
        </a:spcBef>
        <a:spcAft>
          <a:spcPct val="0"/>
        </a:spcAft>
        <a:defRPr sz="4000">
          <a:solidFill>
            <a:schemeClr val="tx2"/>
          </a:solidFill>
          <a:latin typeface="Trebuchet MS" panose="020B0603020202020204" pitchFamily="34" charset="0"/>
          <a:ea typeface="方正姚体" pitchFamily="2" charset="-122"/>
        </a:defRPr>
      </a:lvl7pPr>
      <a:lvl8pPr marL="1371600" algn="l" rtl="0" fontAlgn="base">
        <a:spcBef>
          <a:spcPct val="0"/>
        </a:spcBef>
        <a:spcAft>
          <a:spcPct val="0"/>
        </a:spcAft>
        <a:defRPr sz="4000">
          <a:solidFill>
            <a:schemeClr val="tx2"/>
          </a:solidFill>
          <a:latin typeface="Trebuchet MS" panose="020B0603020202020204" pitchFamily="34" charset="0"/>
          <a:ea typeface="方正姚体" pitchFamily="2" charset="-122"/>
        </a:defRPr>
      </a:lvl8pPr>
      <a:lvl9pPr marL="1828800" algn="l" rtl="0" fontAlgn="base">
        <a:spcBef>
          <a:spcPct val="0"/>
        </a:spcBef>
        <a:spcAft>
          <a:spcPct val="0"/>
        </a:spcAft>
        <a:defRPr sz="4000">
          <a:solidFill>
            <a:schemeClr val="tx2"/>
          </a:solidFill>
          <a:latin typeface="Trebuchet MS" panose="020B0603020202020204" pitchFamily="34" charset="0"/>
          <a:ea typeface="方正姚体" pitchFamily="2" charset="-122"/>
        </a:defRPr>
      </a:lvl9pPr>
    </p:titleStyle>
    <p:body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2"/>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vl6pPr marL="1609090" indent="-182880" algn="l" rtl="0" eaLnBrk="1" latinLnBrk="0" hangingPunct="1">
        <a:spcBef>
          <a:spcPts val="300"/>
        </a:spcBef>
        <a:buClr>
          <a:schemeClr val="accent3"/>
        </a:buClr>
        <a:buFont typeface="Georgia" panose="02040502050405020303"/>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panose="02040502050405020303"/>
        <a:buChar char="▫"/>
        <a:defRPr kumimoji="0" sz="1600" kern="1200">
          <a:solidFill>
            <a:schemeClr val="accent3"/>
          </a:solidFill>
          <a:latin typeface="+mn-lt"/>
          <a:ea typeface="+mn-ea"/>
          <a:cs typeface="+mn-cs"/>
        </a:defRPr>
      </a:lvl7pPr>
      <a:lvl8pPr marL="2030095" indent="-182880" algn="l" rtl="0" eaLnBrk="1" latinLnBrk="0" hangingPunct="1">
        <a:spcBef>
          <a:spcPts val="300"/>
        </a:spcBef>
        <a:buClr>
          <a:schemeClr val="accent3"/>
        </a:buClr>
        <a:buFont typeface="Georgia" panose="02040502050405020303"/>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panose="02040502050405020303"/>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6.e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9.jpeg"/><Relationship Id="rId6" Type="http://schemas.openxmlformats.org/officeDocument/2006/relationships/image" Target="../media/image8.jpeg"/><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1.jpeg"/><Relationship Id="rId6" Type="http://schemas.openxmlformats.org/officeDocument/2006/relationships/image" Target="../media/image10.jpeg"/><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2.jpeg"/><Relationship Id="rId6" Type="http://schemas.openxmlformats.org/officeDocument/2006/relationships/image" Target="../media/image10.jpeg"/><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9" Type="http://schemas.openxmlformats.org/officeDocument/2006/relationships/image" Target="../media/image23.GIF"/><Relationship Id="rId8" Type="http://schemas.openxmlformats.org/officeDocument/2006/relationships/image" Target="../media/image22.GIF"/><Relationship Id="rId7" Type="http://schemas.openxmlformats.org/officeDocument/2006/relationships/image" Target="../media/image21.wmf"/><Relationship Id="rId6" Type="http://schemas.openxmlformats.org/officeDocument/2006/relationships/image" Target="../media/image20.GIF"/><Relationship Id="rId5" Type="http://schemas.openxmlformats.org/officeDocument/2006/relationships/image" Target="../media/image19.png"/><Relationship Id="rId4" Type="http://schemas.openxmlformats.org/officeDocument/2006/relationships/image" Target="../media/image18.wmf"/><Relationship Id="rId3" Type="http://schemas.openxmlformats.org/officeDocument/2006/relationships/image" Target="../media/image17.GIF"/><Relationship Id="rId26" Type="http://schemas.openxmlformats.org/officeDocument/2006/relationships/vmlDrawing" Target="../drawings/vmlDrawing2.vml"/><Relationship Id="rId25" Type="http://schemas.openxmlformats.org/officeDocument/2006/relationships/slideLayout" Target="../slideLayouts/slideLayout22.xml"/><Relationship Id="rId24" Type="http://schemas.openxmlformats.org/officeDocument/2006/relationships/audio" Target="../media/audio7.wav"/><Relationship Id="rId23" Type="http://schemas.openxmlformats.org/officeDocument/2006/relationships/audio" Target="../media/audio6.wav"/><Relationship Id="rId22" Type="http://schemas.openxmlformats.org/officeDocument/2006/relationships/audio" Target="../media/audio5.wav"/><Relationship Id="rId21" Type="http://schemas.openxmlformats.org/officeDocument/2006/relationships/audio" Target="../media/audio4.wav"/><Relationship Id="rId20" Type="http://schemas.openxmlformats.org/officeDocument/2006/relationships/audio" Target="../media/audio3.wav"/><Relationship Id="rId2" Type="http://schemas.openxmlformats.org/officeDocument/2006/relationships/image" Target="../media/image16.jpeg"/><Relationship Id="rId19" Type="http://schemas.openxmlformats.org/officeDocument/2006/relationships/audio" Target="../media/audio2.wav"/><Relationship Id="rId18" Type="http://schemas.openxmlformats.org/officeDocument/2006/relationships/image" Target="../media/image30.GIF"/><Relationship Id="rId17" Type="http://schemas.openxmlformats.org/officeDocument/2006/relationships/image" Target="../media/image29.png"/><Relationship Id="rId16" Type="http://schemas.openxmlformats.org/officeDocument/2006/relationships/audio" Target="../media/audio1.wav"/><Relationship Id="rId15" Type="http://schemas.openxmlformats.org/officeDocument/2006/relationships/image" Target="../media/image28.GIF"/><Relationship Id="rId14" Type="http://schemas.openxmlformats.org/officeDocument/2006/relationships/image" Target="../media/image27.wmf"/><Relationship Id="rId13" Type="http://schemas.openxmlformats.org/officeDocument/2006/relationships/image" Target="../media/image26.jpeg"/><Relationship Id="rId12" Type="http://schemas.openxmlformats.org/officeDocument/2006/relationships/image" Target="../media/image25.wmf"/><Relationship Id="rId11" Type="http://schemas.openxmlformats.org/officeDocument/2006/relationships/oleObject" Target="../embeddings/oleObject2.bin"/><Relationship Id="rId10" Type="http://schemas.openxmlformats.org/officeDocument/2006/relationships/image" Target="../media/image24.GIF"/><Relationship Id="rId1" Type="http://schemas.openxmlformats.org/officeDocument/2006/relationships/image" Target="../media/image15.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31.emf"/><Relationship Id="rId1" Type="http://schemas.openxmlformats.org/officeDocument/2006/relationships/oleObject" Target="../embeddings/oleObject3.bin"/></Relationships>
</file>

<file path=ppt/slides/_rels/slide34.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32.emf"/><Relationship Id="rId1" Type="http://schemas.openxmlformats.org/officeDocument/2006/relationships/oleObject" Target="../embeddings/oleObject4.bin"/></Relationships>
</file>

<file path=ppt/slides/_rels/slide35.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33.emf"/><Relationship Id="rId1" Type="http://schemas.openxmlformats.org/officeDocument/2006/relationships/oleObject" Target="../embeddings/oleObject5.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34.emf"/><Relationship Id="rId1" Type="http://schemas.openxmlformats.org/officeDocument/2006/relationships/oleObject" Target="../embeddings/oleObject6.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标题 4"/>
          <p:cNvSpPr>
            <a:spLocks noGrp="1"/>
          </p:cNvSpPr>
          <p:nvPr>
            <p:ph type="ctrTitle"/>
          </p:nvPr>
        </p:nvSpPr>
        <p:spPr>
          <a:xfrm>
            <a:off x="1187450" y="1433513"/>
            <a:ext cx="6156325" cy="2139950"/>
          </a:xfrm>
          <a:ln/>
          <a:effectLst>
            <a:outerShdw dist="17961" dir="2699999" algn="ctr" rotWithShape="0">
              <a:srgbClr val="777777">
                <a:alpha val="100000"/>
              </a:srgbClr>
            </a:outerShdw>
          </a:effectLst>
        </p:spPr>
        <p:txBody>
          <a:bodyPr vert="horz" wrap="square" lIns="91440" tIns="45720" rIns="91440" bIns="45720" anchor="ctr" anchorCtr="0"/>
          <a:p>
            <a:pPr>
              <a:buClrTx/>
              <a:buSzTx/>
              <a:buFontTx/>
            </a:pPr>
            <a:r>
              <a:rPr lang="zh-CN" altLang="en-US" dirty="0">
                <a:latin typeface="Arial" panose="020B0604020202020204" pitchFamily="34" charset="0"/>
                <a:ea typeface="华文中宋" panose="02010600040101010101" pitchFamily="2" charset="-122"/>
                <a:cs typeface="+mj-cs"/>
              </a:rPr>
              <a:t>   第四章</a:t>
            </a:r>
            <a:br>
              <a:rPr lang="zh-CN" altLang="en-US" dirty="0">
                <a:latin typeface="Arial" panose="020B0604020202020204" pitchFamily="34" charset="0"/>
                <a:ea typeface="华文中宋" panose="02010600040101010101" pitchFamily="2" charset="-122"/>
                <a:cs typeface="+mj-cs"/>
              </a:rPr>
            </a:br>
            <a:r>
              <a:rPr lang="zh-CN" altLang="en-US" dirty="0">
                <a:latin typeface="Arial" panose="020B0604020202020204" pitchFamily="34" charset="0"/>
                <a:ea typeface="华文中宋" panose="02010600040101010101" pitchFamily="2" charset="-122"/>
                <a:cs typeface="+mj-cs"/>
              </a:rPr>
              <a:t>需求工程（二）</a:t>
            </a:r>
            <a:endParaRPr lang="zh-CN" altLang="en-US" dirty="0">
              <a:latin typeface="Arial" panose="020B0604020202020204" pitchFamily="34" charset="0"/>
              <a:ea typeface="华文中宋" panose="02010600040101010101" pitchFamily="2" charset="-122"/>
              <a:cs typeface="+mj-cs"/>
            </a:endParaRPr>
          </a:p>
        </p:txBody>
      </p:sp>
      <p:sp>
        <p:nvSpPr>
          <p:cNvPr id="33795" name="页脚占位符 3"/>
          <p:cNvSpPr txBox="1">
            <a:spLocks noGrp="1"/>
          </p:cNvSpPr>
          <p:nvPr>
            <p:ph type="ftr" sz="quarter" idx="3"/>
          </p:nvPr>
        </p:nvSpPr>
        <p:spPr>
          <a:xfrm>
            <a:off x="7740650" y="6381750"/>
            <a:ext cx="1331913"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需求分析与建模</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34819" name="页脚占位符 3"/>
          <p:cNvSpPr txBox="1">
            <a:spLocks noGrp="1"/>
          </p:cNvSpPr>
          <p:nvPr>
            <p:ph type="ftr" sz="quarter" idx="3"/>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ea typeface="+mn-ea"/>
                <a:cs typeface="+mn-cs"/>
              </a:rPr>
              <a:t>　　</a:t>
            </a:r>
            <a:fld id="{9A0DB2DC-4C9A-4742-B13C-FB6460FD3503}" type="slidenum">
              <a:rPr lang="en-US" altLang="zh-CN" sz="1800" b="1" dirty="0">
                <a:solidFill>
                  <a:schemeClr val="accent2"/>
                </a:solidFill>
                <a:latin typeface="Times New Roman" panose="02020603050405020304" pitchFamily="18" charset="0"/>
                <a:ea typeface="+mn-ea"/>
                <a:cs typeface="+mn-cs"/>
              </a:rPr>
            </a:fld>
            <a:r>
              <a:rPr lang="zh-CN" altLang="zh-CN" sz="1800" b="1" dirty="0">
                <a:solidFill>
                  <a:schemeClr val="accent2"/>
                </a:solidFill>
                <a:latin typeface="Times New Roman" panose="02020603050405020304" pitchFamily="18" charset="0"/>
                <a:ea typeface="+mn-ea"/>
                <a:cs typeface="+mn-cs"/>
              </a:rPr>
              <a:t>　　　　　　</a:t>
            </a:r>
            <a:endParaRPr lang="zh-CN" altLang="zh-CN" sz="1800" b="1" dirty="0">
              <a:solidFill>
                <a:schemeClr val="accent2"/>
              </a:solidFill>
              <a:latin typeface="Times New Roman" panose="02020603050405020304" pitchFamily="18" charset="0"/>
              <a:ea typeface="+mn-ea"/>
              <a:cs typeface="+mn-cs"/>
            </a:endParaRPr>
          </a:p>
        </p:txBody>
      </p:sp>
      <p:sp>
        <p:nvSpPr>
          <p:cNvPr id="34820" name="内容占位符 1"/>
          <p:cNvSpPr>
            <a:spLocks noGrp="1"/>
          </p:cNvSpPr>
          <p:nvPr>
            <p:ph idx="1"/>
          </p:nvPr>
        </p:nvSpPr>
        <p:spPr>
          <a:xfrm>
            <a:off x="1087438" y="2306638"/>
            <a:ext cx="7391400" cy="2973387"/>
          </a:xfrm>
          <a:ln/>
        </p:spPr>
        <p:txBody>
          <a:bodyPr vert="horz" wrap="square" lIns="91440" tIns="45720" rIns="91440" bIns="45720" anchor="t" anchorCtr="0">
            <a:spAutoFit/>
          </a:bodyPr>
          <a:p>
            <a:pPr marL="0" indent="0" eaLnBrk="1" hangingPunct="1">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4</a:t>
            </a:r>
            <a:r>
              <a:rPr lang="zh-CN" altLang="en-US" dirty="0">
                <a:latin typeface="华文中宋" panose="02010600040101010101" pitchFamily="2" charset="-122"/>
                <a:ea typeface="华文中宋" panose="02010600040101010101" pitchFamily="2" charset="-122"/>
                <a:cs typeface="+mn-cs"/>
              </a:rPr>
              <a:t>、需求分析与建模</a:t>
            </a:r>
            <a:endParaRPr lang="en-US" altLang="zh-CN"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5</a:t>
            </a:r>
            <a:r>
              <a:rPr lang="zh-CN" altLang="en-US" dirty="0">
                <a:latin typeface="华文中宋" panose="02010600040101010101" pitchFamily="2" charset="-122"/>
                <a:ea typeface="华文中宋" panose="02010600040101010101" pitchFamily="2" charset="-122"/>
                <a:cs typeface="+mn-cs"/>
              </a:rPr>
              <a:t>、安全需求</a:t>
            </a:r>
            <a:endParaRPr lang="en-US" altLang="zh-CN"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6</a:t>
            </a:r>
            <a:r>
              <a:rPr lang="zh-CN" altLang="en-US" dirty="0">
                <a:latin typeface="华文中宋" panose="02010600040101010101" pitchFamily="2" charset="-122"/>
                <a:ea typeface="华文中宋" panose="02010600040101010101" pitchFamily="2" charset="-122"/>
                <a:cs typeface="+mn-cs"/>
              </a:rPr>
              <a:t>、需求文档</a:t>
            </a:r>
            <a:endParaRPr lang="en-US" altLang="zh-CN"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7</a:t>
            </a:r>
            <a:r>
              <a:rPr lang="zh-CN" altLang="en-US" dirty="0">
                <a:latin typeface="华文中宋" panose="02010600040101010101" pitchFamily="2" charset="-122"/>
                <a:ea typeface="华文中宋" panose="02010600040101010101" pitchFamily="2" charset="-122"/>
                <a:cs typeface="+mn-cs"/>
              </a:rPr>
              <a:t>、需求验证</a:t>
            </a:r>
            <a:endParaRPr lang="en-US" altLang="zh-CN"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8</a:t>
            </a:r>
            <a:r>
              <a:rPr lang="zh-CN" altLang="en-US" dirty="0">
                <a:latin typeface="华文中宋" panose="02010600040101010101" pitchFamily="2" charset="-122"/>
                <a:ea typeface="华文中宋" panose="02010600040101010101" pitchFamily="2" charset="-122"/>
                <a:cs typeface="+mn-cs"/>
              </a:rPr>
              <a:t>、需求管理</a:t>
            </a:r>
            <a:endParaRPr lang="en-US" altLang="zh-CN" dirty="0">
              <a:latin typeface="华文中宋" panose="02010600040101010101" pitchFamily="2" charset="-122"/>
              <a:ea typeface="华文中宋" panose="02010600040101010101" pitchFamily="2" charset="-122"/>
              <a:cs typeface="+mn-cs"/>
            </a:endParaRPr>
          </a:p>
        </p:txBody>
      </p:sp>
      <p:sp>
        <p:nvSpPr>
          <p:cNvPr id="6" name="文本框 5"/>
          <p:cNvSpPr txBox="1"/>
          <p:nvPr/>
        </p:nvSpPr>
        <p:spPr>
          <a:xfrm>
            <a:off x="395288" y="1341438"/>
            <a:ext cx="4572000" cy="706438"/>
          </a:xfrm>
          <a:prstGeom prst="rect">
            <a:avLst/>
          </a:prstGeom>
          <a:noFill/>
        </p:spPr>
        <p:txBody>
          <a:bodyPr>
            <a:spAutoFit/>
          </a:bodyPr>
          <a:lstStyle/>
          <a:p>
            <a:pPr marR="0" defTabSz="914400">
              <a:buClrTx/>
              <a:buSzTx/>
              <a:buFontTx/>
              <a:buNone/>
              <a:defRPr/>
            </a:pPr>
            <a:r>
              <a:rPr kumimoji="0" lang="zh-CN" altLang="en-US" sz="400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本讲要点</a:t>
            </a:r>
            <a:endParaRPr kumimoji="0" lang="zh-CN" altLang="en-US" sz="4000" kern="1200" cap="none" spc="0" normalizeH="0" baseline="0" noProof="0" dirty="0">
              <a:latin typeface="华文中宋" panose="02010600040101010101" pitchFamily="2" charset="-122"/>
              <a:ea typeface="华文中宋" panose="02010600040101010101" pitchFamily="2" charset="-122"/>
              <a:cs typeface="+mn-cs"/>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标题 1"/>
          <p:cNvSpPr>
            <a:spLocks noGrp="1"/>
          </p:cNvSpPr>
          <p:nvPr>
            <p:ph type="title"/>
          </p:nvPr>
        </p:nvSpPr>
        <p:spPr>
          <a:xfrm>
            <a:off x="1439863" y="476250"/>
            <a:ext cx="6365875" cy="1152525"/>
          </a:xfrm>
          <a:ln/>
        </p:spPr>
        <p:txBody>
          <a:bodyPr vert="horz" wrap="square" lIns="91440" tIns="45720" rIns="91440" bIns="45720" anchor="ctr" anchorCtr="0"/>
          <a:p>
            <a:r>
              <a:rPr lang="en-US" altLang="zh-CN" dirty="0"/>
              <a:t>4 </a:t>
            </a:r>
            <a:r>
              <a:rPr lang="zh-CN" altLang="en-US" dirty="0"/>
              <a:t>需求分析与建模</a:t>
            </a:r>
            <a:br>
              <a:rPr lang="en-US" altLang="zh-CN" dirty="0"/>
            </a:br>
            <a:br>
              <a:rPr lang="en-US" altLang="zh-CN" dirty="0"/>
            </a:br>
            <a:r>
              <a:rPr lang="en-US" altLang="zh-CN" dirty="0"/>
              <a:t>4.1 </a:t>
            </a:r>
            <a:r>
              <a:rPr lang="zh-CN" altLang="en-US" dirty="0"/>
              <a:t>需求分析的含义</a:t>
            </a:r>
            <a:endParaRPr lang="zh-CN" altLang="en-US" dirty="0"/>
          </a:p>
        </p:txBody>
      </p:sp>
      <p:sp>
        <p:nvSpPr>
          <p:cNvPr id="36867" name="内容占位符 2"/>
          <p:cNvSpPr>
            <a:spLocks noGrp="1"/>
          </p:cNvSpPr>
          <p:nvPr>
            <p:ph idx="1"/>
          </p:nvPr>
        </p:nvSpPr>
        <p:spPr>
          <a:xfrm>
            <a:off x="987425" y="2133600"/>
            <a:ext cx="7272338" cy="2898775"/>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需求分析和建模包含三个层次的工作。</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1</a:t>
            </a:r>
            <a:r>
              <a:rPr lang="zh-CN" altLang="en-US" dirty="0">
                <a:latin typeface="华文中宋" panose="02010600040101010101" pitchFamily="2" charset="-122"/>
                <a:ea typeface="华文中宋" panose="02010600040101010101" pitchFamily="2" charset="-122"/>
                <a:cs typeface="+mn-cs"/>
              </a:rPr>
              <a:t>、需求分析  </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2</a:t>
            </a:r>
            <a:r>
              <a:rPr lang="zh-CN" altLang="en-US" dirty="0">
                <a:latin typeface="华文中宋" panose="02010600040101010101" pitchFamily="2" charset="-122"/>
                <a:ea typeface="华文中宋" panose="02010600040101010101" pitchFamily="2" charset="-122"/>
                <a:cs typeface="+mn-cs"/>
              </a:rPr>
              <a:t>、需求建模（分为数据建模、行为建模和非功能需求建模等）</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3</a:t>
            </a:r>
            <a:r>
              <a:rPr lang="zh-CN" altLang="en-US" dirty="0">
                <a:latin typeface="华文中宋" panose="02010600040101010101" pitchFamily="2" charset="-122"/>
                <a:ea typeface="华文中宋" panose="02010600040101010101" pitchFamily="2" charset="-122"/>
                <a:cs typeface="+mn-cs"/>
              </a:rPr>
              <a:t>、需求规格说明</a:t>
            </a:r>
            <a:r>
              <a:rPr lang="en-US"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不同的描述方式。 </a:t>
            </a:r>
            <a:endParaRPr lang="zh-CN" altLang="en-US" dirty="0">
              <a:latin typeface="华文中宋" panose="02010600040101010101" pitchFamily="2" charset="-122"/>
              <a:ea typeface="华文中宋" panose="02010600040101010101" pitchFamily="2" charset="-122"/>
              <a:cs typeface="+mn-cs"/>
            </a:endParaRPr>
          </a:p>
        </p:txBody>
      </p:sp>
      <p:sp>
        <p:nvSpPr>
          <p:cNvPr id="3686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标题 1"/>
          <p:cNvSpPr>
            <a:spLocks noGrp="1"/>
          </p:cNvSpPr>
          <p:nvPr>
            <p:ph type="title"/>
          </p:nvPr>
        </p:nvSpPr>
        <p:spPr>
          <a:ln/>
        </p:spPr>
        <p:txBody>
          <a:bodyPr vert="horz" wrap="square" lIns="91440" tIns="45720" rIns="91440" bIns="45720" anchor="ctr" anchorCtr="0"/>
          <a:p>
            <a:r>
              <a:rPr lang="zh-CN" altLang="en-US" dirty="0"/>
              <a:t>需求分析的含义</a:t>
            </a:r>
            <a:endParaRPr lang="zh-CN" altLang="en-US" dirty="0"/>
          </a:p>
        </p:txBody>
      </p:sp>
      <p:sp>
        <p:nvSpPr>
          <p:cNvPr id="21507" name="内容占位符 2"/>
          <p:cNvSpPr>
            <a:spLocks noGrp="1"/>
          </p:cNvSpPr>
          <p:nvPr>
            <p:ph idx="1"/>
          </p:nvPr>
        </p:nvSpPr>
        <p:spPr>
          <a:xfrm>
            <a:off x="611188" y="1136650"/>
            <a:ext cx="7921625" cy="3933825"/>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主要对收集到的需求进行</a:t>
            </a:r>
            <a:r>
              <a:rPr kumimoji="0" lang="zh-CN" altLang="en-US" sz="2400" b="0" i="0" u="none" strike="noStrike" kern="0" cap="none" spc="0" normalizeH="0" baseline="0" noProof="0" dirty="0">
                <a:ln>
                  <a:noFill/>
                </a:ln>
                <a:solidFill>
                  <a:srgbClr val="00B050"/>
                </a:solidFill>
                <a:effectLst/>
                <a:uLnTx/>
                <a:uFillTx/>
                <a:latin typeface="华文中宋" panose="02010600040101010101" pitchFamily="2" charset="-122"/>
                <a:ea typeface="华文中宋" panose="02010600040101010101" pitchFamily="2" charset="-122"/>
                <a:cs typeface="+mn-cs"/>
              </a:rPr>
              <a:t>提炼、分析和认真审查</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，确保所有参加人员取得一致共识。找出错误、遗漏和不足，建立完整的分析模型。 </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案例：用户提出想看到我提交的业务处理到哪一步了</a:t>
            </a:r>
            <a:endPar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提炼：显示业务处理的状态和所处的步骤</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软件需求：需要建立不同业务的处理流程，每个环节关联部门和处理人，有处理状态显示，有处理结果提示。</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3789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标题 1"/>
          <p:cNvSpPr>
            <a:spLocks noGrp="1"/>
          </p:cNvSpPr>
          <p:nvPr>
            <p:ph type="title"/>
          </p:nvPr>
        </p:nvSpPr>
        <p:spPr>
          <a:ln/>
        </p:spPr>
        <p:txBody>
          <a:bodyPr vert="horz" wrap="square" lIns="91440" tIns="45720" rIns="91440" bIns="45720" anchor="ctr" anchorCtr="0"/>
          <a:p>
            <a:r>
              <a:rPr lang="zh-CN" altLang="en-US" dirty="0"/>
              <a:t>需求分析的原则</a:t>
            </a:r>
            <a:r>
              <a:rPr lang="en-US" altLang="zh-CN" dirty="0"/>
              <a:t>:</a:t>
            </a:r>
            <a:endParaRPr lang="zh-CN" altLang="en-US" dirty="0"/>
          </a:p>
        </p:txBody>
      </p:sp>
      <p:sp>
        <p:nvSpPr>
          <p:cNvPr id="38915" name="内容占位符 2"/>
          <p:cNvSpPr>
            <a:spLocks noGrp="1"/>
          </p:cNvSpPr>
          <p:nvPr>
            <p:ph idx="1"/>
          </p:nvPr>
        </p:nvSpPr>
        <p:spPr>
          <a:xfrm>
            <a:off x="827088" y="1290638"/>
            <a:ext cx="7391400" cy="3433762"/>
          </a:xfrm>
          <a:ln/>
        </p:spPr>
        <p:txBody>
          <a:bodyPr vert="horz" wrap="square" lIns="91440" tIns="45720" rIns="91440" bIns="45720" anchor="t" anchorCtr="0">
            <a:spAutoFit/>
          </a:bodyPr>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(1)</a:t>
            </a:r>
            <a:r>
              <a:rPr lang="zh-CN" altLang="en-US" dirty="0">
                <a:latin typeface="华文中宋" panose="02010600040101010101" pitchFamily="2" charset="-122"/>
                <a:ea typeface="华文中宋" panose="02010600040101010101" pitchFamily="2" charset="-122"/>
                <a:cs typeface="+mn-cs"/>
              </a:rPr>
              <a:t>必须表示和理解问题的信息域。 </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(2)</a:t>
            </a:r>
            <a:r>
              <a:rPr lang="zh-CN" altLang="en-US" dirty="0">
                <a:latin typeface="华文中宋" panose="02010600040101010101" pitchFamily="2" charset="-122"/>
                <a:ea typeface="华文中宋" panose="02010600040101010101" pitchFamily="2" charset="-122"/>
                <a:cs typeface="+mn-cs"/>
              </a:rPr>
              <a:t>必须定义软件将完成的功能。 </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(3)</a:t>
            </a:r>
            <a:r>
              <a:rPr lang="zh-CN" altLang="en-US" dirty="0">
                <a:latin typeface="华文中宋" panose="02010600040101010101" pitchFamily="2" charset="-122"/>
                <a:ea typeface="华文中宋" panose="02010600040101010101" pitchFamily="2" charset="-122"/>
                <a:cs typeface="+mn-cs"/>
              </a:rPr>
              <a:t>必须表示软件的行为</a:t>
            </a:r>
            <a:r>
              <a:rPr lang="en-US"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作为外部事件的结果</a:t>
            </a:r>
            <a:r>
              <a:rPr lang="en-US"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 </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(4)</a:t>
            </a:r>
            <a:r>
              <a:rPr lang="zh-CN" altLang="en-US" dirty="0">
                <a:latin typeface="华文中宋" panose="02010600040101010101" pitchFamily="2" charset="-122"/>
                <a:ea typeface="华文中宋" panose="02010600040101010101" pitchFamily="2" charset="-122"/>
                <a:cs typeface="+mn-cs"/>
              </a:rPr>
              <a:t>必须定义描述信息、功能和行为的</a:t>
            </a:r>
            <a:r>
              <a:rPr lang="zh-CN" altLang="en-US" dirty="0">
                <a:solidFill>
                  <a:srgbClr val="3333CC"/>
                </a:solidFill>
                <a:latin typeface="华文中宋" panose="02010600040101010101" pitchFamily="2" charset="-122"/>
                <a:ea typeface="华文中宋" panose="02010600040101010101" pitchFamily="2" charset="-122"/>
                <a:cs typeface="+mn-cs"/>
              </a:rPr>
              <a:t>模型</a:t>
            </a:r>
            <a:r>
              <a:rPr lang="zh-CN" altLang="en-US" dirty="0">
                <a:latin typeface="华文中宋" panose="02010600040101010101" pitchFamily="2" charset="-122"/>
                <a:ea typeface="华文中宋" panose="02010600040101010101" pitchFamily="2" charset="-122"/>
                <a:cs typeface="+mn-cs"/>
              </a:rPr>
              <a:t>，从而使得可以以层次的方式揭示细节。</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(5)</a:t>
            </a:r>
            <a:r>
              <a:rPr lang="zh-CN" altLang="en-US" dirty="0">
                <a:latin typeface="华文中宋" panose="02010600040101010101" pitchFamily="2" charset="-122"/>
                <a:ea typeface="华文中宋" panose="02010600040101010101" pitchFamily="2" charset="-122"/>
                <a:cs typeface="+mn-cs"/>
              </a:rPr>
              <a:t>分析过程应该从要素信息移向细节实现。</a:t>
            </a:r>
            <a:endParaRPr lang="zh-CN" altLang="en-US" dirty="0">
              <a:latin typeface="华文中宋" panose="02010600040101010101" pitchFamily="2" charset="-122"/>
              <a:ea typeface="华文中宋" panose="02010600040101010101" pitchFamily="2" charset="-122"/>
              <a:cs typeface="+mn-cs"/>
            </a:endParaRPr>
          </a:p>
        </p:txBody>
      </p:sp>
      <p:sp>
        <p:nvSpPr>
          <p:cNvPr id="3891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标题 1"/>
          <p:cNvSpPr>
            <a:spLocks noGrp="1"/>
          </p:cNvSpPr>
          <p:nvPr>
            <p:ph type="title"/>
          </p:nvPr>
        </p:nvSpPr>
        <p:spPr>
          <a:ln/>
        </p:spPr>
        <p:txBody>
          <a:bodyPr vert="horz" wrap="square" lIns="91440" tIns="45720" rIns="91440" bIns="45720" anchor="ctr" anchorCtr="0"/>
          <a:p>
            <a:r>
              <a:rPr lang="zh-CN" altLang="en-US" dirty="0"/>
              <a:t>需求分析再认识</a:t>
            </a:r>
            <a:endParaRPr lang="zh-CN" altLang="en-US" dirty="0"/>
          </a:p>
        </p:txBody>
      </p:sp>
      <p:sp>
        <p:nvSpPr>
          <p:cNvPr id="21507" name="内容占位符 2"/>
          <p:cNvSpPr>
            <a:spLocks noGrp="1"/>
          </p:cNvSpPr>
          <p:nvPr>
            <p:ph idx="1"/>
          </p:nvPr>
        </p:nvSpPr>
        <p:spPr>
          <a:xfrm>
            <a:off x="852488" y="1196975"/>
            <a:ext cx="7391400" cy="4614863"/>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需求分析是业务分析。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了解用户</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需求分析是一种分解活动。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了解细节</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需求分析是一种</a:t>
            </a:r>
            <a:r>
              <a:rPr kumimoji="0" lang="zh-CN" altLang="zh-CN"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提炼与整合</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活动</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858520" marR="0" lvl="1" indent="-457200" algn="just" defTabSz="914400" rtl="0" eaLnBrk="0" fontAlgn="base" latinLnBrk="0" hangingPunct="0">
              <a:lnSpc>
                <a:spcPct val="140000"/>
              </a:lnSpc>
              <a:spcBef>
                <a:spcPct val="20000"/>
              </a:spcBef>
              <a:spcAft>
                <a:spcPct val="0"/>
              </a:spcAft>
              <a:buClr>
                <a:schemeClr val="accent2"/>
              </a:buClr>
              <a:buSzPct val="70000"/>
              <a:buFont typeface="Arial" panose="020B0604020202020204" pitchFamily="34" charset="0"/>
              <a:buChar char="•"/>
              <a:defRPr/>
            </a:pPr>
            <a:r>
              <a:rPr kumimoji="0" lang="zh-CN" altLang="zh-CN"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rPr>
              <a:t>要将各个业务的片断合并成</a:t>
            </a: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rPr>
              <a:t>整个业务流程</a:t>
            </a:r>
            <a:r>
              <a:rPr kumimoji="0" lang="zh-CN" altLang="zh-CN"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rPr>
              <a:t> </a:t>
            </a:r>
            <a:endParaRPr kumimoji="0" lang="en-US" altLang="zh-CN"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endParaRPr>
          </a:p>
          <a:p>
            <a:pPr marL="858520" marR="0" lvl="1" indent="-457200" algn="just" defTabSz="914400" rtl="0" eaLnBrk="0" fontAlgn="base" latinLnBrk="0" hangingPunct="0">
              <a:lnSpc>
                <a:spcPct val="140000"/>
              </a:lnSpc>
              <a:spcBef>
                <a:spcPct val="20000"/>
              </a:spcBef>
              <a:spcAft>
                <a:spcPct val="0"/>
              </a:spcAft>
              <a:buClr>
                <a:schemeClr val="accent2"/>
              </a:buClr>
              <a:buSzPct val="70000"/>
              <a:buFont typeface="Arial" panose="020B0604020202020204" pitchFamily="34" charset="0"/>
              <a:buChar char="•"/>
              <a:defRPr/>
            </a:pPr>
            <a:r>
              <a:rPr kumimoji="0" lang="zh-CN" altLang="zh-CN"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rPr>
              <a:t>要将各个业务流程合并成全局业务流程图</a:t>
            </a:r>
            <a:endParaRPr kumimoji="0" lang="en-US" altLang="zh-CN"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endParaRPr>
          </a:p>
          <a:p>
            <a:pPr marL="858520" marR="0" lvl="1" indent="-457200" algn="just" defTabSz="914400" rtl="0" eaLnBrk="0" fontAlgn="base" latinLnBrk="0" hangingPunct="0">
              <a:lnSpc>
                <a:spcPct val="140000"/>
              </a:lnSpc>
              <a:spcBef>
                <a:spcPct val="20000"/>
              </a:spcBef>
              <a:spcAft>
                <a:spcPct val="0"/>
              </a:spcAft>
              <a:buClr>
                <a:schemeClr val="accent2"/>
              </a:buClr>
              <a:buSzPct val="70000"/>
              <a:buFont typeface="Arial" panose="020B0604020202020204" pitchFamily="34" charset="0"/>
              <a:buChar char="•"/>
              <a:defRPr/>
            </a:pPr>
            <a:r>
              <a:rPr kumimoji="0" lang="zh-CN" altLang="zh-CN"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rPr>
              <a:t>要将用户的原始需求合并到业务活动中去</a:t>
            </a:r>
            <a:endParaRPr kumimoji="0" lang="zh-CN" altLang="zh-CN"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endParaRPr>
          </a:p>
          <a:p>
            <a:pPr marL="452120" marR="0" lvl="0" indent="-34290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需求分析是一种规格化活动</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也就是要找到冲突、矛盾，并且通过访谈等手段解决这个问题。</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3994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标题 1"/>
          <p:cNvSpPr>
            <a:spLocks noGrp="1"/>
          </p:cNvSpPr>
          <p:nvPr>
            <p:ph type="title"/>
          </p:nvPr>
        </p:nvSpPr>
        <p:spPr>
          <a:ln/>
        </p:spPr>
        <p:txBody>
          <a:bodyPr vert="horz" wrap="square" lIns="91440" tIns="45720" rIns="91440" bIns="45720" anchor="ctr" anchorCtr="0"/>
          <a:p>
            <a:r>
              <a:rPr lang="zh-CN" altLang="en-US" dirty="0"/>
              <a:t>需求分析再认识</a:t>
            </a:r>
            <a:endParaRPr lang="zh-CN" altLang="en-US" dirty="0"/>
          </a:p>
        </p:txBody>
      </p:sp>
      <p:sp>
        <p:nvSpPr>
          <p:cNvPr id="40963" name="内容占位符 2"/>
          <p:cNvSpPr>
            <a:spLocks noGrp="1"/>
          </p:cNvSpPr>
          <p:nvPr>
            <p:ph idx="1"/>
          </p:nvPr>
        </p:nvSpPr>
        <p:spPr>
          <a:xfrm>
            <a:off x="395288" y="1023938"/>
            <a:ext cx="6048375" cy="3268662"/>
          </a:xfrm>
          <a:ln/>
        </p:spPr>
        <p:txBody>
          <a:bodyPr vert="horz" wrap="square" lIns="91440" tIns="45720" rIns="91440" bIns="45720" anchor="t" anchorCtr="0">
            <a:spAutoFit/>
          </a:bodyPr>
          <a:p>
            <a:pPr marL="0" indent="0">
              <a:lnSpc>
                <a:spcPct val="100000"/>
              </a:lnSpc>
              <a:buSzPct val="70000"/>
              <a:buFont typeface="Wingdings" panose="05000000000000000000" pitchFamily="2" charset="2"/>
              <a:buNone/>
            </a:pPr>
            <a:r>
              <a:rPr lang="zh-CN" altLang="en-US" dirty="0">
                <a:solidFill>
                  <a:srgbClr val="3333CC"/>
                </a:solidFill>
                <a:latin typeface="华文中宋" panose="02010600040101010101" pitchFamily="2" charset="-122"/>
                <a:ea typeface="华文中宋" panose="02010600040101010101" pitchFamily="2" charset="-122"/>
                <a:cs typeface="+mn-cs"/>
              </a:rPr>
              <a:t>案例：</a:t>
            </a:r>
            <a:r>
              <a:rPr lang="zh-CN" altLang="en-US" dirty="0">
                <a:latin typeface="华文中宋" panose="02010600040101010101" pitchFamily="2" charset="-122"/>
                <a:ea typeface="华文中宋" panose="02010600040101010101" pitchFamily="2" charset="-122"/>
                <a:cs typeface="+mn-cs"/>
              </a:rPr>
              <a:t>用户提出我想看到我提交的业务处理        的怎么样了。</a:t>
            </a:r>
            <a:endParaRPr lang="zh-CN" altLang="en-US"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zh-CN" altLang="en-US" dirty="0">
                <a:solidFill>
                  <a:srgbClr val="3333CC"/>
                </a:solidFill>
                <a:latin typeface="华文中宋" panose="02010600040101010101" pitchFamily="2" charset="-122"/>
                <a:ea typeface="华文中宋" panose="02010600040101010101" pitchFamily="2" charset="-122"/>
                <a:cs typeface="+mn-cs"/>
              </a:rPr>
              <a:t>提炼：</a:t>
            </a:r>
            <a:r>
              <a:rPr lang="zh-CN" altLang="en-US" dirty="0">
                <a:latin typeface="华文中宋" panose="02010600040101010101" pitchFamily="2" charset="-122"/>
                <a:ea typeface="华文中宋" panose="02010600040101010101" pitchFamily="2" charset="-122"/>
                <a:cs typeface="+mn-cs"/>
              </a:rPr>
              <a:t>显示业务处理的状态和所处的步骤。</a:t>
            </a:r>
            <a:endParaRPr lang="zh-CN" altLang="en-US"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zh-CN" altLang="en-US" dirty="0">
                <a:solidFill>
                  <a:srgbClr val="3333CC"/>
                </a:solidFill>
                <a:latin typeface="华文中宋" panose="02010600040101010101" pitchFamily="2" charset="-122"/>
                <a:ea typeface="华文中宋" panose="02010600040101010101" pitchFamily="2" charset="-122"/>
                <a:cs typeface="+mn-cs"/>
              </a:rPr>
              <a:t>分析：</a:t>
            </a:r>
            <a:r>
              <a:rPr lang="zh-CN" altLang="en-US" dirty="0">
                <a:latin typeface="华文中宋" panose="02010600040101010101" pitchFamily="2" charset="-122"/>
                <a:ea typeface="华文中宋" panose="02010600040101010101" pitchFamily="2" charset="-122"/>
                <a:cs typeface="+mn-cs"/>
              </a:rPr>
              <a:t>建立不同业务的流程，每个环节关联部分和处理人，有状态显示，有提示。</a:t>
            </a:r>
            <a:endParaRPr lang="zh-CN" altLang="en-US"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zh-CN" altLang="en-US" dirty="0">
                <a:solidFill>
                  <a:srgbClr val="3333CC"/>
                </a:solidFill>
                <a:latin typeface="华文中宋" panose="02010600040101010101" pitchFamily="2" charset="-122"/>
                <a:ea typeface="华文中宋" panose="02010600040101010101" pitchFamily="2" charset="-122"/>
                <a:cs typeface="+mn-cs"/>
              </a:rPr>
              <a:t>审查：</a:t>
            </a:r>
            <a:r>
              <a:rPr lang="zh-CN" altLang="en-US" dirty="0">
                <a:latin typeface="华文中宋" panose="02010600040101010101" pitchFamily="2" charset="-122"/>
                <a:ea typeface="华文中宋" panose="02010600040101010101" pitchFamily="2" charset="-122"/>
                <a:cs typeface="+mn-cs"/>
              </a:rPr>
              <a:t>以前的系统不区分用户，所以不知道  是谁。现在就要不同的用户名，但是同一个角色或职位，形成共识。</a:t>
            </a:r>
            <a:endParaRPr lang="zh-CN" altLang="en-US" dirty="0">
              <a:latin typeface="华文中宋" panose="02010600040101010101" pitchFamily="2" charset="-122"/>
              <a:ea typeface="华文中宋" panose="02010600040101010101" pitchFamily="2" charset="-122"/>
              <a:cs typeface="+mn-cs"/>
            </a:endParaRPr>
          </a:p>
        </p:txBody>
      </p:sp>
      <p:sp>
        <p:nvSpPr>
          <p:cNvPr id="4096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5" name="图片 4"/>
          <p:cNvPicPr>
            <a:picLocks noChangeAspect="1"/>
          </p:cNvPicPr>
          <p:nvPr/>
        </p:nvPicPr>
        <p:blipFill>
          <a:blip r:embed="rId1"/>
          <a:stretch>
            <a:fillRect/>
          </a:stretch>
        </p:blipFill>
        <p:spPr>
          <a:xfrm>
            <a:off x="611188" y="4260850"/>
            <a:ext cx="5700712" cy="2041525"/>
          </a:xfrm>
          <a:prstGeom prst="rect">
            <a:avLst/>
          </a:prstGeom>
          <a:noFill/>
          <a:ln w="9525">
            <a:noFill/>
          </a:ln>
        </p:spPr>
      </p:pic>
      <p:pic>
        <p:nvPicPr>
          <p:cNvPr id="6" name="图片 5"/>
          <p:cNvPicPr>
            <a:picLocks noChangeAspect="1"/>
          </p:cNvPicPr>
          <p:nvPr/>
        </p:nvPicPr>
        <p:blipFill>
          <a:blip r:embed="rId2"/>
          <a:stretch>
            <a:fillRect/>
          </a:stretch>
        </p:blipFill>
        <p:spPr>
          <a:xfrm>
            <a:off x="6659563" y="1125538"/>
            <a:ext cx="1965325" cy="5183187"/>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标题 1"/>
          <p:cNvSpPr>
            <a:spLocks noGrp="1"/>
          </p:cNvSpPr>
          <p:nvPr>
            <p:ph type="title"/>
          </p:nvPr>
        </p:nvSpPr>
        <p:spPr>
          <a:ln/>
        </p:spPr>
        <p:txBody>
          <a:bodyPr vert="horz" wrap="square" lIns="91440" tIns="45720" rIns="91440" bIns="45720" anchor="ctr" anchorCtr="0"/>
          <a:p>
            <a:r>
              <a:rPr lang="en-US" altLang="zh-CN" dirty="0"/>
              <a:t>4.2 </a:t>
            </a:r>
            <a:r>
              <a:rPr lang="zh-CN" altLang="en-US" dirty="0"/>
              <a:t>需求分析方法与过程</a:t>
            </a:r>
            <a:endParaRPr lang="zh-CN" altLang="en-US" dirty="0"/>
          </a:p>
        </p:txBody>
      </p:sp>
      <p:sp>
        <p:nvSpPr>
          <p:cNvPr id="41987" name="内容占位符 2"/>
          <p:cNvSpPr>
            <a:spLocks noGrp="1"/>
          </p:cNvSpPr>
          <p:nvPr>
            <p:ph idx="1"/>
          </p:nvPr>
        </p:nvSpPr>
        <p:spPr>
          <a:xfrm>
            <a:off x="611188" y="1196975"/>
            <a:ext cx="7848600" cy="4394200"/>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为了降低软件的复杂度，便于对问题的分析和理解，常采用以下技术：</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solidFill>
                  <a:srgbClr val="3333CC"/>
                </a:solidFill>
                <a:latin typeface="华文中宋" panose="02010600040101010101" pitchFamily="2" charset="-122"/>
                <a:ea typeface="华文中宋" panose="02010600040101010101" pitchFamily="2" charset="-122"/>
                <a:cs typeface="+mn-cs"/>
              </a:rPr>
              <a:t>1. </a:t>
            </a:r>
            <a:r>
              <a:rPr lang="zh-CN" altLang="en-US" dirty="0">
                <a:solidFill>
                  <a:srgbClr val="3333CC"/>
                </a:solidFill>
                <a:latin typeface="华文中宋" panose="02010600040101010101" pitchFamily="2" charset="-122"/>
                <a:ea typeface="华文中宋" panose="02010600040101010101" pitchFamily="2" charset="-122"/>
                <a:cs typeface="+mn-cs"/>
              </a:rPr>
              <a:t>分解   </a:t>
            </a:r>
            <a:r>
              <a:rPr lang="zh-CN" altLang="en-US" dirty="0">
                <a:latin typeface="华文中宋" panose="02010600040101010101" pitchFamily="2" charset="-122"/>
                <a:ea typeface="华文中宋" panose="02010600040101010101" pitchFamily="2" charset="-122"/>
                <a:cs typeface="+mn-cs"/>
              </a:rPr>
              <a:t>将大问题分解为小问题，通常是自顶而下，不断细化的过程。</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solidFill>
                  <a:srgbClr val="3333CC"/>
                </a:solidFill>
                <a:latin typeface="华文中宋" panose="02010600040101010101" pitchFamily="2" charset="-122"/>
                <a:ea typeface="华文中宋" panose="02010600040101010101" pitchFamily="2" charset="-122"/>
                <a:cs typeface="+mn-cs"/>
              </a:rPr>
              <a:t>2. </a:t>
            </a:r>
            <a:r>
              <a:rPr lang="zh-CN" altLang="en-US" dirty="0">
                <a:solidFill>
                  <a:srgbClr val="3333CC"/>
                </a:solidFill>
                <a:latin typeface="华文中宋" panose="02010600040101010101" pitchFamily="2" charset="-122"/>
                <a:ea typeface="华文中宋" panose="02010600040101010101" pitchFamily="2" charset="-122"/>
                <a:cs typeface="+mn-cs"/>
              </a:rPr>
              <a:t>抽象   </a:t>
            </a:r>
            <a:r>
              <a:rPr lang="zh-CN" altLang="en-US" dirty="0">
                <a:latin typeface="华文中宋" panose="02010600040101010101" pitchFamily="2" charset="-122"/>
                <a:ea typeface="华文中宋" panose="02010600040101010101" pitchFamily="2" charset="-122"/>
                <a:cs typeface="+mn-cs"/>
              </a:rPr>
              <a:t>抓住问题的本质特性，从不同抽象层次进行分析，提出解决问题的方案。</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solidFill>
                  <a:srgbClr val="3333CC"/>
                </a:solidFill>
                <a:latin typeface="华文中宋" panose="02010600040101010101" pitchFamily="2" charset="-122"/>
                <a:ea typeface="华文中宋" panose="02010600040101010101" pitchFamily="2" charset="-122"/>
                <a:cs typeface="+mn-cs"/>
              </a:rPr>
              <a:t>3. </a:t>
            </a:r>
            <a:r>
              <a:rPr lang="zh-CN" altLang="en-US" dirty="0">
                <a:solidFill>
                  <a:srgbClr val="3333CC"/>
                </a:solidFill>
                <a:latin typeface="华文中宋" panose="02010600040101010101" pitchFamily="2" charset="-122"/>
                <a:ea typeface="华文中宋" panose="02010600040101010101" pitchFamily="2" charset="-122"/>
                <a:cs typeface="+mn-cs"/>
              </a:rPr>
              <a:t>多视点   </a:t>
            </a:r>
            <a:r>
              <a:rPr lang="zh-CN" altLang="en-US" dirty="0">
                <a:latin typeface="华文中宋" panose="02010600040101010101" pitchFamily="2" charset="-122"/>
                <a:ea typeface="华文中宋" panose="02010600040101010101" pitchFamily="2" charset="-122"/>
                <a:cs typeface="+mn-cs"/>
              </a:rPr>
              <a:t>注意从各类开发人员和不同用户的角度考虑问题，才能获得 对系统的全面完整的需求。</a:t>
            </a:r>
            <a:endParaRPr lang="zh-CN" altLang="en-US" dirty="0">
              <a:latin typeface="华文中宋" panose="02010600040101010101" pitchFamily="2" charset="-122"/>
              <a:ea typeface="华文中宋" panose="02010600040101010101" pitchFamily="2" charset="-122"/>
              <a:cs typeface="+mn-cs"/>
            </a:endParaRPr>
          </a:p>
        </p:txBody>
      </p:sp>
      <p:sp>
        <p:nvSpPr>
          <p:cNvPr id="4198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标题 1"/>
          <p:cNvSpPr>
            <a:spLocks noGrp="1"/>
          </p:cNvSpPr>
          <p:nvPr>
            <p:ph type="title"/>
          </p:nvPr>
        </p:nvSpPr>
        <p:spPr>
          <a:ln/>
        </p:spPr>
        <p:txBody>
          <a:bodyPr vert="horz" wrap="square" lIns="91440" tIns="45720" rIns="91440" bIns="45720" anchor="ctr" anchorCtr="0"/>
          <a:p>
            <a:r>
              <a:rPr lang="zh-CN" altLang="en-US" dirty="0"/>
              <a:t>结构化需求分析过程</a:t>
            </a:r>
            <a:endParaRPr lang="zh-CN" altLang="en-US" dirty="0"/>
          </a:p>
        </p:txBody>
      </p:sp>
      <p:sp>
        <p:nvSpPr>
          <p:cNvPr id="43011"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43012" name="对象 2"/>
          <p:cNvGraphicFramePr>
            <a:graphicFrameLocks noChangeAspect="1"/>
          </p:cNvGraphicFramePr>
          <p:nvPr/>
        </p:nvGraphicFramePr>
        <p:xfrm>
          <a:off x="971550" y="1773238"/>
          <a:ext cx="7291388" cy="3240087"/>
        </p:xfrm>
        <a:graphic>
          <a:graphicData uri="http://schemas.openxmlformats.org/presentationml/2006/ole">
            <mc:AlternateContent xmlns:mc="http://schemas.openxmlformats.org/markup-compatibility/2006">
              <mc:Choice xmlns:v="urn:schemas-microsoft-com:vml" Requires="v">
                <p:oleObj spid="_x0000_s3076" name="" r:id="rId1" imgW="10246995" imgH="4552315" progId="Visio.Drawing.15">
                  <p:embed/>
                </p:oleObj>
              </mc:Choice>
              <mc:Fallback>
                <p:oleObj name="" r:id="rId1" imgW="10246995" imgH="4552315" progId="Visio.Drawing.15">
                  <p:embed/>
                  <p:pic>
                    <p:nvPicPr>
                      <p:cNvPr id="0" name="图片 3075"/>
                      <p:cNvPicPr/>
                      <p:nvPr/>
                    </p:nvPicPr>
                    <p:blipFill>
                      <a:blip r:embed="rId2"/>
                      <a:stretch>
                        <a:fillRect/>
                      </a:stretch>
                    </p:blipFill>
                    <p:spPr>
                      <a:xfrm>
                        <a:off x="971550" y="1773238"/>
                        <a:ext cx="7291388" cy="3240087"/>
                      </a:xfrm>
                      <a:prstGeom prst="rect">
                        <a:avLst/>
                      </a:prstGeom>
                      <a:noFill/>
                      <a:ln w="38100">
                        <a:noFill/>
                        <a:miter/>
                      </a:ln>
                    </p:spPr>
                  </p:pic>
                </p:oleObj>
              </mc:Fallback>
            </mc:AlternateContent>
          </a:graphicData>
        </a:graphic>
      </p:graphicFrame>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标题 1"/>
          <p:cNvSpPr>
            <a:spLocks noGrp="1"/>
          </p:cNvSpPr>
          <p:nvPr>
            <p:ph type="title"/>
          </p:nvPr>
        </p:nvSpPr>
        <p:spPr>
          <a:ln/>
        </p:spPr>
        <p:txBody>
          <a:bodyPr vert="horz" wrap="square" lIns="91440" tIns="45720" rIns="91440" bIns="45720" anchor="ctr" anchorCtr="0"/>
          <a:p>
            <a:r>
              <a:rPr lang="en-US" altLang="zh-CN" dirty="0"/>
              <a:t>4.3 </a:t>
            </a:r>
            <a:r>
              <a:rPr lang="zh-CN" altLang="en-US" dirty="0"/>
              <a:t>功能定位和需求决择</a:t>
            </a:r>
            <a:endParaRPr lang="zh-CN" altLang="en-US" dirty="0"/>
          </a:p>
        </p:txBody>
      </p:sp>
      <p:sp>
        <p:nvSpPr>
          <p:cNvPr id="44035" name="内容占位符 2"/>
          <p:cNvSpPr>
            <a:spLocks noGrp="1"/>
          </p:cNvSpPr>
          <p:nvPr>
            <p:ph idx="1"/>
          </p:nvPr>
        </p:nvSpPr>
        <p:spPr>
          <a:xfrm>
            <a:off x="684213" y="1125538"/>
            <a:ext cx="7775575" cy="5337175"/>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案例</a:t>
            </a:r>
            <a:r>
              <a:rPr lang="zh-CN" altLang="zh-CN" dirty="0">
                <a:latin typeface="华文中宋" panose="02010600040101010101" pitchFamily="2" charset="-122"/>
                <a:ea typeface="华文中宋" panose="02010600040101010101" pitchFamily="2" charset="-122"/>
                <a:cs typeface="+mn-cs"/>
              </a:rPr>
              <a:t>，开发</a:t>
            </a:r>
            <a:r>
              <a:rPr lang="en-US" altLang="zh-CN" dirty="0">
                <a:latin typeface="华文中宋" panose="02010600040101010101" pitchFamily="2" charset="-122"/>
                <a:ea typeface="华文中宋" panose="02010600040101010101" pitchFamily="2" charset="-122"/>
                <a:cs typeface="+mn-cs"/>
              </a:rPr>
              <a:t>MUTIX</a:t>
            </a:r>
            <a:r>
              <a:rPr lang="zh-CN" altLang="zh-CN" dirty="0">
                <a:latin typeface="华文中宋" panose="02010600040101010101" pitchFamily="2" charset="-122"/>
                <a:ea typeface="华文中宋" panose="02010600040101010101" pitchFamily="2" charset="-122"/>
                <a:cs typeface="+mn-cs"/>
              </a:rPr>
              <a:t>操作系统时，当时世界上许多著名的计算机专家聚集在一起研发</a:t>
            </a:r>
            <a:r>
              <a:rPr lang="en-US" altLang="zh-CN" dirty="0">
                <a:latin typeface="华文中宋" panose="02010600040101010101" pitchFamily="2" charset="-122"/>
                <a:ea typeface="华文中宋" panose="02010600040101010101" pitchFamily="2" charset="-122"/>
                <a:cs typeface="+mn-cs"/>
              </a:rPr>
              <a:t>MUTIX</a:t>
            </a:r>
            <a:r>
              <a:rPr lang="zh-CN" altLang="zh-CN" dirty="0">
                <a:latin typeface="华文中宋" panose="02010600040101010101" pitchFamily="2" charset="-122"/>
                <a:ea typeface="华文中宋" panose="02010600040101010101" pitchFamily="2" charset="-122"/>
                <a:cs typeface="+mn-cs"/>
              </a:rPr>
              <a:t>操作系统，每位专家都有许多很好的设想，都拼命地向</a:t>
            </a:r>
            <a:r>
              <a:rPr lang="en-US" altLang="zh-CN" dirty="0">
                <a:latin typeface="华文中宋" panose="02010600040101010101" pitchFamily="2" charset="-122"/>
                <a:ea typeface="华文中宋" panose="02010600040101010101" pitchFamily="2" charset="-122"/>
                <a:cs typeface="+mn-cs"/>
              </a:rPr>
              <a:t>MUTIX</a:t>
            </a:r>
            <a:r>
              <a:rPr lang="zh-CN" altLang="zh-CN" dirty="0">
                <a:latin typeface="华文中宋" panose="02010600040101010101" pitchFamily="2" charset="-122"/>
                <a:ea typeface="华文中宋" panose="02010600040101010101" pitchFamily="2" charset="-122"/>
                <a:cs typeface="+mn-cs"/>
              </a:rPr>
              <a:t>系统添加功能，结果使得这个系统规模越来越庞大，以至于没有一个人能够清楚地描述这个系统的范围和目标，经过几年的艰苦开发，最后还是以失败告终。</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为每一项需求按照重要程度分配一个优先级，这有助于项目管理者解决冲突、安排阶段性交付，在必要时能做出功能上的取舍，以最少的费用获得软件产品的最大功能。</a:t>
            </a:r>
            <a:endParaRPr lang="zh-CN" altLang="en-US" sz="2800" b="1" dirty="0">
              <a:latin typeface="华文中宋" panose="02010600040101010101" pitchFamily="2" charset="-122"/>
              <a:ea typeface="华文中宋" panose="02010600040101010101" pitchFamily="2" charset="-122"/>
              <a:cs typeface="+mn-cs"/>
            </a:endParaRPr>
          </a:p>
        </p:txBody>
      </p:sp>
      <p:sp>
        <p:nvSpPr>
          <p:cNvPr id="4403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标题 1"/>
          <p:cNvSpPr>
            <a:spLocks noGrp="1"/>
          </p:cNvSpPr>
          <p:nvPr>
            <p:ph type="title"/>
          </p:nvPr>
        </p:nvSpPr>
        <p:spPr>
          <a:ln/>
        </p:spPr>
        <p:txBody>
          <a:bodyPr vert="horz" wrap="square" lIns="91440" tIns="45720" rIns="91440" bIns="45720" anchor="ctr" anchorCtr="0"/>
          <a:p>
            <a:r>
              <a:rPr lang="en-US" altLang="zh-CN" dirty="0"/>
              <a:t>4.3 </a:t>
            </a:r>
            <a:r>
              <a:rPr lang="zh-CN" altLang="en-US" dirty="0"/>
              <a:t>功能定位和需求决择</a:t>
            </a:r>
            <a:endParaRPr lang="zh-CN" altLang="en-US" dirty="0"/>
          </a:p>
        </p:txBody>
      </p:sp>
      <p:sp>
        <p:nvSpPr>
          <p:cNvPr id="45059" name="内容占位符 2"/>
          <p:cNvSpPr>
            <a:spLocks noGrp="1"/>
          </p:cNvSpPr>
          <p:nvPr>
            <p:ph idx="1"/>
          </p:nvPr>
        </p:nvSpPr>
        <p:spPr>
          <a:xfrm>
            <a:off x="827088" y="1125538"/>
            <a:ext cx="7391400" cy="628650"/>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sz="2800" b="1" dirty="0">
                <a:latin typeface="华文中宋" panose="02010600040101010101" pitchFamily="2" charset="-122"/>
                <a:ea typeface="华文中宋" panose="02010600040101010101" pitchFamily="2" charset="-122"/>
                <a:cs typeface="+mn-cs"/>
              </a:rPr>
              <a:t>需求优先级和需求抉择</a:t>
            </a:r>
            <a:endParaRPr lang="zh-CN" altLang="en-US" sz="2800" b="1" dirty="0">
              <a:latin typeface="华文中宋" panose="02010600040101010101" pitchFamily="2" charset="-122"/>
              <a:ea typeface="华文中宋" panose="02010600040101010101" pitchFamily="2" charset="-122"/>
              <a:cs typeface="+mn-cs"/>
            </a:endParaRPr>
          </a:p>
        </p:txBody>
      </p:sp>
      <p:sp>
        <p:nvSpPr>
          <p:cNvPr id="4506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cxnSp>
        <p:nvCxnSpPr>
          <p:cNvPr id="45061" name="直接箭头连接符 5"/>
          <p:cNvCxnSpPr/>
          <p:nvPr/>
        </p:nvCxnSpPr>
        <p:spPr>
          <a:xfrm>
            <a:off x="2009775" y="3676650"/>
            <a:ext cx="5657850" cy="0"/>
          </a:xfrm>
          <a:prstGeom prst="straightConnector1">
            <a:avLst/>
          </a:prstGeom>
          <a:ln w="9525" cap="flat" cmpd="sng">
            <a:solidFill>
              <a:srgbClr val="53548A"/>
            </a:solidFill>
            <a:prstDash val="solid"/>
            <a:headEnd type="none" w="med" len="med"/>
            <a:tailEnd type="triangle" w="med" len="med"/>
          </a:ln>
        </p:spPr>
      </p:cxnSp>
      <p:cxnSp>
        <p:nvCxnSpPr>
          <p:cNvPr id="45062" name="直接箭头连接符 6"/>
          <p:cNvCxnSpPr/>
          <p:nvPr/>
        </p:nvCxnSpPr>
        <p:spPr>
          <a:xfrm flipV="1">
            <a:off x="4881563" y="2276475"/>
            <a:ext cx="0" cy="2557463"/>
          </a:xfrm>
          <a:prstGeom prst="straightConnector1">
            <a:avLst/>
          </a:prstGeom>
          <a:ln w="9525" cap="flat" cmpd="sng">
            <a:solidFill>
              <a:srgbClr val="53548A"/>
            </a:solidFill>
            <a:prstDash val="solid"/>
            <a:headEnd type="none" w="med" len="med"/>
            <a:tailEnd type="triangle" w="med" len="med"/>
          </a:ln>
        </p:spPr>
      </p:cxnSp>
      <p:sp>
        <p:nvSpPr>
          <p:cNvPr id="8" name="矩形 9"/>
          <p:cNvSpPr>
            <a:spLocks noChangeArrowheads="1"/>
          </p:cNvSpPr>
          <p:nvPr/>
        </p:nvSpPr>
        <p:spPr bwMode="auto">
          <a:xfrm>
            <a:off x="5048250" y="2324100"/>
            <a:ext cx="1627188" cy="592138"/>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auto" latinLnBrk="0" hangingPunct="1">
              <a:lnSpc>
                <a:spcPct val="130000"/>
              </a:lnSpc>
              <a:spcBef>
                <a:spcPct val="20000"/>
              </a:spcBef>
              <a:spcAft>
                <a:spcPts val="0"/>
              </a:spcAft>
              <a:buClrTx/>
              <a:buSzTx/>
              <a:buFontTx/>
              <a:buNone/>
              <a:defRPr/>
            </a:pPr>
            <a:r>
              <a:rPr kumimoji="0" lang="zh-CN" altLang="zh-CN" sz="28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rPr>
              <a:t>杀手功能</a:t>
            </a:r>
            <a:endParaRPr kumimoji="0" lang="en-US" altLang="zh-CN" sz="28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endParaRPr>
          </a:p>
        </p:txBody>
      </p:sp>
      <p:sp>
        <p:nvSpPr>
          <p:cNvPr id="9" name="矩形 10"/>
          <p:cNvSpPr>
            <a:spLocks noChangeArrowheads="1"/>
          </p:cNvSpPr>
          <p:nvPr/>
        </p:nvSpPr>
        <p:spPr bwMode="auto">
          <a:xfrm>
            <a:off x="2540000" y="2339975"/>
            <a:ext cx="1620838" cy="596900"/>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auto" latinLnBrk="0" hangingPunct="1">
              <a:lnSpc>
                <a:spcPct val="130000"/>
              </a:lnSpc>
              <a:spcBef>
                <a:spcPct val="20000"/>
              </a:spcBef>
              <a:spcAft>
                <a:spcPts val="0"/>
              </a:spcAft>
              <a:buClrTx/>
              <a:buSzTx/>
              <a:buFontTx/>
              <a:buNone/>
              <a:defRPr/>
            </a:pPr>
            <a:r>
              <a:rPr kumimoji="0" lang="zh-CN" altLang="zh-CN" sz="2800" b="1" i="0" u="none" strike="noStrike" kern="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mn-cs"/>
              </a:rPr>
              <a:t>外围功能</a:t>
            </a:r>
            <a:endParaRPr kumimoji="0" lang="en-US" altLang="zh-CN" sz="2800" b="1" i="0" u="none" strike="noStrike" kern="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mn-cs"/>
            </a:endParaRPr>
          </a:p>
        </p:txBody>
      </p:sp>
      <p:sp>
        <p:nvSpPr>
          <p:cNvPr id="10" name="矩形 11"/>
          <p:cNvSpPr>
            <a:spLocks noChangeArrowheads="1"/>
          </p:cNvSpPr>
          <p:nvPr/>
        </p:nvSpPr>
        <p:spPr bwMode="auto">
          <a:xfrm>
            <a:off x="2619375" y="4041775"/>
            <a:ext cx="1620838" cy="598488"/>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auto" latinLnBrk="0" hangingPunct="1">
              <a:lnSpc>
                <a:spcPct val="130000"/>
              </a:lnSpc>
              <a:spcBef>
                <a:spcPct val="20000"/>
              </a:spcBef>
              <a:spcAft>
                <a:spcPts val="0"/>
              </a:spcAft>
              <a:buClrTx/>
              <a:buSzTx/>
              <a:buFontTx/>
              <a:buNone/>
              <a:defRPr/>
            </a:pPr>
            <a:r>
              <a:rPr kumimoji="0" lang="zh-CN" altLang="zh-CN" sz="28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rPr>
              <a:t>必要需求</a:t>
            </a:r>
            <a:endParaRPr kumimoji="0" lang="en-US" altLang="zh-CN" sz="28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endParaRPr>
          </a:p>
        </p:txBody>
      </p:sp>
      <p:sp>
        <p:nvSpPr>
          <p:cNvPr id="11" name="矩形 12"/>
          <p:cNvSpPr>
            <a:spLocks noChangeArrowheads="1"/>
          </p:cNvSpPr>
          <p:nvPr/>
        </p:nvSpPr>
        <p:spPr bwMode="auto">
          <a:xfrm>
            <a:off x="5227638" y="4133850"/>
            <a:ext cx="1622425" cy="596900"/>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auto" latinLnBrk="0" hangingPunct="1">
              <a:lnSpc>
                <a:spcPct val="130000"/>
              </a:lnSpc>
              <a:spcBef>
                <a:spcPct val="20000"/>
              </a:spcBef>
              <a:spcAft>
                <a:spcPts val="0"/>
              </a:spcAft>
              <a:buClrTx/>
              <a:buSzTx/>
              <a:buFontTx/>
              <a:buNone/>
              <a:defRPr/>
            </a:pPr>
            <a:r>
              <a:rPr kumimoji="0" lang="zh-CN" altLang="zh-CN" sz="28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rPr>
              <a:t>辅助需求</a:t>
            </a:r>
            <a:endParaRPr kumimoji="0" lang="en-US" altLang="zh-CN" sz="28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endParaRPr>
          </a:p>
        </p:txBody>
      </p:sp>
      <p:sp>
        <p:nvSpPr>
          <p:cNvPr id="12" name="矩形 11"/>
          <p:cNvSpPr/>
          <p:nvPr/>
        </p:nvSpPr>
        <p:spPr>
          <a:xfrm>
            <a:off x="1228725" y="3003550"/>
            <a:ext cx="3022600" cy="449263"/>
          </a:xfrm>
          <a:prstGeom prst="rect">
            <a:avLst/>
          </a:prstGeom>
          <a:noFill/>
          <a:ln w="9525">
            <a:noFill/>
          </a:ln>
        </p:spPr>
        <p:txBody>
          <a:bodyPr wrap="none">
            <a:spAutoFit/>
          </a:bodyPr>
          <a:p>
            <a:pPr eaLnBrk="1" hangingPunct="1">
              <a:lnSpc>
                <a:spcPct val="130000"/>
              </a:lnSpc>
              <a:spcBef>
                <a:spcPct val="20000"/>
              </a:spcBef>
              <a:buNone/>
            </a:pPr>
            <a:r>
              <a:rPr lang="zh-CN" altLang="en-US" sz="2000" dirty="0">
                <a:solidFill>
                  <a:srgbClr val="000000"/>
                </a:solidFill>
                <a:latin typeface="宋体" panose="02010600030101010101" pitchFamily="2" charset="-122"/>
                <a:ea typeface="宋体" panose="02010600030101010101" pitchFamily="2" charset="-122"/>
              </a:rPr>
              <a:t>抵消：</a:t>
            </a:r>
            <a:r>
              <a:rPr lang="zh-CN" altLang="zh-CN" sz="2000" dirty="0">
                <a:solidFill>
                  <a:srgbClr val="000000"/>
                </a:solidFill>
                <a:latin typeface="Times New Roman" panose="02020603050405020304" pitchFamily="18" charset="0"/>
                <a:ea typeface="宋体" panose="02010600030101010101" pitchFamily="2" charset="-122"/>
              </a:rPr>
              <a:t>和竞争对手差不多</a:t>
            </a:r>
            <a:endParaRPr lang="zh-CN" altLang="en-US" sz="2000" dirty="0">
              <a:solidFill>
                <a:srgbClr val="000000"/>
              </a:solidFill>
              <a:latin typeface="Times New Roman" panose="02020603050405020304" pitchFamily="18" charset="0"/>
              <a:ea typeface="宋体" panose="02010600030101010101" pitchFamily="2" charset="-122"/>
            </a:endParaRPr>
          </a:p>
        </p:txBody>
      </p:sp>
      <p:sp>
        <p:nvSpPr>
          <p:cNvPr id="13" name="矩形 12"/>
          <p:cNvSpPr/>
          <p:nvPr/>
        </p:nvSpPr>
        <p:spPr>
          <a:xfrm>
            <a:off x="969963" y="5000625"/>
            <a:ext cx="3540125" cy="449263"/>
          </a:xfrm>
          <a:prstGeom prst="rect">
            <a:avLst/>
          </a:prstGeom>
          <a:noFill/>
          <a:ln w="9525">
            <a:noFill/>
          </a:ln>
        </p:spPr>
        <p:txBody>
          <a:bodyPr wrap="none">
            <a:spAutoFit/>
          </a:bodyPr>
          <a:p>
            <a:pPr eaLnBrk="1" hangingPunct="1">
              <a:lnSpc>
                <a:spcPct val="130000"/>
              </a:lnSpc>
              <a:spcBef>
                <a:spcPct val="20000"/>
              </a:spcBef>
              <a:buNone/>
            </a:pPr>
            <a:r>
              <a:rPr lang="zh-CN" altLang="en-US" sz="2000" dirty="0">
                <a:solidFill>
                  <a:srgbClr val="000000"/>
                </a:solidFill>
                <a:latin typeface="Times New Roman" panose="02020603050405020304" pitchFamily="18" charset="0"/>
                <a:ea typeface="宋体" panose="02010600030101010101" pitchFamily="2" charset="-122"/>
              </a:rPr>
              <a:t>维持：</a:t>
            </a:r>
            <a:r>
              <a:rPr lang="zh-CN" altLang="zh-CN" sz="2000" dirty="0">
                <a:solidFill>
                  <a:srgbClr val="000000"/>
                </a:solidFill>
                <a:latin typeface="Times New Roman" panose="02020603050405020304" pitchFamily="18" charset="0"/>
                <a:ea typeface="宋体" panose="02010600030101010101" pitchFamily="2" charset="-122"/>
              </a:rPr>
              <a:t>以最低成本维持此功能</a:t>
            </a:r>
            <a:endParaRPr lang="zh-CN" altLang="en-US" sz="2000" dirty="0">
              <a:solidFill>
                <a:srgbClr val="000000"/>
              </a:solidFill>
              <a:latin typeface="Times New Roman" panose="02020603050405020304" pitchFamily="18" charset="0"/>
              <a:ea typeface="宋体" panose="02010600030101010101" pitchFamily="2" charset="-122"/>
            </a:endParaRPr>
          </a:p>
        </p:txBody>
      </p:sp>
      <p:sp>
        <p:nvSpPr>
          <p:cNvPr id="14" name="矩形 13"/>
          <p:cNvSpPr/>
          <p:nvPr/>
        </p:nvSpPr>
        <p:spPr>
          <a:xfrm>
            <a:off x="5934075" y="4962525"/>
            <a:ext cx="1733550" cy="449263"/>
          </a:xfrm>
          <a:prstGeom prst="rect">
            <a:avLst/>
          </a:prstGeom>
          <a:noFill/>
          <a:ln w="9525">
            <a:noFill/>
          </a:ln>
        </p:spPr>
        <p:txBody>
          <a:bodyPr wrap="none">
            <a:spAutoFit/>
          </a:bodyPr>
          <a:p>
            <a:pPr eaLnBrk="1" hangingPunct="1">
              <a:lnSpc>
                <a:spcPct val="130000"/>
              </a:lnSpc>
              <a:spcBef>
                <a:spcPct val="20000"/>
              </a:spcBef>
              <a:buNone/>
            </a:pPr>
            <a:r>
              <a:rPr lang="zh-CN" altLang="en-US" sz="2000" dirty="0">
                <a:solidFill>
                  <a:srgbClr val="000000"/>
                </a:solidFill>
                <a:latin typeface="Times New Roman" panose="02020603050405020304" pitchFamily="18" charset="0"/>
                <a:ea typeface="宋体" panose="02010600030101010101" pitchFamily="2" charset="-122"/>
              </a:rPr>
              <a:t>维持，或不做</a:t>
            </a:r>
            <a:endParaRPr lang="zh-CN" altLang="en-US" sz="2000" dirty="0">
              <a:solidFill>
                <a:srgbClr val="000000"/>
              </a:solidFill>
              <a:latin typeface="Times New Roman" panose="02020603050405020304" pitchFamily="18" charset="0"/>
              <a:ea typeface="宋体" panose="02010600030101010101" pitchFamily="2" charset="-122"/>
            </a:endParaRPr>
          </a:p>
        </p:txBody>
      </p:sp>
      <p:sp>
        <p:nvSpPr>
          <p:cNvPr id="15" name="矩形 14"/>
          <p:cNvSpPr>
            <a:spLocks noChangeArrowheads="1"/>
          </p:cNvSpPr>
          <p:nvPr/>
        </p:nvSpPr>
        <p:spPr bwMode="auto">
          <a:xfrm>
            <a:off x="5862638" y="3001963"/>
            <a:ext cx="1576388" cy="452438"/>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auto" latinLnBrk="0" hangingPunct="1">
              <a:lnSpc>
                <a:spcPct val="130000"/>
              </a:lnSpc>
              <a:spcBef>
                <a:spcPct val="20000"/>
              </a:spcBef>
              <a:spcAft>
                <a:spcPts val="0"/>
              </a:spcAft>
              <a:buClrTx/>
              <a:buSzTx/>
              <a:buFontTx/>
              <a:buNone/>
              <a:defRPr/>
            </a:pPr>
            <a:r>
              <a:rPr kumimoji="0" lang="zh-CN" altLang="zh-CN" sz="1800" b="1" i="0" u="none" strike="noStrike" kern="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mn-cs"/>
              </a:rPr>
              <a:t>比别人好</a:t>
            </a:r>
            <a:r>
              <a:rPr kumimoji="0" lang="en-US" altLang="zh-CN" sz="1800" b="1" i="0" u="none" strike="noStrike" kern="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mn-cs"/>
              </a:rPr>
              <a:t>10</a:t>
            </a:r>
            <a:r>
              <a:rPr kumimoji="0" lang="zh-CN" altLang="zh-CN" sz="1800" b="1" i="0" u="none" strike="noStrike" kern="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mn-cs"/>
              </a:rPr>
              <a:t>倍</a:t>
            </a:r>
            <a:endParaRPr kumimoji="0" lang="en-US" altLang="zh-CN" sz="1800" b="1" i="0" u="none" strike="noStrike" kern="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1000"/>
                                        <p:tgtEl>
                                          <p:spTgt spid="15"/>
                                        </p:tgtEl>
                                      </p:cBhvr>
                                    </p:animEffect>
                                    <p:anim calcmode="lin" valueType="num">
                                      <p:cBhvr>
                                        <p:cTn id="26" dur="1000" fill="hold"/>
                                        <p:tgtEl>
                                          <p:spTgt spid="15"/>
                                        </p:tgtEl>
                                        <p:attrNameLst>
                                          <p:attrName>ppt_x</p:attrName>
                                        </p:attrNameLst>
                                      </p:cBhvr>
                                      <p:tavLst>
                                        <p:tav tm="0">
                                          <p:val>
                                            <p:strVal val="#ppt_x"/>
                                          </p:val>
                                        </p:tav>
                                        <p:tav tm="100000">
                                          <p:val>
                                            <p:strVal val="#ppt_x"/>
                                          </p:val>
                                        </p:tav>
                                      </p:tavLst>
                                    </p:anim>
                                    <p:anim calcmode="lin" valueType="num">
                                      <p:cBhvr>
                                        <p:cTn id="27" dur="1000" fill="hold"/>
                                        <p:tgtEl>
                                          <p:spTgt spid="15"/>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1000"/>
                                        <p:tgtEl>
                                          <p:spTgt spid="12"/>
                                        </p:tgtEl>
                                      </p:cBhvr>
                                    </p:animEffect>
                                    <p:anim calcmode="lin" valueType="num">
                                      <p:cBhvr>
                                        <p:cTn id="31" dur="1000" fill="hold"/>
                                        <p:tgtEl>
                                          <p:spTgt spid="12"/>
                                        </p:tgtEl>
                                        <p:attrNameLst>
                                          <p:attrName>ppt_x</p:attrName>
                                        </p:attrNameLst>
                                      </p:cBhvr>
                                      <p:tavLst>
                                        <p:tav tm="0">
                                          <p:val>
                                            <p:strVal val="#ppt_x"/>
                                          </p:val>
                                        </p:tav>
                                        <p:tav tm="100000">
                                          <p:val>
                                            <p:strVal val="#ppt_x"/>
                                          </p:val>
                                        </p:tav>
                                      </p:tavLst>
                                    </p:anim>
                                    <p:anim calcmode="lin" valueType="num">
                                      <p:cBhvr>
                                        <p:cTn id="32" dur="1000" fill="hold"/>
                                        <p:tgtEl>
                                          <p:spTgt spid="12"/>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1000"/>
                                        <p:tgtEl>
                                          <p:spTgt spid="13"/>
                                        </p:tgtEl>
                                      </p:cBhvr>
                                    </p:animEffect>
                                    <p:anim calcmode="lin" valueType="num">
                                      <p:cBhvr>
                                        <p:cTn id="36" dur="1000" fill="hold"/>
                                        <p:tgtEl>
                                          <p:spTgt spid="13"/>
                                        </p:tgtEl>
                                        <p:attrNameLst>
                                          <p:attrName>ppt_x</p:attrName>
                                        </p:attrNameLst>
                                      </p:cBhvr>
                                      <p:tavLst>
                                        <p:tav tm="0">
                                          <p:val>
                                            <p:strVal val="#ppt_x"/>
                                          </p:val>
                                        </p:tav>
                                        <p:tav tm="100000">
                                          <p:val>
                                            <p:strVal val="#ppt_x"/>
                                          </p:val>
                                        </p:tav>
                                      </p:tavLst>
                                    </p:anim>
                                    <p:anim calcmode="lin" valueType="num">
                                      <p:cBhvr>
                                        <p:cTn id="37" dur="1000" fill="hold"/>
                                        <p:tgtEl>
                                          <p:spTgt spid="13"/>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1000"/>
                                        <p:tgtEl>
                                          <p:spTgt spid="14"/>
                                        </p:tgtEl>
                                      </p:cBhvr>
                                    </p:animEffect>
                                    <p:anim calcmode="lin" valueType="num">
                                      <p:cBhvr>
                                        <p:cTn id="41" dur="1000" fill="hold"/>
                                        <p:tgtEl>
                                          <p:spTgt spid="14"/>
                                        </p:tgtEl>
                                        <p:attrNameLst>
                                          <p:attrName>ppt_x</p:attrName>
                                        </p:attrNameLst>
                                      </p:cBhvr>
                                      <p:tavLst>
                                        <p:tav tm="0">
                                          <p:val>
                                            <p:strVal val="#ppt_x"/>
                                          </p:val>
                                        </p:tav>
                                        <p:tav tm="100000">
                                          <p:val>
                                            <p:strVal val="#ppt_x"/>
                                          </p:val>
                                        </p:tav>
                                      </p:tavLst>
                                    </p:anim>
                                    <p:anim calcmode="lin" valueType="num">
                                      <p:cBhvr>
                                        <p:cTn id="42"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4" grpId="0"/>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标题 1"/>
          <p:cNvSpPr>
            <a:spLocks noGrp="1"/>
          </p:cNvSpPr>
          <p:nvPr>
            <p:ph type="title"/>
          </p:nvPr>
        </p:nvSpPr>
        <p:spPr>
          <a:ln/>
        </p:spPr>
        <p:txBody>
          <a:bodyPr vert="horz" wrap="square" lIns="91440" tIns="45720" rIns="91440" bIns="45720" anchor="ctr" anchorCtr="0"/>
          <a:p>
            <a:r>
              <a:rPr lang="zh-CN" altLang="en-US" dirty="0"/>
              <a:t>需求决择</a:t>
            </a:r>
            <a:endParaRPr lang="zh-CN" altLang="en-US" dirty="0"/>
          </a:p>
        </p:txBody>
      </p:sp>
      <p:sp>
        <p:nvSpPr>
          <p:cNvPr id="28675" name="内容占位符 2"/>
          <p:cNvSpPr>
            <a:spLocks noGrp="1" noChangeArrowheads="1"/>
          </p:cNvSpPr>
          <p:nvPr>
            <p:ph idx="1"/>
          </p:nvPr>
        </p:nvSpPr>
        <p:spPr>
          <a:xfrm>
            <a:off x="588963" y="1052513"/>
            <a:ext cx="7921625" cy="5113338"/>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资源有限，我们对不同功能有哪些办法呢？有下面五种办法。</a:t>
            </a:r>
            <a:endPar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维持——以最低成本维持此功能。</a:t>
            </a:r>
            <a:endPar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抵消——快速地达到</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足够好</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和竞争对手差不多</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优化——花大力气做到并保持行业最好。</a:t>
            </a:r>
            <a:endPar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差异化——产生同类产品比不了的功能或优势。</a:t>
            </a:r>
            <a:endPar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不做——砍掉一个功能也是一个办法，我们并不一定要做所有的功能。</a:t>
            </a:r>
            <a:endPar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4608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标题 1"/>
          <p:cNvSpPr>
            <a:spLocks noGrp="1"/>
          </p:cNvSpPr>
          <p:nvPr>
            <p:ph type="title"/>
          </p:nvPr>
        </p:nvSpPr>
        <p:spPr>
          <a:ln/>
        </p:spPr>
        <p:txBody>
          <a:bodyPr vert="horz" wrap="square" lIns="91440" tIns="45720" rIns="91440" bIns="45720" anchor="ctr" anchorCtr="0"/>
          <a:p>
            <a:r>
              <a:rPr lang="zh-CN" altLang="en-US" dirty="0"/>
              <a:t>创新性需求</a:t>
            </a:r>
            <a:endParaRPr lang="zh-CN" altLang="en-US" dirty="0"/>
          </a:p>
        </p:txBody>
      </p:sp>
      <p:sp>
        <p:nvSpPr>
          <p:cNvPr id="47107" name="内容占位符 2"/>
          <p:cNvSpPr>
            <a:spLocks noGrp="1"/>
          </p:cNvSpPr>
          <p:nvPr>
            <p:ph idx="1"/>
          </p:nvPr>
        </p:nvSpPr>
        <p:spPr>
          <a:xfrm>
            <a:off x="468313" y="981075"/>
            <a:ext cx="7920037" cy="5233988"/>
          </a:xfrm>
          <a:ln/>
        </p:spPr>
        <p:txBody>
          <a:bodyPr vert="horz" wrap="square" lIns="91440" tIns="45720" rIns="91440" bIns="45720" anchor="t" anchorCtr="0">
            <a:spAutoFit/>
          </a:bodyPr>
          <a:p>
            <a:pPr>
              <a:lnSpc>
                <a:spcPct val="110000"/>
              </a:lnSpc>
              <a:buSzPct val="70000"/>
            </a:pPr>
            <a:r>
              <a:rPr lang="zh-CN" altLang="en-US" dirty="0">
                <a:latin typeface="华文中宋" panose="02010600040101010101" pitchFamily="2" charset="-122"/>
                <a:ea typeface="华文中宋" panose="02010600040101010101" pitchFamily="2" charset="-122"/>
                <a:cs typeface="+mn-cs"/>
              </a:rPr>
              <a:t>微信上线</a:t>
            </a:r>
            <a:r>
              <a:rPr lang="en-US" altLang="zh-CN" dirty="0">
                <a:latin typeface="华文中宋" panose="02010600040101010101" pitchFamily="2" charset="-122"/>
                <a:ea typeface="华文中宋" panose="02010600040101010101" pitchFamily="2" charset="-122"/>
                <a:cs typeface="+mn-cs"/>
              </a:rPr>
              <a:t>433</a:t>
            </a:r>
            <a:r>
              <a:rPr lang="zh-CN" altLang="en-US" dirty="0">
                <a:latin typeface="华文中宋" panose="02010600040101010101" pitchFamily="2" charset="-122"/>
                <a:ea typeface="华文中宋" panose="02010600040101010101" pitchFamily="2" charset="-122"/>
                <a:cs typeface="+mn-cs"/>
              </a:rPr>
              <a:t>天的时候，用户数达到</a:t>
            </a:r>
            <a:r>
              <a:rPr lang="en-US" altLang="zh-CN" dirty="0">
                <a:latin typeface="华文中宋" panose="02010600040101010101" pitchFamily="2" charset="-122"/>
                <a:ea typeface="华文中宋" panose="02010600040101010101" pitchFamily="2" charset="-122"/>
                <a:cs typeface="+mn-cs"/>
              </a:rPr>
              <a:t>1</a:t>
            </a:r>
            <a:r>
              <a:rPr lang="zh-CN" altLang="en-US" dirty="0">
                <a:latin typeface="华文中宋" panose="02010600040101010101" pitchFamily="2" charset="-122"/>
                <a:ea typeface="华文中宋" panose="02010600040101010101" pitchFamily="2" charset="-122"/>
                <a:cs typeface="+mn-cs"/>
              </a:rPr>
              <a:t>亿，上线</a:t>
            </a:r>
            <a:r>
              <a:rPr lang="en-US" altLang="zh-CN" dirty="0">
                <a:latin typeface="华文中宋" panose="02010600040101010101" pitchFamily="2" charset="-122"/>
                <a:ea typeface="华文中宋" panose="02010600040101010101" pitchFamily="2" charset="-122"/>
                <a:cs typeface="+mn-cs"/>
              </a:rPr>
              <a:t>2</a:t>
            </a:r>
            <a:r>
              <a:rPr lang="zh-CN" altLang="en-US" dirty="0">
                <a:latin typeface="华文中宋" panose="02010600040101010101" pitchFamily="2" charset="-122"/>
                <a:ea typeface="华文中宋" panose="02010600040101010101" pitchFamily="2" charset="-122"/>
                <a:cs typeface="+mn-cs"/>
              </a:rPr>
              <a:t>年的时间，用户数达到</a:t>
            </a:r>
            <a:r>
              <a:rPr lang="en-US" altLang="zh-CN" dirty="0">
                <a:latin typeface="华文中宋" panose="02010600040101010101" pitchFamily="2" charset="-122"/>
                <a:ea typeface="华文中宋" panose="02010600040101010101" pitchFamily="2" charset="-122"/>
                <a:cs typeface="+mn-cs"/>
              </a:rPr>
              <a:t>3</a:t>
            </a:r>
            <a:r>
              <a:rPr lang="zh-CN" altLang="en-US" dirty="0">
                <a:latin typeface="华文中宋" panose="02010600040101010101" pitchFamily="2" charset="-122"/>
                <a:ea typeface="华文中宋" panose="02010600040101010101" pitchFamily="2" charset="-122"/>
                <a:cs typeface="+mn-cs"/>
              </a:rPr>
              <a:t>亿。</a:t>
            </a:r>
            <a:endParaRPr lang="zh-CN" altLang="en-US" dirty="0">
              <a:latin typeface="华文中宋" panose="02010600040101010101" pitchFamily="2" charset="-122"/>
              <a:ea typeface="华文中宋" panose="02010600040101010101" pitchFamily="2" charset="-122"/>
              <a:cs typeface="+mn-cs"/>
            </a:endParaRPr>
          </a:p>
          <a:p>
            <a:pPr>
              <a:lnSpc>
                <a:spcPct val="110000"/>
              </a:lnSpc>
              <a:buSzPct val="70000"/>
            </a:pPr>
            <a:r>
              <a:rPr lang="zh-CN" altLang="en-US" dirty="0">
                <a:latin typeface="华文中宋" panose="02010600040101010101" pitchFamily="2" charset="-122"/>
                <a:ea typeface="华文中宋" panose="02010600040101010101" pitchFamily="2" charset="-122"/>
                <a:cs typeface="+mn-cs"/>
              </a:rPr>
              <a:t>微信早期从</a:t>
            </a:r>
            <a:r>
              <a:rPr lang="en-US" altLang="zh-CN" dirty="0">
                <a:latin typeface="华文中宋" panose="02010600040101010101" pitchFamily="2" charset="-122"/>
                <a:ea typeface="华文中宋" panose="02010600040101010101" pitchFamily="2" charset="-122"/>
                <a:cs typeface="+mn-cs"/>
              </a:rPr>
              <a:t>1.0</a:t>
            </a:r>
            <a:r>
              <a:rPr lang="zh-CN" altLang="en-US" dirty="0">
                <a:latin typeface="华文中宋" panose="02010600040101010101" pitchFamily="2" charset="-122"/>
                <a:ea typeface="华文中宋" panose="02010600040101010101" pitchFamily="2" charset="-122"/>
                <a:cs typeface="+mn-cs"/>
              </a:rPr>
              <a:t>版本到</a:t>
            </a:r>
            <a:r>
              <a:rPr lang="en-US" altLang="zh-CN" dirty="0">
                <a:latin typeface="华文中宋" panose="02010600040101010101" pitchFamily="2" charset="-122"/>
                <a:ea typeface="华文中宋" panose="02010600040101010101" pitchFamily="2" charset="-122"/>
                <a:cs typeface="+mn-cs"/>
              </a:rPr>
              <a:t>2.0</a:t>
            </a:r>
            <a:r>
              <a:rPr lang="zh-CN" altLang="en-US" dirty="0">
                <a:latin typeface="华文中宋" panose="02010600040101010101" pitchFamily="2" charset="-122"/>
                <a:ea typeface="华文中宋" panose="02010600040101010101" pitchFamily="2" charset="-122"/>
                <a:cs typeface="+mn-cs"/>
              </a:rPr>
              <a:t>版本发展平淡无奇。</a:t>
            </a:r>
            <a:endParaRPr lang="zh-CN" altLang="en-US" dirty="0">
              <a:latin typeface="华文中宋" panose="02010600040101010101" pitchFamily="2" charset="-122"/>
              <a:ea typeface="华文中宋" panose="02010600040101010101" pitchFamily="2" charset="-122"/>
              <a:cs typeface="+mn-cs"/>
            </a:endParaRPr>
          </a:p>
          <a:p>
            <a:pPr>
              <a:lnSpc>
                <a:spcPct val="110000"/>
              </a:lnSpc>
              <a:buSzPct val="70000"/>
            </a:pPr>
            <a:r>
              <a:rPr lang="zh-CN" altLang="en-US" dirty="0">
                <a:latin typeface="华文中宋" panose="02010600040101010101" pitchFamily="2" charset="-122"/>
                <a:ea typeface="华文中宋" panose="02010600040101010101" pitchFamily="2" charset="-122"/>
                <a:cs typeface="+mn-cs"/>
              </a:rPr>
              <a:t>微信从</a:t>
            </a:r>
            <a:r>
              <a:rPr lang="en-US" altLang="zh-CN" dirty="0">
                <a:latin typeface="华文中宋" panose="02010600040101010101" pitchFamily="2" charset="-122"/>
                <a:ea typeface="华文中宋" panose="02010600040101010101" pitchFamily="2" charset="-122"/>
                <a:cs typeface="+mn-cs"/>
              </a:rPr>
              <a:t>2.1</a:t>
            </a:r>
            <a:r>
              <a:rPr lang="zh-CN" altLang="en-US"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2.2</a:t>
            </a:r>
            <a:r>
              <a:rPr lang="zh-CN" altLang="en-US" dirty="0">
                <a:latin typeface="华文中宋" panose="02010600040101010101" pitchFamily="2" charset="-122"/>
                <a:ea typeface="华文中宋" panose="02010600040101010101" pitchFamily="2" charset="-122"/>
                <a:cs typeface="+mn-cs"/>
              </a:rPr>
              <a:t>到</a:t>
            </a:r>
            <a:r>
              <a:rPr lang="en-US" altLang="zh-CN" dirty="0">
                <a:latin typeface="华文中宋" panose="02010600040101010101" pitchFamily="2" charset="-122"/>
                <a:ea typeface="华文中宋" panose="02010600040101010101" pitchFamily="2" charset="-122"/>
                <a:cs typeface="+mn-cs"/>
              </a:rPr>
              <a:t>3.5</a:t>
            </a:r>
            <a:r>
              <a:rPr lang="zh-CN" altLang="en-US" dirty="0">
                <a:latin typeface="华文中宋" panose="02010600040101010101" pitchFamily="2" charset="-122"/>
                <a:ea typeface="华文中宋" panose="02010600040101010101" pitchFamily="2" charset="-122"/>
                <a:cs typeface="+mn-cs"/>
              </a:rPr>
              <a:t>版本，这几个版本微信在干什么事情？其实就是让用户可以不断地去添加好友。而正是这些产品团队提出的新的功能或需求，激发了微信的用户量。</a:t>
            </a:r>
            <a:endParaRPr lang="zh-CN" altLang="en-US" dirty="0">
              <a:latin typeface="华文中宋" panose="02010600040101010101" pitchFamily="2" charset="-122"/>
              <a:ea typeface="华文中宋" panose="02010600040101010101" pitchFamily="2" charset="-122"/>
              <a:cs typeface="+mn-cs"/>
            </a:endParaRPr>
          </a:p>
          <a:p>
            <a:pPr>
              <a:lnSpc>
                <a:spcPct val="110000"/>
              </a:lnSpc>
              <a:buSzPct val="70000"/>
            </a:pPr>
            <a:r>
              <a:rPr lang="zh-CN" altLang="en-US" dirty="0">
                <a:latin typeface="华文中宋" panose="02010600040101010101" pitchFamily="2" charset="-122"/>
                <a:ea typeface="华文中宋" panose="02010600040101010101" pitchFamily="2" charset="-122"/>
                <a:cs typeface="+mn-cs"/>
              </a:rPr>
              <a:t>“创新”可以分为</a:t>
            </a:r>
            <a:r>
              <a:rPr lang="zh-CN" altLang="en-US" dirty="0">
                <a:solidFill>
                  <a:srgbClr val="3333CC"/>
                </a:solidFill>
                <a:latin typeface="华文中宋" panose="02010600040101010101" pitchFamily="2" charset="-122"/>
                <a:ea typeface="华文中宋" panose="02010600040101010101" pitchFamily="2" charset="-122"/>
                <a:cs typeface="+mn-cs"/>
              </a:rPr>
              <a:t>改良型的创新</a:t>
            </a:r>
            <a:r>
              <a:rPr lang="zh-CN" altLang="en-US" dirty="0">
                <a:latin typeface="华文中宋" panose="02010600040101010101" pitchFamily="2" charset="-122"/>
                <a:ea typeface="华文中宋" panose="02010600040101010101" pitchFamily="2" charset="-122"/>
                <a:cs typeface="+mn-cs"/>
              </a:rPr>
              <a:t>（在现有软件中增加几个功能）和</a:t>
            </a:r>
            <a:r>
              <a:rPr lang="zh-CN" altLang="en-US" dirty="0">
                <a:solidFill>
                  <a:srgbClr val="3333CC"/>
                </a:solidFill>
                <a:latin typeface="华文中宋" panose="02010600040101010101" pitchFamily="2" charset="-122"/>
                <a:ea typeface="华文中宋" panose="02010600040101010101" pitchFamily="2" charset="-122"/>
                <a:cs typeface="+mn-cs"/>
              </a:rPr>
              <a:t>颠覆型的创新</a:t>
            </a:r>
            <a:r>
              <a:rPr lang="zh-CN" altLang="en-US" dirty="0">
                <a:latin typeface="华文中宋" panose="02010600040101010101" pitchFamily="2" charset="-122"/>
                <a:ea typeface="华文中宋" panose="02010600040101010101" pitchFamily="2" charset="-122"/>
                <a:cs typeface="+mn-cs"/>
              </a:rPr>
              <a:t>（一个新的产品导致旧产品或产业发生巨大的变化或者消失）。</a:t>
            </a:r>
            <a:endParaRPr lang="zh-CN" altLang="en-US" dirty="0">
              <a:latin typeface="华文中宋" panose="02010600040101010101" pitchFamily="2" charset="-122"/>
              <a:ea typeface="华文中宋" panose="02010600040101010101" pitchFamily="2" charset="-122"/>
              <a:cs typeface="+mn-cs"/>
            </a:endParaRPr>
          </a:p>
          <a:p>
            <a:pPr>
              <a:lnSpc>
                <a:spcPct val="110000"/>
              </a:lnSpc>
              <a:buSzPct val="70000"/>
            </a:pPr>
            <a:r>
              <a:rPr lang="zh-CN" altLang="en-US" dirty="0">
                <a:latin typeface="华文中宋" panose="02010600040101010101" pitchFamily="2" charset="-122"/>
                <a:ea typeface="华文中宋" panose="02010600040101010101" pitchFamily="2" charset="-122"/>
                <a:cs typeface="+mn-cs"/>
              </a:rPr>
              <a:t>根本还是要了解用户的需求或痛点，或找到“不消费的用户</a:t>
            </a:r>
            <a:r>
              <a:rPr lang="en-US" altLang="zh-CN" dirty="0">
                <a:latin typeface="华文中宋" panose="02010600040101010101" pitchFamily="2" charset="-122"/>
                <a:ea typeface="华文中宋" panose="02010600040101010101" pitchFamily="2" charset="-122"/>
                <a:cs typeface="+mn-cs"/>
              </a:rPr>
              <a:t>(non-con­sumption) ”</a:t>
            </a:r>
            <a:r>
              <a:rPr lang="zh-CN" altLang="en-US" dirty="0">
                <a:latin typeface="华文中宋" panose="02010600040101010101" pitchFamily="2" charset="-122"/>
                <a:ea typeface="华文中宋" panose="02010600040101010101" pitchFamily="2" charset="-122"/>
                <a:cs typeface="+mn-cs"/>
              </a:rPr>
              <a:t>。</a:t>
            </a:r>
            <a:endParaRPr lang="en-US" altLang="zh-CN" dirty="0">
              <a:latin typeface="华文中宋" panose="02010600040101010101" pitchFamily="2" charset="-122"/>
              <a:ea typeface="华文中宋" panose="02010600040101010101" pitchFamily="2" charset="-122"/>
              <a:cs typeface="+mn-cs"/>
            </a:endParaRPr>
          </a:p>
        </p:txBody>
      </p:sp>
      <p:sp>
        <p:nvSpPr>
          <p:cNvPr id="4710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标题 1"/>
          <p:cNvSpPr>
            <a:spLocks noGrp="1"/>
          </p:cNvSpPr>
          <p:nvPr>
            <p:ph type="title"/>
          </p:nvPr>
        </p:nvSpPr>
        <p:spPr>
          <a:xfrm>
            <a:off x="684213" y="260350"/>
            <a:ext cx="7158037" cy="685800"/>
          </a:xfrm>
          <a:ln/>
        </p:spPr>
        <p:txBody>
          <a:bodyPr vert="horz" wrap="square" lIns="91440" tIns="45720" rIns="91440" bIns="45720" anchor="ctr" anchorCtr="0"/>
          <a:p>
            <a:r>
              <a:rPr lang="zh-CN" altLang="en-US" dirty="0"/>
              <a:t>案例</a:t>
            </a:r>
            <a:r>
              <a:rPr lang="en-US" altLang="zh-CN" dirty="0"/>
              <a:t>1</a:t>
            </a:r>
            <a:r>
              <a:rPr lang="zh-CN" altLang="en-US" dirty="0"/>
              <a:t>：从用户需求提炼到功能需求</a:t>
            </a:r>
            <a:endParaRPr lang="zh-CN" altLang="en-US" dirty="0"/>
          </a:p>
        </p:txBody>
      </p:sp>
      <p:sp>
        <p:nvSpPr>
          <p:cNvPr id="48131"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5" name="文本框 4"/>
          <p:cNvSpPr txBox="1"/>
          <p:nvPr/>
        </p:nvSpPr>
        <p:spPr>
          <a:xfrm>
            <a:off x="325438" y="2381250"/>
            <a:ext cx="2795588" cy="2516188"/>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a:spAutoFit/>
          </a:bodyPr>
          <a:lstStyle/>
          <a:p>
            <a:pPr marR="0" defTabSz="914400" eaLnBrk="1" fontAlgn="auto" hangingPunct="1">
              <a:lnSpc>
                <a:spcPts val="2100"/>
              </a:lnSpc>
              <a:spcBef>
                <a:spcPts val="0"/>
              </a:spcBef>
              <a:spcAft>
                <a:spcPts val="0"/>
              </a:spcAft>
              <a:buClrTx/>
              <a:buSzTx/>
              <a:buFontTx/>
              <a:buNone/>
              <a:defRPr/>
            </a:pPr>
            <a:r>
              <a:rPr kumimoji="0" lang="zh-CN" altLang="zh-CN"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用户</a:t>
            </a:r>
            <a:r>
              <a:rPr kumimoji="0" lang="en-US" altLang="zh-CN"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1</a:t>
            </a:r>
            <a:r>
              <a:rPr kumimoji="0" lang="zh-CN" altLang="en-US"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：司机没看见我招手</a:t>
            </a:r>
            <a:endParaRPr kumimoji="0" lang="en-US" altLang="zh-CN"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endParaRPr>
          </a:p>
          <a:p>
            <a:pPr marR="0" defTabSz="914400" eaLnBrk="1" fontAlgn="auto" hangingPunct="1">
              <a:lnSpc>
                <a:spcPts val="2100"/>
              </a:lnSpc>
              <a:spcBef>
                <a:spcPts val="0"/>
              </a:spcBef>
              <a:spcAft>
                <a:spcPts val="0"/>
              </a:spcAft>
              <a:buClrTx/>
              <a:buSzTx/>
              <a:buFontTx/>
              <a:buNone/>
              <a:defRPr/>
            </a:pPr>
            <a:r>
              <a:rPr kumimoji="0" lang="zh-CN" altLang="en-US"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用户</a:t>
            </a:r>
            <a:r>
              <a:rPr kumimoji="0" lang="en-US" altLang="zh-CN"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2</a:t>
            </a:r>
            <a:r>
              <a:rPr kumimoji="0" lang="zh-CN" altLang="en-US"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：车又被别人抢先占了</a:t>
            </a:r>
            <a:endParaRPr kumimoji="0" lang="en-US" altLang="zh-CN"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endParaRPr>
          </a:p>
          <a:p>
            <a:pPr marR="0" defTabSz="914400" eaLnBrk="1" fontAlgn="auto" hangingPunct="1">
              <a:lnSpc>
                <a:spcPts val="2100"/>
              </a:lnSpc>
              <a:spcBef>
                <a:spcPts val="0"/>
              </a:spcBef>
              <a:spcAft>
                <a:spcPts val="0"/>
              </a:spcAft>
              <a:buClrTx/>
              <a:buSzTx/>
              <a:buFontTx/>
              <a:buNone/>
              <a:defRPr/>
            </a:pPr>
            <a:r>
              <a:rPr kumimoji="0" lang="zh-CN" altLang="en-US"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用户</a:t>
            </a:r>
            <a:r>
              <a:rPr kumimoji="0" lang="en-US" altLang="zh-CN"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3</a:t>
            </a:r>
            <a:r>
              <a:rPr kumimoji="0" lang="zh-CN" altLang="en-US"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：快点打到车</a:t>
            </a:r>
            <a:endParaRPr kumimoji="0" lang="en-US" altLang="zh-CN"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endParaRPr>
          </a:p>
          <a:p>
            <a:pPr marR="0" defTabSz="914400" eaLnBrk="1" fontAlgn="auto" hangingPunct="1">
              <a:lnSpc>
                <a:spcPts val="2100"/>
              </a:lnSpc>
              <a:spcBef>
                <a:spcPts val="0"/>
              </a:spcBef>
              <a:spcAft>
                <a:spcPts val="0"/>
              </a:spcAft>
              <a:buClrTx/>
              <a:buSzTx/>
              <a:buFontTx/>
              <a:buNone/>
              <a:defRPr/>
            </a:pPr>
            <a:r>
              <a:rPr kumimoji="0" lang="zh-CN" altLang="en-US"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用户</a:t>
            </a:r>
            <a:r>
              <a:rPr kumimoji="0" lang="en-US" altLang="zh-CN"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4</a:t>
            </a:r>
            <a:r>
              <a:rPr kumimoji="0" lang="zh-CN" altLang="en-US"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：车到了再出门</a:t>
            </a:r>
            <a:endParaRPr kumimoji="0" lang="en-US" altLang="zh-CN"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endParaRPr>
          </a:p>
          <a:p>
            <a:pPr marR="0" defTabSz="914400" eaLnBrk="1" fontAlgn="auto" hangingPunct="1">
              <a:lnSpc>
                <a:spcPts val="2100"/>
              </a:lnSpc>
              <a:spcBef>
                <a:spcPts val="0"/>
              </a:spcBef>
              <a:spcAft>
                <a:spcPts val="0"/>
              </a:spcAft>
              <a:buClrTx/>
              <a:buSzTx/>
              <a:buFontTx/>
              <a:buNone/>
              <a:defRPr/>
            </a:pPr>
            <a:r>
              <a:rPr kumimoji="0" lang="zh-CN" altLang="en-US"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用户</a:t>
            </a:r>
            <a:r>
              <a:rPr kumimoji="0" lang="en-US" altLang="zh-CN"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5</a:t>
            </a:r>
            <a:r>
              <a:rPr kumimoji="0" lang="zh-CN" altLang="en-US"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：司机蒙我，我要投诉！</a:t>
            </a:r>
            <a:endParaRPr kumimoji="0" lang="en-US" altLang="zh-CN"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endParaRPr>
          </a:p>
          <a:p>
            <a:pPr marR="0" defTabSz="914400" eaLnBrk="1" fontAlgn="auto" hangingPunct="1">
              <a:lnSpc>
                <a:spcPts val="2100"/>
              </a:lnSpc>
              <a:spcBef>
                <a:spcPts val="0"/>
              </a:spcBef>
              <a:spcAft>
                <a:spcPts val="0"/>
              </a:spcAft>
              <a:buClrTx/>
              <a:buSzTx/>
              <a:buFontTx/>
              <a:buNone/>
              <a:defRPr/>
            </a:pPr>
            <a:r>
              <a:rPr kumimoji="0" lang="en-US" altLang="zh-CN"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a:t>
            </a:r>
            <a:endParaRPr kumimoji="0" lang="en-US" altLang="zh-CN"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endParaRPr>
          </a:p>
          <a:p>
            <a:pPr marR="0" defTabSz="914400" eaLnBrk="1" fontAlgn="auto" hangingPunct="1">
              <a:lnSpc>
                <a:spcPts val="2100"/>
              </a:lnSpc>
              <a:spcBef>
                <a:spcPts val="0"/>
              </a:spcBef>
              <a:spcAft>
                <a:spcPts val="0"/>
              </a:spcAft>
              <a:buClrTx/>
              <a:buSzTx/>
              <a:buFontTx/>
              <a:buNone/>
              <a:defRPr/>
            </a:pPr>
            <a:r>
              <a:rPr kumimoji="0" lang="zh-CN" altLang="en-US"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司机</a:t>
            </a:r>
            <a:r>
              <a:rPr kumimoji="0" lang="en-US" altLang="zh-CN"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1</a:t>
            </a:r>
            <a:r>
              <a:rPr kumimoji="0" lang="zh-CN" altLang="en-US"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：哪有乘客？</a:t>
            </a:r>
            <a:endParaRPr kumimoji="0" lang="en-US" altLang="zh-CN"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endParaRPr>
          </a:p>
          <a:p>
            <a:pPr marR="0" defTabSz="914400" eaLnBrk="1" fontAlgn="auto" hangingPunct="1">
              <a:lnSpc>
                <a:spcPts val="2100"/>
              </a:lnSpc>
              <a:spcBef>
                <a:spcPts val="0"/>
              </a:spcBef>
              <a:spcAft>
                <a:spcPts val="0"/>
              </a:spcAft>
              <a:buClrTx/>
              <a:buSzTx/>
              <a:buFontTx/>
              <a:buNone/>
              <a:defRPr/>
            </a:pPr>
            <a:r>
              <a:rPr kumimoji="0" lang="zh-CN" altLang="en-US"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司机</a:t>
            </a:r>
            <a:r>
              <a:rPr kumimoji="0" lang="en-US" altLang="zh-CN"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2</a:t>
            </a:r>
            <a:r>
              <a:rPr kumimoji="0" lang="zh-CN" altLang="en-US"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：来个大单</a:t>
            </a:r>
            <a:endParaRPr kumimoji="0" lang="en-US" altLang="zh-CN"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endParaRPr>
          </a:p>
          <a:p>
            <a:pPr marR="0" defTabSz="914400" eaLnBrk="1" fontAlgn="auto" hangingPunct="1">
              <a:lnSpc>
                <a:spcPts val="2100"/>
              </a:lnSpc>
              <a:spcBef>
                <a:spcPts val="0"/>
              </a:spcBef>
              <a:spcAft>
                <a:spcPts val="0"/>
              </a:spcAft>
              <a:buClrTx/>
              <a:buSzTx/>
              <a:buFontTx/>
              <a:buNone/>
              <a:defRPr/>
            </a:pPr>
            <a:r>
              <a:rPr kumimoji="0" lang="zh-CN" altLang="en-US"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司机</a:t>
            </a:r>
            <a:r>
              <a:rPr kumimoji="0" lang="en-US" altLang="zh-CN"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3</a:t>
            </a:r>
            <a:r>
              <a:rPr kumimoji="0" lang="zh-CN" altLang="en-US"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：打车就打车，提什么意见</a:t>
            </a:r>
            <a:endParaRPr kumimoji="0" lang="en-US" altLang="zh-CN" sz="1400" b="0" kern="0" cap="none" spc="0" normalizeH="0" baseline="0" noProof="0" dirty="0">
              <a:solidFill>
                <a:srgbClr val="000000"/>
              </a:solidFill>
              <a:latin typeface="微软雅黑" panose="020B0503020204020204" pitchFamily="34" charset="-122"/>
              <a:ea typeface="微软雅黑" panose="020B0503020204020204" pitchFamily="34" charset="-122"/>
              <a:cs typeface="+mn-cs"/>
            </a:endParaRPr>
          </a:p>
        </p:txBody>
      </p:sp>
      <p:grpSp>
        <p:nvGrpSpPr>
          <p:cNvPr id="48133" name="组合 23"/>
          <p:cNvGrpSpPr/>
          <p:nvPr/>
        </p:nvGrpSpPr>
        <p:grpSpPr>
          <a:xfrm>
            <a:off x="315913" y="1628775"/>
            <a:ext cx="2047875" cy="681038"/>
            <a:chOff x="3330450" y="0"/>
            <a:chExt cx="2047514" cy="680781"/>
          </a:xfrm>
        </p:grpSpPr>
        <p:sp>
          <p:nvSpPr>
            <p:cNvPr id="48143" name="矩形 6"/>
            <p:cNvSpPr/>
            <p:nvPr/>
          </p:nvSpPr>
          <p:spPr>
            <a:xfrm>
              <a:off x="3330450" y="0"/>
              <a:ext cx="2047514" cy="680781"/>
            </a:xfrm>
            <a:prstGeom prst="rect">
              <a:avLst/>
            </a:prstGeom>
            <a:noFill/>
            <a:ln w="9525">
              <a:noFill/>
            </a:ln>
          </p:spPr>
          <p:txBody>
            <a:bodyPr/>
            <a:p>
              <a:endParaRPr lang="zh-CN" altLang="en-US" dirty="0">
                <a:latin typeface="华文中宋" panose="02010600040101010101" pitchFamily="2" charset="-122"/>
              </a:endParaRPr>
            </a:p>
          </p:txBody>
        </p:sp>
        <p:sp>
          <p:nvSpPr>
            <p:cNvPr id="8" name="文本框 7"/>
            <p:cNvSpPr txBox="1"/>
            <p:nvPr/>
          </p:nvSpPr>
          <p:spPr>
            <a:xfrm>
              <a:off x="3330450" y="207885"/>
              <a:ext cx="2047514" cy="472896"/>
            </a:xfrm>
            <a:prstGeom prst="rect">
              <a:avLst/>
            </a:prstGeom>
            <a:noFill/>
            <a:ln>
              <a:noFill/>
            </a:ln>
            <a:effectLst/>
          </p:spPr>
          <p:txBody>
            <a:bodyPr lIns="113792" tIns="20320" rIns="20320" bIns="20320" spcCol="1270" anchor="ctr"/>
            <a:lstStyle/>
            <a:p>
              <a:pPr marR="0" defTabSz="914400" eaLnBrk="1" fontAlgn="auto" hangingPunct="1">
                <a:spcBef>
                  <a:spcPts val="0"/>
                </a:spcBef>
                <a:spcAft>
                  <a:spcPts val="0"/>
                </a:spcAft>
                <a:buClrTx/>
                <a:buSzTx/>
                <a:buFontTx/>
                <a:buNone/>
                <a:defRPr/>
              </a:pPr>
              <a:r>
                <a:rPr kumimoji="0" lang="zh-CN" altLang="en-US" sz="1600" b="0" kern="0" cap="none" spc="0" normalizeH="0" baseline="0" noProof="0" dirty="0">
                  <a:solidFill>
                    <a:schemeClr val="tx1"/>
                  </a:solidFill>
                  <a:latin typeface="华文中宋" panose="02010600040101010101" pitchFamily="2" charset="-122"/>
                  <a:ea typeface="华文中宋" panose="02010600040101010101" pitchFamily="2" charset="-122"/>
                  <a:cs typeface="+mn-cs"/>
                </a:rPr>
                <a:t>案例：滴滴打车</a:t>
              </a:r>
              <a:endParaRPr kumimoji="0" lang="zh-CN" altLang="en-US" sz="1600" b="0" kern="0" cap="none" spc="0" normalizeH="0" baseline="0" noProof="0" dirty="0">
                <a:solidFill>
                  <a:schemeClr val="tx1"/>
                </a:solidFill>
                <a:latin typeface="华文中宋" panose="02010600040101010101" pitchFamily="2" charset="-122"/>
                <a:ea typeface="华文中宋" panose="02010600040101010101" pitchFamily="2" charset="-122"/>
                <a:cs typeface="+mn-cs"/>
              </a:endParaRPr>
            </a:p>
          </p:txBody>
        </p:sp>
      </p:grpSp>
      <p:grpSp>
        <p:nvGrpSpPr>
          <p:cNvPr id="9" name="组合 8"/>
          <p:cNvGrpSpPr/>
          <p:nvPr/>
        </p:nvGrpSpPr>
        <p:grpSpPr>
          <a:xfrm>
            <a:off x="3489325" y="1849438"/>
            <a:ext cx="5410200" cy="3475037"/>
            <a:chOff x="3488609" y="1232911"/>
            <a:chExt cx="5410583" cy="3476757"/>
          </a:xfrm>
        </p:grpSpPr>
        <p:pic>
          <p:nvPicPr>
            <p:cNvPr id="48136" name="图片 5"/>
            <p:cNvPicPr>
              <a:picLocks noChangeAspect="1"/>
            </p:cNvPicPr>
            <p:nvPr/>
          </p:nvPicPr>
          <p:blipFill>
            <a:blip r:embed="rId1"/>
            <a:stretch>
              <a:fillRect/>
            </a:stretch>
          </p:blipFill>
          <p:spPr>
            <a:xfrm>
              <a:off x="3488609" y="1409812"/>
              <a:ext cx="1755133" cy="3119890"/>
            </a:xfrm>
            <a:prstGeom prst="rect">
              <a:avLst/>
            </a:prstGeom>
            <a:noFill/>
            <a:ln w="9525">
              <a:noFill/>
            </a:ln>
          </p:spPr>
        </p:pic>
        <p:sp>
          <p:nvSpPr>
            <p:cNvPr id="11" name="圆角矩形 6"/>
            <p:cNvSpPr/>
            <p:nvPr/>
          </p:nvSpPr>
          <p:spPr bwMode="auto">
            <a:xfrm>
              <a:off x="5922419" y="1232911"/>
              <a:ext cx="1549510" cy="449484"/>
            </a:xfrm>
            <a:prstGeom prst="round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输入：位置</a:t>
              </a:r>
              <a:endPar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2" name="圆角矩形 10"/>
            <p:cNvSpPr/>
            <p:nvPr/>
          </p:nvSpPr>
          <p:spPr bwMode="auto">
            <a:xfrm>
              <a:off x="5909718" y="2848197"/>
              <a:ext cx="2984711" cy="389131"/>
            </a:xfrm>
            <a:prstGeom prst="round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输出：打车订单，车辆和用户对应</a:t>
              </a:r>
              <a:endPar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 name="圆角矩形 13"/>
            <p:cNvSpPr/>
            <p:nvPr/>
          </p:nvSpPr>
          <p:spPr bwMode="auto">
            <a:xfrm>
              <a:off x="5922419" y="3405686"/>
              <a:ext cx="2962485" cy="640079"/>
            </a:xfrm>
            <a:prstGeom prst="round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服务：显示等待车辆时间和车辆位置</a:t>
              </a:r>
              <a:endPar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4" name="圆角矩形 14"/>
            <p:cNvSpPr/>
            <p:nvPr/>
          </p:nvSpPr>
          <p:spPr bwMode="auto">
            <a:xfrm>
              <a:off x="5935120" y="4214123"/>
              <a:ext cx="2959309" cy="495545"/>
            </a:xfrm>
            <a:prstGeom prst="round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服务：路线导航、评价</a:t>
              </a:r>
              <a:endPar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圆角矩形 16"/>
            <p:cNvSpPr/>
            <p:nvPr/>
          </p:nvSpPr>
          <p:spPr bwMode="auto">
            <a:xfrm>
              <a:off x="5909718" y="1822165"/>
              <a:ext cx="2989474" cy="854498"/>
            </a:xfrm>
            <a:prstGeom prst="round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处理：</a:t>
              </a:r>
              <a:endParaRPr kumimoji="0" lang="en-US" altLang="zh-CN"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、找到附近的车辆</a:t>
              </a:r>
              <a:endParaRPr kumimoji="0" lang="en-US" altLang="zh-CN"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、配对：抢单</a:t>
              </a:r>
              <a:r>
                <a:rPr kumimoji="0" lang="en-US" altLang="zh-CN"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-&gt;</a:t>
              </a: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智能派单</a:t>
              </a:r>
              <a:endPar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6" name="AutoShape 31"/>
            <p:cNvSpPr>
              <a:spLocks noChangeArrowheads="1"/>
            </p:cNvSpPr>
            <p:nvPr/>
          </p:nvSpPr>
          <p:spPr bwMode="auto">
            <a:xfrm>
              <a:off x="5357229" y="2729076"/>
              <a:ext cx="450882" cy="320834"/>
            </a:xfrm>
            <a:prstGeom prst="rightArrow">
              <a:avLst>
                <a:gd name="adj1" fmla="val 50000"/>
                <a:gd name="adj2" fmla="val 65326"/>
              </a:avLst>
            </a:prstGeom>
            <a:solidFill>
              <a:srgbClr val="1F497D">
                <a:lumMod val="40000"/>
                <a:lumOff val="60000"/>
              </a:srgbClr>
            </a:solidFill>
            <a:ln w="28575">
              <a:solidFill>
                <a:srgbClr val="000000"/>
              </a:solidFill>
              <a:miter lim="800000"/>
              <a:tailEnd type="none" w="sm" len="me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17" name="文本框 16"/>
          <p:cNvSpPr txBox="1"/>
          <p:nvPr/>
        </p:nvSpPr>
        <p:spPr bwMode="auto">
          <a:xfrm>
            <a:off x="3652838" y="5076825"/>
            <a:ext cx="1427163" cy="473075"/>
          </a:xfrm>
          <a:prstGeom prst="rect">
            <a:avLst/>
          </a:prstGeom>
          <a:noFill/>
          <a:ln>
            <a:noFill/>
          </a:ln>
          <a:effectLst/>
        </p:spPr>
        <p:txBody>
          <a:bodyPr lIns="113792" tIns="20320" rIns="20320" bIns="20320" spcCol="1270" anchor="ctr"/>
          <a:lstStyle/>
          <a:p>
            <a:pPr marR="0" defTabSz="914400" eaLnBrk="1" fontAlgn="auto" hangingPunct="1">
              <a:spcBef>
                <a:spcPts val="0"/>
              </a:spcBef>
              <a:spcAft>
                <a:spcPts val="0"/>
              </a:spcAft>
              <a:buClrTx/>
              <a:buSzTx/>
              <a:buFontTx/>
              <a:buNone/>
              <a:defRPr/>
            </a:pPr>
            <a:r>
              <a:rPr kumimoji="0" lang="zh-CN" altLang="en-US" sz="1600" b="0" kern="0" cap="none" spc="0" normalizeH="0" baseline="0" noProof="0" dirty="0">
                <a:solidFill>
                  <a:schemeClr val="tx1"/>
                </a:solidFill>
                <a:latin typeface="华文中宋" panose="02010600040101010101" pitchFamily="2" charset="-122"/>
                <a:ea typeface="华文中宋" panose="02010600040101010101" pitchFamily="2" charset="-122"/>
                <a:cs typeface="+mn-cs"/>
              </a:rPr>
              <a:t>滴滴出行</a:t>
            </a:r>
            <a:r>
              <a:rPr kumimoji="0" lang="en-US" altLang="zh-CN" sz="1600" b="0" kern="0" cap="none" spc="0" normalizeH="0" baseline="0" noProof="0" dirty="0">
                <a:solidFill>
                  <a:schemeClr val="tx1"/>
                </a:solidFill>
                <a:latin typeface="华文中宋" panose="02010600040101010101" pitchFamily="2" charset="-122"/>
                <a:ea typeface="华文中宋" panose="02010600040101010101" pitchFamily="2" charset="-122"/>
                <a:cs typeface="+mn-cs"/>
              </a:rPr>
              <a:t>APP</a:t>
            </a:r>
            <a:endParaRPr kumimoji="0" lang="zh-CN" altLang="en-US" sz="1600" b="0" kern="0" cap="none" spc="0" normalizeH="0" baseline="0" noProof="0" dirty="0">
              <a:solidFill>
                <a:schemeClr val="tx1"/>
              </a:solidFill>
              <a:latin typeface="华文中宋" panose="02010600040101010101" pitchFamily="2" charset="-122"/>
              <a:ea typeface="华文中宋" panose="0201060004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标题 1"/>
          <p:cNvSpPr>
            <a:spLocks noGrp="1"/>
          </p:cNvSpPr>
          <p:nvPr>
            <p:ph type="title"/>
          </p:nvPr>
        </p:nvSpPr>
        <p:spPr>
          <a:ln/>
        </p:spPr>
        <p:txBody>
          <a:bodyPr vert="horz" wrap="square" lIns="91440" tIns="45720" rIns="91440" bIns="45720" anchor="ctr" anchorCtr="0"/>
          <a:p>
            <a:r>
              <a:rPr lang="zh-CN" altLang="en-US" dirty="0"/>
              <a:t>功能需求的要求</a:t>
            </a:r>
            <a:endParaRPr lang="zh-CN" altLang="en-US" dirty="0"/>
          </a:p>
        </p:txBody>
      </p:sp>
      <p:sp>
        <p:nvSpPr>
          <p:cNvPr id="49155"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10" name="内容占位符 2"/>
          <p:cNvSpPr txBox="1"/>
          <p:nvPr/>
        </p:nvSpPr>
        <p:spPr bwMode="auto">
          <a:xfrm>
            <a:off x="4913313" y="2276475"/>
            <a:ext cx="3187700" cy="917575"/>
          </a:xfrm>
          <a:prstGeom prst="rect">
            <a:avLst/>
          </a:prstGeom>
          <a:noFill/>
          <a:ln>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9pPr>
          </a:lstStyle>
          <a:p>
            <a:pPr marL="342900" marR="0" lvl="0" indent="-342900" algn="l" defTabSz="914400" rtl="0" eaLnBrk="0" fontAlgn="base" latinLnBrk="0" hangingPunct="0">
              <a:lnSpc>
                <a:spcPct val="100000"/>
              </a:lnSpc>
              <a:spcBef>
                <a:spcPct val="20000"/>
              </a:spcBef>
              <a:spcAft>
                <a:spcPct val="0"/>
              </a:spcAft>
              <a:buClr>
                <a:srgbClr val="3333CC"/>
              </a:buClr>
              <a:buSzTx/>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完整性，多维度</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3333CC"/>
              </a:buClr>
              <a:buSzTx/>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服务的完整性</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zh-CN" altLang="en-US" sz="2400" b="0" i="0" u="none" strike="noStrike" kern="0" cap="none" spc="0" normalizeH="0" baseline="0" noProof="0" dirty="0">
              <a:ln>
                <a:noFill/>
              </a:ln>
              <a:solidFill>
                <a:srgbClr val="002060"/>
              </a:solidFill>
              <a:effectLst/>
              <a:uLnTx/>
              <a:uFillTx/>
              <a:latin typeface="华文中宋" panose="02010600040101010101" pitchFamily="2" charset="-122"/>
              <a:ea typeface="华文中宋" panose="02010600040101010101" pitchFamily="2" charset="-122"/>
              <a:cs typeface="+mn-cs"/>
            </a:endParaRPr>
          </a:p>
        </p:txBody>
      </p:sp>
      <p:graphicFrame>
        <p:nvGraphicFramePr>
          <p:cNvPr id="11" name="图示 10"/>
          <p:cNvGraphicFramePr/>
          <p:nvPr/>
        </p:nvGraphicFramePr>
        <p:xfrm>
          <a:off x="863503" y="1340768"/>
          <a:ext cx="3780505" cy="2591301"/>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pSp>
        <p:nvGrpSpPr>
          <p:cNvPr id="12" name="组合 11"/>
          <p:cNvGrpSpPr/>
          <p:nvPr/>
        </p:nvGrpSpPr>
        <p:grpSpPr>
          <a:xfrm>
            <a:off x="323850" y="4400550"/>
            <a:ext cx="8496300" cy="1281113"/>
            <a:chOff x="3131808" y="1921490"/>
            <a:chExt cx="5863614" cy="884503"/>
          </a:xfrm>
        </p:grpSpPr>
        <p:pic>
          <p:nvPicPr>
            <p:cNvPr id="49159" name="图片 8"/>
            <p:cNvPicPr>
              <a:picLocks noChangeAspect="1"/>
            </p:cNvPicPr>
            <p:nvPr/>
          </p:nvPicPr>
          <p:blipFill>
            <a:blip r:embed="rId6"/>
            <a:srcRect b="83250"/>
            <a:stretch>
              <a:fillRect/>
            </a:stretch>
          </p:blipFill>
          <p:spPr>
            <a:xfrm>
              <a:off x="3131808" y="1921490"/>
              <a:ext cx="2970395" cy="884503"/>
            </a:xfrm>
            <a:prstGeom prst="rect">
              <a:avLst/>
            </a:prstGeom>
            <a:noFill/>
            <a:ln w="9525">
              <a:noFill/>
            </a:ln>
          </p:spPr>
        </p:pic>
        <p:pic>
          <p:nvPicPr>
            <p:cNvPr id="49160" name="图片 10"/>
            <p:cNvPicPr>
              <a:picLocks noChangeAspect="1"/>
            </p:cNvPicPr>
            <p:nvPr/>
          </p:nvPicPr>
          <p:blipFill>
            <a:blip r:embed="rId7"/>
            <a:srcRect b="83250"/>
            <a:stretch>
              <a:fillRect/>
            </a:stretch>
          </p:blipFill>
          <p:spPr>
            <a:xfrm>
              <a:off x="6102203" y="1933248"/>
              <a:ext cx="2893219" cy="861522"/>
            </a:xfrm>
            <a:prstGeom prst="rect">
              <a:avLst/>
            </a:prstGeom>
            <a:noFill/>
            <a:ln w="9525">
              <a:noFill/>
            </a:ln>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charRg st="0"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charRg st="8" end="1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标题 1"/>
          <p:cNvSpPr>
            <a:spLocks noGrp="1"/>
          </p:cNvSpPr>
          <p:nvPr>
            <p:ph type="title"/>
          </p:nvPr>
        </p:nvSpPr>
        <p:spPr>
          <a:ln/>
        </p:spPr>
        <p:txBody>
          <a:bodyPr vert="horz" wrap="square" lIns="91440" tIns="45720" rIns="91440" bIns="45720" anchor="ctr" anchorCtr="0"/>
          <a:p>
            <a:r>
              <a:rPr lang="zh-CN" altLang="en-US" dirty="0"/>
              <a:t>功能需求的要求</a:t>
            </a:r>
            <a:endParaRPr lang="zh-CN" altLang="en-US" dirty="0"/>
          </a:p>
        </p:txBody>
      </p:sp>
      <p:sp>
        <p:nvSpPr>
          <p:cNvPr id="50179"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10" name="内容占位符 2"/>
          <p:cNvSpPr txBox="1"/>
          <p:nvPr/>
        </p:nvSpPr>
        <p:spPr bwMode="auto">
          <a:xfrm>
            <a:off x="4913313" y="1268413"/>
            <a:ext cx="3187700" cy="1512888"/>
          </a:xfrm>
          <a:prstGeom prst="rect">
            <a:avLst/>
          </a:prstGeom>
          <a:noFill/>
          <a:ln>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9pPr>
          </a:lstStyle>
          <a:p>
            <a:pPr marL="0" marR="0" lvl="0" indent="0" algn="l" defTabSz="914400" rtl="0" eaLnBrk="0" fontAlgn="base" latinLnBrk="0" hangingPunct="0">
              <a:lnSpc>
                <a:spcPct val="100000"/>
              </a:lnSpc>
              <a:spcBef>
                <a:spcPct val="20000"/>
              </a:spcBef>
              <a:spcAft>
                <a:spcPct val="0"/>
              </a:spcAft>
              <a:buClr>
                <a:srgbClr val="3333CC"/>
              </a:buClr>
              <a:buSzTx/>
              <a:buFont typeface="Arial" panose="020B0604020202020204" pitchFamily="34" charset="0"/>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完整性</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3333CC"/>
              </a:buClr>
              <a:buSzTx/>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服务的完整性</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3333CC"/>
              </a:buClr>
              <a:buSzTx/>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流程的完整性</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graphicFrame>
        <p:nvGraphicFramePr>
          <p:cNvPr id="11" name="图示 10"/>
          <p:cNvGraphicFramePr/>
          <p:nvPr/>
        </p:nvGraphicFramePr>
        <p:xfrm>
          <a:off x="395536" y="1052736"/>
          <a:ext cx="3780504" cy="2591301"/>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50182" name="图片 12"/>
          <p:cNvPicPr>
            <a:picLocks noChangeAspect="1"/>
          </p:cNvPicPr>
          <p:nvPr/>
        </p:nvPicPr>
        <p:blipFill>
          <a:blip r:embed="rId6"/>
          <a:srcRect b="41141"/>
          <a:stretch>
            <a:fillRect/>
          </a:stretch>
        </p:blipFill>
        <p:spPr>
          <a:xfrm>
            <a:off x="1141413" y="3789363"/>
            <a:ext cx="2206625" cy="2309812"/>
          </a:xfrm>
          <a:prstGeom prst="rect">
            <a:avLst/>
          </a:prstGeom>
          <a:noFill/>
          <a:ln w="9525">
            <a:noFill/>
          </a:ln>
        </p:spPr>
      </p:pic>
      <p:pic>
        <p:nvPicPr>
          <p:cNvPr id="50183" name="图片 15"/>
          <p:cNvPicPr>
            <a:picLocks noChangeAspect="1"/>
          </p:cNvPicPr>
          <p:nvPr/>
        </p:nvPicPr>
        <p:blipFill>
          <a:blip r:embed="rId7"/>
          <a:srcRect b="25500"/>
          <a:stretch>
            <a:fillRect/>
          </a:stretch>
        </p:blipFill>
        <p:spPr>
          <a:xfrm>
            <a:off x="4859338" y="2852738"/>
            <a:ext cx="2541587" cy="33623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charRg st="0"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charRg st="4" end="1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charRg st="11" end="1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0183"/>
                                        </p:tgtEl>
                                        <p:attrNameLst>
                                          <p:attrName>style.visibility</p:attrName>
                                        </p:attrNameLst>
                                      </p:cBhvr>
                                      <p:to>
                                        <p:strVal val="visible"/>
                                      </p:to>
                                    </p:set>
                                    <p:anim calcmode="lin" valueType="num">
                                      <p:cBhvr additive="base">
                                        <p:cTn id="19" dur="500" fill="hold"/>
                                        <p:tgtEl>
                                          <p:spTgt spid="50183"/>
                                        </p:tgtEl>
                                        <p:attrNameLst>
                                          <p:attrName>ppt_x</p:attrName>
                                        </p:attrNameLst>
                                      </p:cBhvr>
                                      <p:tavLst>
                                        <p:tav tm="0">
                                          <p:val>
                                            <p:strVal val="#ppt_x"/>
                                          </p:val>
                                        </p:tav>
                                        <p:tav tm="100000">
                                          <p:val>
                                            <p:strVal val="#ppt_x"/>
                                          </p:val>
                                        </p:tav>
                                      </p:tavLst>
                                    </p:anim>
                                    <p:anim calcmode="lin" valueType="num">
                                      <p:cBhvr additive="base">
                                        <p:cTn id="20" dur="500" fill="hold"/>
                                        <p:tgtEl>
                                          <p:spTgt spid="501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标题 1"/>
          <p:cNvSpPr>
            <a:spLocks noGrp="1"/>
          </p:cNvSpPr>
          <p:nvPr>
            <p:ph type="title"/>
          </p:nvPr>
        </p:nvSpPr>
        <p:spPr>
          <a:ln/>
        </p:spPr>
        <p:txBody>
          <a:bodyPr vert="horz" wrap="square" lIns="91440" tIns="45720" rIns="91440" bIns="45720" anchor="ctr" anchorCtr="0"/>
          <a:p>
            <a:r>
              <a:rPr lang="zh-CN" altLang="en-US" dirty="0"/>
              <a:t>功能需求的要求</a:t>
            </a:r>
            <a:endParaRPr lang="zh-CN" altLang="en-US" dirty="0"/>
          </a:p>
        </p:txBody>
      </p:sp>
      <p:sp>
        <p:nvSpPr>
          <p:cNvPr id="51203"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10" name="内容占位符 2"/>
          <p:cNvSpPr txBox="1"/>
          <p:nvPr/>
        </p:nvSpPr>
        <p:spPr bwMode="auto">
          <a:xfrm>
            <a:off x="3328988" y="1628775"/>
            <a:ext cx="3187700" cy="1512888"/>
          </a:xfrm>
          <a:prstGeom prst="rect">
            <a:avLst/>
          </a:prstGeom>
          <a:noFill/>
          <a:ln>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9pPr>
          </a:lstStyle>
          <a:p>
            <a:pPr marL="0" marR="0" lvl="0" indent="0" algn="l" defTabSz="914400" rtl="0" eaLnBrk="0" fontAlgn="base" latinLnBrk="0" hangingPunct="0">
              <a:lnSpc>
                <a:spcPct val="100000"/>
              </a:lnSpc>
              <a:spcBef>
                <a:spcPct val="20000"/>
              </a:spcBef>
              <a:spcAft>
                <a:spcPct val="0"/>
              </a:spcAft>
              <a:buClr>
                <a:srgbClr val="3333CC"/>
              </a:buClr>
              <a:buSzTx/>
              <a:buFont typeface="Arial" panose="020B0604020202020204" pitchFamily="34" charset="0"/>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完整性</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3333CC"/>
              </a:buClr>
              <a:buSzTx/>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服务的完整性</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3333CC"/>
              </a:buClr>
              <a:buSzTx/>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流程的完整性</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3333CC"/>
              </a:buClr>
              <a:buSzTx/>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出行的完整性</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3333CC"/>
              </a:buClr>
              <a:buSzTx/>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graphicFrame>
        <p:nvGraphicFramePr>
          <p:cNvPr id="11" name="图示 10"/>
          <p:cNvGraphicFramePr/>
          <p:nvPr/>
        </p:nvGraphicFramePr>
        <p:xfrm>
          <a:off x="-324544" y="1916832"/>
          <a:ext cx="3780503" cy="2591301"/>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51206" name="图片 20"/>
          <p:cNvPicPr>
            <a:picLocks noChangeAspect="1"/>
          </p:cNvPicPr>
          <p:nvPr/>
        </p:nvPicPr>
        <p:blipFill>
          <a:blip r:embed="rId6"/>
          <a:srcRect t="64000"/>
          <a:stretch>
            <a:fillRect/>
          </a:stretch>
        </p:blipFill>
        <p:spPr>
          <a:xfrm>
            <a:off x="3203575" y="3716338"/>
            <a:ext cx="2808288" cy="1798637"/>
          </a:xfrm>
          <a:prstGeom prst="rect">
            <a:avLst/>
          </a:prstGeom>
          <a:noFill/>
          <a:ln w="9525">
            <a:noFill/>
          </a:ln>
        </p:spPr>
      </p:pic>
      <p:pic>
        <p:nvPicPr>
          <p:cNvPr id="51207" name="图片 19"/>
          <p:cNvPicPr>
            <a:picLocks noChangeAspect="1"/>
          </p:cNvPicPr>
          <p:nvPr/>
        </p:nvPicPr>
        <p:blipFill>
          <a:blip r:embed="rId7"/>
          <a:srcRect t="10088"/>
          <a:stretch>
            <a:fillRect/>
          </a:stretch>
        </p:blipFill>
        <p:spPr>
          <a:xfrm>
            <a:off x="6227763" y="1758950"/>
            <a:ext cx="2397125" cy="3830638"/>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charRg st="0"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charRg st="4" end="1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charRg st="11" end="1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charRg st="18" end="2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51206"/>
                                        </p:tgtEl>
                                        <p:attrNameLst>
                                          <p:attrName>style.visibility</p:attrName>
                                        </p:attrNameLst>
                                      </p:cBhvr>
                                      <p:to>
                                        <p:strVal val="visible"/>
                                      </p:to>
                                    </p:set>
                                    <p:anim calcmode="lin" valueType="num">
                                      <p:cBhvr additive="base">
                                        <p:cTn id="23" dur="500" fill="hold"/>
                                        <p:tgtEl>
                                          <p:spTgt spid="51206"/>
                                        </p:tgtEl>
                                        <p:attrNameLst>
                                          <p:attrName>ppt_x</p:attrName>
                                        </p:attrNameLst>
                                      </p:cBhvr>
                                      <p:tavLst>
                                        <p:tav tm="0">
                                          <p:val>
                                            <p:strVal val="#ppt_x"/>
                                          </p:val>
                                        </p:tav>
                                        <p:tav tm="100000">
                                          <p:val>
                                            <p:strVal val="#ppt_x"/>
                                          </p:val>
                                        </p:tav>
                                      </p:tavLst>
                                    </p:anim>
                                    <p:anim calcmode="lin" valueType="num">
                                      <p:cBhvr additive="base">
                                        <p:cTn id="24" dur="500" fill="hold"/>
                                        <p:tgtEl>
                                          <p:spTgt spid="51206"/>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1207"/>
                                        </p:tgtEl>
                                        <p:attrNameLst>
                                          <p:attrName>style.visibility</p:attrName>
                                        </p:attrNameLst>
                                      </p:cBhvr>
                                      <p:to>
                                        <p:strVal val="visible"/>
                                      </p:to>
                                    </p:set>
                                    <p:anim calcmode="lin" valueType="num">
                                      <p:cBhvr additive="base">
                                        <p:cTn id="27" dur="500" fill="hold"/>
                                        <p:tgtEl>
                                          <p:spTgt spid="51207"/>
                                        </p:tgtEl>
                                        <p:attrNameLst>
                                          <p:attrName>ppt_x</p:attrName>
                                        </p:attrNameLst>
                                      </p:cBhvr>
                                      <p:tavLst>
                                        <p:tav tm="0">
                                          <p:val>
                                            <p:strVal val="#ppt_x"/>
                                          </p:val>
                                        </p:tav>
                                        <p:tav tm="100000">
                                          <p:val>
                                            <p:strVal val="#ppt_x"/>
                                          </p:val>
                                        </p:tav>
                                      </p:tavLst>
                                    </p:anim>
                                    <p:anim calcmode="lin" valueType="num">
                                      <p:cBhvr additive="base">
                                        <p:cTn id="28" dur="500" fill="hold"/>
                                        <p:tgtEl>
                                          <p:spTgt spid="512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标题 1"/>
          <p:cNvSpPr>
            <a:spLocks noGrp="1"/>
          </p:cNvSpPr>
          <p:nvPr>
            <p:ph type="title"/>
          </p:nvPr>
        </p:nvSpPr>
        <p:spPr>
          <a:ln/>
        </p:spPr>
        <p:txBody>
          <a:bodyPr vert="horz" wrap="square" lIns="91440" tIns="45720" rIns="91440" bIns="45720" anchor="ctr" anchorCtr="0"/>
          <a:p>
            <a:r>
              <a:rPr lang="zh-CN" altLang="en-US" dirty="0"/>
              <a:t>功能需求的要求</a:t>
            </a:r>
            <a:endParaRPr lang="zh-CN" altLang="en-US" dirty="0"/>
          </a:p>
        </p:txBody>
      </p:sp>
      <p:sp>
        <p:nvSpPr>
          <p:cNvPr id="52227"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10" name="内容占位符 2"/>
          <p:cNvSpPr txBox="1"/>
          <p:nvPr/>
        </p:nvSpPr>
        <p:spPr bwMode="auto">
          <a:xfrm>
            <a:off x="3762375" y="1628775"/>
            <a:ext cx="1746250" cy="936625"/>
          </a:xfrm>
          <a:prstGeom prst="rect">
            <a:avLst/>
          </a:prstGeom>
          <a:noFill/>
          <a:ln>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9pPr>
          </a:lstStyle>
          <a:p>
            <a:pPr marL="342900" marR="0" lvl="0" indent="-342900" algn="l" defTabSz="914400" rtl="0" eaLnBrk="0" fontAlgn="base" latinLnBrk="0" hangingPunct="0">
              <a:lnSpc>
                <a:spcPct val="100000"/>
              </a:lnSpc>
              <a:spcBef>
                <a:spcPct val="20000"/>
              </a:spcBef>
              <a:spcAft>
                <a:spcPct val="0"/>
              </a:spcAft>
              <a:buClr>
                <a:srgbClr val="3333CC"/>
              </a:buClr>
              <a:buSzTx/>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完整性</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3333CC"/>
              </a:buClr>
              <a:buSzTx/>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一致性</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graphicFrame>
        <p:nvGraphicFramePr>
          <p:cNvPr id="11" name="图示 10"/>
          <p:cNvGraphicFramePr/>
          <p:nvPr/>
        </p:nvGraphicFramePr>
        <p:xfrm>
          <a:off x="503463" y="1916832"/>
          <a:ext cx="3780505" cy="2591301"/>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9" name="文本框 8"/>
          <p:cNvSpPr txBox="1"/>
          <p:nvPr/>
        </p:nvSpPr>
        <p:spPr>
          <a:xfrm>
            <a:off x="4805363" y="3357563"/>
            <a:ext cx="3151188" cy="830263"/>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a:spAutoFit/>
          </a:bodyPr>
          <a:lstStyle/>
          <a:p>
            <a:pPr marR="0" defTabSz="914400" eaLnBrk="1" fontAlgn="auto" hangingPunct="1">
              <a:lnSpc>
                <a:spcPct val="150000"/>
              </a:lnSpc>
              <a:spcBef>
                <a:spcPts val="0"/>
              </a:spcBef>
              <a:spcAft>
                <a:spcPts val="0"/>
              </a:spcAft>
              <a:buClrTx/>
              <a:buSzTx/>
              <a:buFontTx/>
              <a:buNone/>
              <a:defRPr/>
            </a:pPr>
            <a:r>
              <a:rPr kumimoji="0" lang="zh-CN" altLang="en-US" sz="16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用户</a:t>
            </a:r>
            <a:r>
              <a:rPr kumimoji="0" lang="en-US" altLang="zh-CN" sz="16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5</a:t>
            </a:r>
            <a:r>
              <a:rPr kumimoji="0" lang="zh-CN" altLang="en-US" sz="16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：司机蒙我，我要投诉！</a:t>
            </a:r>
            <a:endParaRPr kumimoji="0" lang="en-US" altLang="zh-CN" sz="1600" b="0" kern="0" cap="none" spc="0" normalizeH="0" baseline="0" noProof="0" dirty="0">
              <a:solidFill>
                <a:srgbClr val="000000"/>
              </a:solidFill>
              <a:latin typeface="微软雅黑" panose="020B0503020204020204" pitchFamily="34" charset="-122"/>
              <a:ea typeface="微软雅黑" panose="020B0503020204020204" pitchFamily="34" charset="-122"/>
              <a:cs typeface="+mn-cs"/>
            </a:endParaRPr>
          </a:p>
          <a:p>
            <a:pPr marR="0" defTabSz="914400" eaLnBrk="1" fontAlgn="auto" hangingPunct="1">
              <a:lnSpc>
                <a:spcPct val="150000"/>
              </a:lnSpc>
              <a:spcBef>
                <a:spcPts val="0"/>
              </a:spcBef>
              <a:spcAft>
                <a:spcPts val="0"/>
              </a:spcAft>
              <a:buClrTx/>
              <a:buSzTx/>
              <a:buFontTx/>
              <a:buNone/>
              <a:defRPr/>
            </a:pPr>
            <a:r>
              <a:rPr kumimoji="0" lang="zh-CN" altLang="en-US" sz="16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司机</a:t>
            </a:r>
            <a:r>
              <a:rPr kumimoji="0" lang="en-US" altLang="zh-CN" sz="16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3</a:t>
            </a:r>
            <a:r>
              <a:rPr kumimoji="0" lang="zh-CN" altLang="en-US" sz="16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：打车就打车，提什么意见</a:t>
            </a:r>
            <a:endParaRPr kumimoji="0" lang="en-US" altLang="zh-CN" sz="1600" b="0" kern="0" cap="none" spc="0" normalizeH="0" baseline="0" noProof="0" dirty="0">
              <a:solidFill>
                <a:srgbClr val="000000"/>
              </a:solidFill>
              <a:latin typeface="微软雅黑" panose="020B0503020204020204" pitchFamily="34" charset="-122"/>
              <a:ea typeface="微软雅黑" panose="020B0503020204020204" pitchFamily="34"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charRg st="0"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charRg st="4"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标题 1"/>
          <p:cNvSpPr>
            <a:spLocks noGrp="1"/>
          </p:cNvSpPr>
          <p:nvPr>
            <p:ph type="title"/>
          </p:nvPr>
        </p:nvSpPr>
        <p:spPr>
          <a:ln/>
        </p:spPr>
        <p:txBody>
          <a:bodyPr vert="horz" wrap="square" lIns="91440" tIns="45720" rIns="91440" bIns="45720" anchor="ctr" anchorCtr="0"/>
          <a:p>
            <a:r>
              <a:rPr lang="zh-CN" altLang="en-US" dirty="0"/>
              <a:t>功能需求的要求</a:t>
            </a:r>
            <a:endParaRPr lang="zh-CN" altLang="en-US" dirty="0"/>
          </a:p>
        </p:txBody>
      </p:sp>
      <p:sp>
        <p:nvSpPr>
          <p:cNvPr id="53251"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10" name="内容占位符 2"/>
          <p:cNvSpPr txBox="1"/>
          <p:nvPr/>
        </p:nvSpPr>
        <p:spPr bwMode="auto">
          <a:xfrm>
            <a:off x="4643438" y="1196975"/>
            <a:ext cx="1746250" cy="1368425"/>
          </a:xfrm>
          <a:prstGeom prst="rect">
            <a:avLst/>
          </a:prstGeom>
          <a:noFill/>
          <a:ln>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9pPr>
          </a:lstStyle>
          <a:p>
            <a:pPr marL="342900" marR="0" lvl="0" indent="-342900" algn="l" defTabSz="914400" rtl="0" eaLnBrk="0" fontAlgn="base" latinLnBrk="0" hangingPunct="0">
              <a:lnSpc>
                <a:spcPct val="100000"/>
              </a:lnSpc>
              <a:spcBef>
                <a:spcPct val="20000"/>
              </a:spcBef>
              <a:spcAft>
                <a:spcPct val="0"/>
              </a:spcAft>
              <a:buClr>
                <a:srgbClr val="3333CC"/>
              </a:buClr>
              <a:buSzTx/>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完整性</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3333CC"/>
              </a:buClr>
              <a:buSzTx/>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一致性</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3333CC"/>
              </a:buClr>
              <a:buSzTx/>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准确性</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3333CC"/>
              </a:buClr>
              <a:buSzTx/>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graphicFrame>
        <p:nvGraphicFramePr>
          <p:cNvPr id="11" name="图示 10"/>
          <p:cNvGraphicFramePr/>
          <p:nvPr/>
        </p:nvGraphicFramePr>
        <p:xfrm>
          <a:off x="503463" y="2133843"/>
          <a:ext cx="3780505" cy="2591301"/>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4" name="文本框 13"/>
          <p:cNvSpPr txBox="1"/>
          <p:nvPr/>
        </p:nvSpPr>
        <p:spPr>
          <a:xfrm>
            <a:off x="4427538" y="2906713"/>
            <a:ext cx="3825875" cy="461963"/>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a:spAutoFit/>
          </a:bodyPr>
          <a:lstStyle/>
          <a:p>
            <a:pPr marR="0" defTabSz="914400" eaLnBrk="1" fontAlgn="auto" hangingPunct="1">
              <a:lnSpc>
                <a:spcPct val="150000"/>
              </a:lnSpc>
              <a:spcBef>
                <a:spcPts val="0"/>
              </a:spcBef>
              <a:spcAft>
                <a:spcPts val="0"/>
              </a:spcAft>
              <a:buClrTx/>
              <a:buSzTx/>
              <a:buFontTx/>
              <a:buNone/>
              <a:defRPr/>
            </a:pPr>
            <a:r>
              <a:rPr kumimoji="0" lang="zh-CN" altLang="en-US" sz="16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服务：显示等待车辆时间和车辆位置</a:t>
            </a:r>
            <a:endParaRPr kumimoji="0" lang="zh-CN" altLang="en-US" sz="1600" b="0" kern="0" cap="none" spc="0" normalizeH="0" baseline="0" noProof="0" dirty="0">
              <a:solidFill>
                <a:srgbClr val="000000"/>
              </a:solidFill>
              <a:latin typeface="微软雅黑" panose="020B0503020204020204" pitchFamily="34" charset="-122"/>
              <a:ea typeface="微软雅黑" panose="020B0503020204020204" pitchFamily="34" charset="-122"/>
              <a:cs typeface="+mn-cs"/>
            </a:endParaRPr>
          </a:p>
        </p:txBody>
      </p:sp>
      <p:sp>
        <p:nvSpPr>
          <p:cNvPr id="15" name="文本框 14"/>
          <p:cNvSpPr txBox="1"/>
          <p:nvPr/>
        </p:nvSpPr>
        <p:spPr>
          <a:xfrm>
            <a:off x="4443413" y="3890963"/>
            <a:ext cx="3825875" cy="831850"/>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a:spAutoFit/>
          </a:bodyPr>
          <a:lstStyle/>
          <a:p>
            <a:pPr marR="0" defTabSz="914400" eaLnBrk="1" fontAlgn="auto" hangingPunct="1">
              <a:lnSpc>
                <a:spcPct val="150000"/>
              </a:lnSpc>
              <a:spcBef>
                <a:spcPts val="0"/>
              </a:spcBef>
              <a:spcAft>
                <a:spcPts val="0"/>
              </a:spcAft>
              <a:buClrTx/>
              <a:buSzTx/>
              <a:buFontTx/>
              <a:buNone/>
              <a:defRPr/>
            </a:pPr>
            <a:r>
              <a:rPr kumimoji="0" lang="zh-CN" altLang="en-US" sz="16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服务：根据路况显示接单车辆到达目的地时间和车辆实时位置</a:t>
            </a:r>
            <a:endParaRPr kumimoji="0" lang="zh-CN" altLang="en-US" sz="1600" b="0" kern="0" cap="none" spc="0" normalizeH="0" baseline="0" noProof="0" dirty="0">
              <a:solidFill>
                <a:srgbClr val="000000"/>
              </a:solidFill>
              <a:latin typeface="微软雅黑" panose="020B0503020204020204" pitchFamily="34" charset="-122"/>
              <a:ea typeface="微软雅黑" panose="020B0503020204020204" pitchFamily="34" charset="-122"/>
              <a:cs typeface="+mn-cs"/>
            </a:endParaRPr>
          </a:p>
        </p:txBody>
      </p:sp>
      <p:sp>
        <p:nvSpPr>
          <p:cNvPr id="16" name="AutoShape 31"/>
          <p:cNvSpPr>
            <a:spLocks noChangeArrowheads="1"/>
          </p:cNvSpPr>
          <p:nvPr/>
        </p:nvSpPr>
        <p:spPr bwMode="auto">
          <a:xfrm rot="5400000">
            <a:off x="6000750" y="3498850"/>
            <a:ext cx="366713" cy="312738"/>
          </a:xfrm>
          <a:prstGeom prst="rightArrow">
            <a:avLst>
              <a:gd name="adj1" fmla="val 43237"/>
              <a:gd name="adj2" fmla="val 65326"/>
            </a:avLst>
          </a:prstGeom>
          <a:solidFill>
            <a:srgbClr val="1F497D">
              <a:lumMod val="40000"/>
              <a:lumOff val="60000"/>
            </a:srgbClr>
          </a:solidFill>
          <a:ln w="28575">
            <a:solidFill>
              <a:srgbClr val="000000"/>
            </a:solidFill>
            <a:miter lim="800000"/>
            <a:tailEnd type="none" w="sm" len="me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7" name="文本框 16"/>
          <p:cNvSpPr txBox="1"/>
          <p:nvPr/>
        </p:nvSpPr>
        <p:spPr>
          <a:xfrm>
            <a:off x="4475163" y="5054600"/>
            <a:ext cx="3825875" cy="461963"/>
          </a:xfrm>
          <a:prstGeom prst="rect">
            <a:avLst/>
          </a:prstGeom>
          <a:gradFill rotWithShape="1">
            <a:gsLst>
              <a:gs pos="0">
                <a:srgbClr val="B2C1DB">
                  <a:tint val="50000"/>
                  <a:satMod val="300000"/>
                </a:srgbClr>
              </a:gs>
              <a:gs pos="35000">
                <a:srgbClr val="B2C1DB">
                  <a:tint val="37000"/>
                  <a:satMod val="300000"/>
                </a:srgbClr>
              </a:gs>
              <a:gs pos="100000">
                <a:srgbClr val="B2C1DB">
                  <a:tint val="15000"/>
                  <a:satMod val="350000"/>
                </a:srgbClr>
              </a:gs>
            </a:gsLst>
            <a:lin ang="16200000" scaled="1"/>
          </a:gradFill>
          <a:ln w="9525" cap="flat" cmpd="sng" algn="ctr">
            <a:solidFill>
              <a:srgbClr val="B2C1DB">
                <a:shade val="95000"/>
                <a:satMod val="105000"/>
              </a:srgbClr>
            </a:solidFill>
            <a:prstDash val="solid"/>
          </a:ln>
          <a:effectLst>
            <a:outerShdw blurRad="40000" dist="20000" dir="5400000" rotWithShape="0">
              <a:srgbClr val="000000">
                <a:alpha val="38000"/>
              </a:srgbClr>
            </a:outerShdw>
          </a:effectLst>
        </p:spPr>
        <p:txBody>
          <a:bodyPr>
            <a:spAutoFit/>
          </a:bodyPr>
          <a:lstStyle/>
          <a:p>
            <a:pPr marR="0" defTabSz="914400" eaLnBrk="1" fontAlgn="auto" hangingPunct="1">
              <a:lnSpc>
                <a:spcPct val="150000"/>
              </a:lnSpc>
              <a:spcBef>
                <a:spcPts val="0"/>
              </a:spcBef>
              <a:spcAft>
                <a:spcPts val="0"/>
              </a:spcAft>
              <a:buClrTx/>
              <a:buSzTx/>
              <a:buFontTx/>
              <a:buNone/>
              <a:defRPr/>
            </a:pPr>
            <a:r>
              <a:rPr kumimoji="0" lang="zh-CN" altLang="en-US" sz="1600" b="0" kern="0" cap="none" spc="0" normalizeH="0" baseline="0" noProof="0" dirty="0">
                <a:solidFill>
                  <a:srgbClr val="000000"/>
                </a:solidFill>
                <a:latin typeface="微软雅黑" panose="020B0503020204020204" pitchFamily="34" charset="-122"/>
                <a:ea typeface="微软雅黑" panose="020B0503020204020204" pitchFamily="34" charset="-122"/>
                <a:cs typeface="+mn-cs"/>
              </a:rPr>
              <a:t>“处理：找到附近的车辆”有问题吗？</a:t>
            </a:r>
            <a:endParaRPr kumimoji="0" lang="zh-CN" altLang="en-US" sz="1600" b="0" kern="0" cap="none" spc="0" normalizeH="0" baseline="0" noProof="0" dirty="0">
              <a:solidFill>
                <a:srgbClr val="000000"/>
              </a:solidFill>
              <a:latin typeface="微软雅黑" panose="020B0503020204020204" pitchFamily="34" charset="-122"/>
              <a:ea typeface="微软雅黑" panose="020B0503020204020204" pitchFamily="34"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charRg st="0"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charRg st="4"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charRg st="8" end="1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标题 1"/>
          <p:cNvSpPr>
            <a:spLocks noGrp="1"/>
          </p:cNvSpPr>
          <p:nvPr>
            <p:ph type="title"/>
          </p:nvPr>
        </p:nvSpPr>
        <p:spPr>
          <a:ln/>
        </p:spPr>
        <p:txBody>
          <a:bodyPr vert="horz" wrap="square" lIns="91440" tIns="45720" rIns="91440" bIns="45720" anchor="ctr" anchorCtr="0"/>
          <a:p>
            <a:r>
              <a:rPr lang="en-US" altLang="zh-CN" dirty="0"/>
              <a:t>2. </a:t>
            </a:r>
            <a:r>
              <a:rPr lang="zh-CN" altLang="en-US" dirty="0"/>
              <a:t>需求分析与建模</a:t>
            </a:r>
            <a:endParaRPr lang="zh-CN" altLang="en-US" dirty="0"/>
          </a:p>
        </p:txBody>
      </p:sp>
      <p:sp>
        <p:nvSpPr>
          <p:cNvPr id="54275" name="内容占位符 2"/>
          <p:cNvSpPr>
            <a:spLocks noGrp="1"/>
          </p:cNvSpPr>
          <p:nvPr>
            <p:ph idx="1"/>
          </p:nvPr>
        </p:nvSpPr>
        <p:spPr>
          <a:xfrm>
            <a:off x="827088" y="1046163"/>
            <a:ext cx="7391400" cy="1735137"/>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在需求阶段讨论技术是没有意义的</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以模型的方式描述用户的需求</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模型是以可视化的方式提供易于沟通的桥梁</a:t>
            </a:r>
            <a:endParaRPr lang="zh-CN" altLang="en-US" dirty="0">
              <a:latin typeface="华文中宋" panose="02010600040101010101" pitchFamily="2" charset="-122"/>
              <a:ea typeface="华文中宋" panose="02010600040101010101" pitchFamily="2" charset="-122"/>
              <a:cs typeface="+mn-cs"/>
            </a:endParaRPr>
          </a:p>
        </p:txBody>
      </p:sp>
      <p:sp>
        <p:nvSpPr>
          <p:cNvPr id="5427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5" name="Picture 8"/>
          <p:cNvPicPr>
            <a:picLocks noChangeAspect="1"/>
          </p:cNvPicPr>
          <p:nvPr/>
        </p:nvPicPr>
        <p:blipFill>
          <a:blip r:embed="rId1"/>
          <a:stretch>
            <a:fillRect/>
          </a:stretch>
        </p:blipFill>
        <p:spPr>
          <a:xfrm>
            <a:off x="1871663" y="2997200"/>
            <a:ext cx="5140325" cy="321310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标题 1"/>
          <p:cNvSpPr>
            <a:spLocks noGrp="1"/>
          </p:cNvSpPr>
          <p:nvPr>
            <p:ph type="title"/>
          </p:nvPr>
        </p:nvSpPr>
        <p:spPr>
          <a:ln/>
        </p:spPr>
        <p:txBody>
          <a:bodyPr vert="horz" wrap="square" lIns="91440" tIns="45720" rIns="91440" bIns="45720" anchor="ctr" anchorCtr="0"/>
          <a:p>
            <a:r>
              <a:rPr lang="zh-CN" altLang="zh-CN" dirty="0"/>
              <a:t>分析模型的结构</a:t>
            </a:r>
            <a:endParaRPr lang="zh-CN" altLang="en-US" dirty="0"/>
          </a:p>
        </p:txBody>
      </p:sp>
      <p:sp>
        <p:nvSpPr>
          <p:cNvPr id="55299"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5" name="图示 4"/>
          <p:cNvGraphicFramePr/>
          <p:nvPr/>
        </p:nvGraphicFramePr>
        <p:xfrm>
          <a:off x="1476375" y="1745223"/>
          <a:ext cx="6120680" cy="381642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标题 1"/>
          <p:cNvSpPr>
            <a:spLocks noGrp="1"/>
          </p:cNvSpPr>
          <p:nvPr>
            <p:ph type="title"/>
          </p:nvPr>
        </p:nvSpPr>
        <p:spPr>
          <a:ln/>
        </p:spPr>
        <p:txBody>
          <a:bodyPr vert="horz" wrap="square" lIns="91440" tIns="45720" rIns="91440" bIns="45720" anchor="ctr" anchorCtr="0"/>
          <a:p>
            <a:r>
              <a:rPr lang="zh-CN" altLang="en-US" dirty="0"/>
              <a:t>数据模型：实体</a:t>
            </a:r>
            <a:r>
              <a:rPr lang="en-US" altLang="zh-CN" dirty="0"/>
              <a:t>-</a:t>
            </a:r>
            <a:r>
              <a:rPr lang="zh-CN" altLang="en-US" dirty="0"/>
              <a:t>关系图</a:t>
            </a:r>
            <a:endParaRPr lang="zh-CN" altLang="en-US" dirty="0"/>
          </a:p>
        </p:txBody>
      </p:sp>
      <p:sp>
        <p:nvSpPr>
          <p:cNvPr id="56323" name="内容占位符 2"/>
          <p:cNvSpPr>
            <a:spLocks noGrp="1"/>
          </p:cNvSpPr>
          <p:nvPr>
            <p:ph idx="1"/>
          </p:nvPr>
        </p:nvSpPr>
        <p:spPr>
          <a:xfrm>
            <a:off x="827088" y="1484313"/>
            <a:ext cx="7391400" cy="2105025"/>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实体是客观世界中存在的且可相互区分的事务。实体可以是人也可以是物，可以是具体的事物也可以是抽象概念。例如，职工、学生、课程、教师等都是实体。</a:t>
            </a:r>
            <a:endParaRPr lang="zh-CN" altLang="en-US" dirty="0">
              <a:latin typeface="华文中宋" panose="02010600040101010101" pitchFamily="2" charset="-122"/>
              <a:ea typeface="华文中宋" panose="02010600040101010101" pitchFamily="2" charset="-122"/>
              <a:cs typeface="+mn-cs"/>
            </a:endParaRPr>
          </a:p>
        </p:txBody>
      </p:sp>
      <p:sp>
        <p:nvSpPr>
          <p:cNvPr id="5632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56325" name="Group 3"/>
          <p:cNvGrpSpPr/>
          <p:nvPr/>
        </p:nvGrpSpPr>
        <p:grpSpPr>
          <a:xfrm>
            <a:off x="692150" y="4278313"/>
            <a:ext cx="7696200" cy="519112"/>
            <a:chOff x="384" y="1536"/>
            <a:chExt cx="4848" cy="327"/>
          </a:xfrm>
        </p:grpSpPr>
        <p:sp>
          <p:nvSpPr>
            <p:cNvPr id="56326" name="Text Box 4"/>
            <p:cNvSpPr txBox="1"/>
            <p:nvPr/>
          </p:nvSpPr>
          <p:spPr>
            <a:xfrm>
              <a:off x="384" y="1536"/>
              <a:ext cx="4512" cy="327"/>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en-US" altLang="zh-CN" sz="2800" b="1" dirty="0">
                  <a:latin typeface="Times New Roman" panose="02020603050405020304" pitchFamily="18" charset="0"/>
                  <a:ea typeface="楷体_GB2312"/>
                </a:rPr>
                <a:t>⑴ </a:t>
              </a:r>
              <a:r>
                <a:rPr lang="en-US" altLang="zh-CN" sz="2400" b="1" dirty="0">
                  <a:latin typeface="Times New Roman" panose="02020603050405020304" pitchFamily="18" charset="0"/>
                  <a:ea typeface="楷体_GB2312"/>
                </a:rPr>
                <a:t>Entities               </a:t>
              </a:r>
              <a:r>
                <a:rPr lang="zh-CN" altLang="en-US" sz="2800" b="1" dirty="0">
                  <a:latin typeface="Times New Roman" panose="02020603050405020304" pitchFamily="18" charset="0"/>
                  <a:ea typeface="楷体_GB2312"/>
                </a:rPr>
                <a:t>例：             </a:t>
              </a:r>
              <a:r>
                <a:rPr lang="en-US" altLang="zh-CN" sz="2800" b="1" dirty="0">
                  <a:latin typeface="Times New Roman" panose="02020603050405020304" pitchFamily="18" charset="0"/>
                  <a:ea typeface="楷体_GB2312"/>
                </a:rPr>
                <a:t>,</a:t>
              </a:r>
              <a:r>
                <a:rPr lang="en-US" altLang="zh-CN" sz="1600" b="1" dirty="0">
                  <a:latin typeface="Times New Roman" panose="02020603050405020304" pitchFamily="18" charset="0"/>
                  <a:ea typeface="楷体_GB2312"/>
                </a:rPr>
                <a:t>                                    </a:t>
              </a:r>
              <a:r>
                <a:rPr lang="en-US" altLang="zh-CN" sz="1600" b="1" dirty="0">
                  <a:latin typeface="Times New Roman" panose="02020603050405020304" pitchFamily="18" charset="0"/>
                  <a:ea typeface="楷体_GB2312"/>
                  <a:sym typeface="Symbol" panose="05050102010706020507" pitchFamily="18" charset="2"/>
                </a:rPr>
                <a:t>,</a:t>
              </a:r>
              <a:endParaRPr lang="en-US" altLang="zh-CN" sz="1600" b="1" dirty="0">
                <a:latin typeface="Times New Roman" panose="02020603050405020304" pitchFamily="18" charset="0"/>
                <a:ea typeface="楷体_GB2312"/>
              </a:endParaRPr>
            </a:p>
          </p:txBody>
        </p:sp>
        <p:sp>
          <p:nvSpPr>
            <p:cNvPr id="7" name="Rectangle 5"/>
            <p:cNvSpPr>
              <a:spLocks noChangeArrowheads="1"/>
            </p:cNvSpPr>
            <p:nvPr/>
          </p:nvSpPr>
          <p:spPr bwMode="auto">
            <a:xfrm>
              <a:off x="1440" y="1632"/>
              <a:ext cx="432" cy="192"/>
            </a:xfrm>
            <a:prstGeom prst="rect">
              <a:avLst/>
            </a:prstGeom>
            <a:noFill/>
            <a:ln w="9525">
              <a:solidFill>
                <a:schemeClr val="tx1"/>
              </a:solidFill>
              <a:miter lim="800000"/>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56328" name="Text Box 6"/>
            <p:cNvSpPr txBox="1"/>
            <p:nvPr/>
          </p:nvSpPr>
          <p:spPr>
            <a:xfrm>
              <a:off x="2400" y="1536"/>
              <a:ext cx="768" cy="294"/>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en-US" altLang="zh-CN" sz="2400" b="1" dirty="0">
                  <a:latin typeface="Times New Roman" panose="02020603050405020304" pitchFamily="18" charset="0"/>
                </a:rPr>
                <a:t>Student</a:t>
              </a:r>
              <a:endParaRPr lang="en-US" altLang="zh-CN" sz="2400" dirty="0">
                <a:latin typeface="Times New Roman" panose="02020603050405020304" pitchFamily="18" charset="0"/>
              </a:endParaRPr>
            </a:p>
          </p:txBody>
        </p:sp>
        <p:sp>
          <p:nvSpPr>
            <p:cNvPr id="56329" name="Text Box 7"/>
            <p:cNvSpPr txBox="1"/>
            <p:nvPr/>
          </p:nvSpPr>
          <p:spPr>
            <a:xfrm>
              <a:off x="3408" y="1536"/>
              <a:ext cx="1008" cy="294"/>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en-US" altLang="zh-CN" sz="2400" b="1" dirty="0">
                  <a:latin typeface="Times New Roman" panose="02020603050405020304" pitchFamily="18" charset="0"/>
                </a:rPr>
                <a:t>Instructor</a:t>
              </a:r>
              <a:endParaRPr lang="en-US" altLang="zh-CN" sz="2400" dirty="0">
                <a:latin typeface="Times New Roman" panose="02020603050405020304" pitchFamily="18" charset="0"/>
              </a:endParaRPr>
            </a:p>
          </p:txBody>
        </p:sp>
        <p:sp>
          <p:nvSpPr>
            <p:cNvPr id="56330" name="Text Box 8"/>
            <p:cNvSpPr txBox="1"/>
            <p:nvPr/>
          </p:nvSpPr>
          <p:spPr>
            <a:xfrm>
              <a:off x="4656" y="1536"/>
              <a:ext cx="576" cy="294"/>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en-US" altLang="zh-CN" sz="2400" b="1" dirty="0">
                  <a:latin typeface="Times New Roman" panose="02020603050405020304" pitchFamily="18" charset="0"/>
                </a:rPr>
                <a:t>Class</a:t>
              </a:r>
              <a:endParaRPr lang="en-US" altLang="zh-CN" sz="2400" b="1" dirty="0">
                <a:latin typeface="Times New Roman" panose="02020603050405020304" pitchFamily="18" charset="0"/>
              </a:endParaRPr>
            </a:p>
          </p:txBody>
        </p:sp>
      </p:gr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标题 1"/>
          <p:cNvSpPr>
            <a:spLocks noGrp="1"/>
          </p:cNvSpPr>
          <p:nvPr>
            <p:ph type="title"/>
          </p:nvPr>
        </p:nvSpPr>
        <p:spPr>
          <a:ln/>
        </p:spPr>
        <p:txBody>
          <a:bodyPr vert="horz" wrap="square" lIns="91440" tIns="45720" rIns="91440" bIns="45720" anchor="ctr" anchorCtr="0"/>
          <a:p>
            <a:r>
              <a:rPr lang="zh-CN" altLang="en-US" dirty="0"/>
              <a:t>数据模型：实体</a:t>
            </a:r>
            <a:r>
              <a:rPr lang="en-US" altLang="zh-CN" dirty="0"/>
              <a:t>-</a:t>
            </a:r>
            <a:r>
              <a:rPr lang="zh-CN" altLang="en-US" dirty="0"/>
              <a:t>关系图</a:t>
            </a:r>
            <a:endParaRPr lang="zh-CN" altLang="en-US" dirty="0"/>
          </a:p>
        </p:txBody>
      </p:sp>
      <p:sp>
        <p:nvSpPr>
          <p:cNvPr id="57347" name="内容占位符 2"/>
          <p:cNvSpPr>
            <a:spLocks noGrp="1"/>
          </p:cNvSpPr>
          <p:nvPr>
            <p:ph idx="1"/>
          </p:nvPr>
        </p:nvSpPr>
        <p:spPr>
          <a:xfrm>
            <a:off x="755650" y="1484313"/>
            <a:ext cx="7632700" cy="1069975"/>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客观世界中的事物彼此间往往是有联系的，例如，教师与课程间存在“教”这种联系。</a:t>
            </a:r>
            <a:endParaRPr lang="zh-CN" altLang="en-US" dirty="0">
              <a:latin typeface="华文中宋" panose="02010600040101010101" pitchFamily="2" charset="-122"/>
              <a:ea typeface="华文中宋" panose="02010600040101010101" pitchFamily="2" charset="-122"/>
              <a:cs typeface="+mn-cs"/>
            </a:endParaRPr>
          </a:p>
        </p:txBody>
      </p:sp>
      <p:sp>
        <p:nvSpPr>
          <p:cNvPr id="5734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57349" name="Group 4"/>
          <p:cNvGrpSpPr/>
          <p:nvPr/>
        </p:nvGrpSpPr>
        <p:grpSpPr>
          <a:xfrm>
            <a:off x="533400" y="3295650"/>
            <a:ext cx="8077200" cy="609600"/>
            <a:chOff x="384" y="2064"/>
            <a:chExt cx="5088" cy="384"/>
          </a:xfrm>
        </p:grpSpPr>
        <p:sp>
          <p:nvSpPr>
            <p:cNvPr id="57369" name="Text Box 5"/>
            <p:cNvSpPr txBox="1"/>
            <p:nvPr/>
          </p:nvSpPr>
          <p:spPr>
            <a:xfrm>
              <a:off x="384" y="2064"/>
              <a:ext cx="2496" cy="327"/>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en-US" altLang="zh-CN" sz="2800" b="1" dirty="0">
                  <a:latin typeface="Times New Roman" panose="02020603050405020304" pitchFamily="18" charset="0"/>
                  <a:ea typeface="楷体_GB2312"/>
                </a:rPr>
                <a:t>⑵ </a:t>
              </a:r>
              <a:r>
                <a:rPr lang="en-US" altLang="zh-CN" sz="2400" b="1" dirty="0">
                  <a:latin typeface="Times New Roman" panose="02020603050405020304" pitchFamily="18" charset="0"/>
                  <a:ea typeface="楷体_GB2312"/>
                </a:rPr>
                <a:t>Relations               </a:t>
              </a:r>
              <a:r>
                <a:rPr lang="zh-CN" altLang="en-US" sz="2800" b="1" dirty="0">
                  <a:latin typeface="Times New Roman" panose="02020603050405020304" pitchFamily="18" charset="0"/>
                  <a:ea typeface="楷体_GB2312"/>
                </a:rPr>
                <a:t>例：</a:t>
              </a:r>
              <a:endParaRPr lang="zh-CN" altLang="en-US" sz="1600" b="1" dirty="0">
                <a:latin typeface="Times New Roman" panose="02020603050405020304" pitchFamily="18" charset="0"/>
                <a:ea typeface="楷体_GB2312"/>
              </a:endParaRPr>
            </a:p>
          </p:txBody>
        </p:sp>
        <p:sp>
          <p:nvSpPr>
            <p:cNvPr id="13" name="AutoShape 6"/>
            <p:cNvSpPr>
              <a:spLocks noChangeArrowheads="1"/>
            </p:cNvSpPr>
            <p:nvPr/>
          </p:nvSpPr>
          <p:spPr bwMode="auto">
            <a:xfrm>
              <a:off x="1584" y="2112"/>
              <a:ext cx="576" cy="288"/>
            </a:xfrm>
            <a:prstGeom prst="diamond">
              <a:avLst/>
            </a:prstGeom>
            <a:noFill/>
            <a:ln w="12700">
              <a:solidFill>
                <a:schemeClr val="tx1"/>
              </a:solidFill>
              <a:miter lim="800000"/>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57371" name="AutoShape 7"/>
            <p:cNvSpPr/>
            <p:nvPr/>
          </p:nvSpPr>
          <p:spPr>
            <a:xfrm>
              <a:off x="2592" y="2064"/>
              <a:ext cx="1728" cy="384"/>
            </a:xfrm>
            <a:prstGeom prst="diamond">
              <a:avLst/>
            </a:prstGeom>
            <a:noFill/>
            <a:ln w="12700" cap="flat" cmpd="sng">
              <a:solidFill>
                <a:schemeClr val="tx1"/>
              </a:solidFill>
              <a:prstDash val="solid"/>
              <a:miter/>
              <a:headEnd type="none" w="med" len="med"/>
              <a:tailEnd type="none" w="med" len="med"/>
            </a:ln>
          </p:spPr>
          <p:txBody>
            <a:bodyPr wrap="none" anchor="ctr" anchorCtr="0"/>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0"/>
                </a:spcBef>
                <a:buClrTx/>
                <a:buSzTx/>
                <a:buFontTx/>
                <a:buNone/>
              </a:pPr>
              <a:r>
                <a:rPr lang="en-US" altLang="zh-CN" sz="2400" b="1" dirty="0">
                  <a:latin typeface="Times New Roman" panose="02020603050405020304" pitchFamily="18" charset="0"/>
                </a:rPr>
                <a:t>Enrolled in</a:t>
              </a:r>
              <a:endParaRPr lang="en-US" altLang="zh-CN" sz="2400" b="1" dirty="0">
                <a:latin typeface="Times New Roman" panose="02020603050405020304" pitchFamily="18" charset="0"/>
              </a:endParaRPr>
            </a:p>
          </p:txBody>
        </p:sp>
        <p:sp>
          <p:nvSpPr>
            <p:cNvPr id="57372" name="AutoShape 8"/>
            <p:cNvSpPr/>
            <p:nvPr/>
          </p:nvSpPr>
          <p:spPr>
            <a:xfrm>
              <a:off x="4368" y="2064"/>
              <a:ext cx="1104" cy="384"/>
            </a:xfrm>
            <a:prstGeom prst="diamond">
              <a:avLst/>
            </a:prstGeom>
            <a:noFill/>
            <a:ln w="12700" cap="flat" cmpd="sng">
              <a:solidFill>
                <a:schemeClr val="tx1"/>
              </a:solidFill>
              <a:prstDash val="solid"/>
              <a:miter/>
              <a:headEnd type="none" w="med" len="med"/>
              <a:tailEnd type="none" w="med" len="med"/>
            </a:ln>
          </p:spPr>
          <p:txBody>
            <a:bodyPr wrap="none" anchor="ctr" anchorCtr="0"/>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0"/>
                </a:spcBef>
                <a:buClrTx/>
                <a:buSzTx/>
                <a:buFontTx/>
                <a:buNone/>
              </a:pPr>
              <a:r>
                <a:rPr lang="en-US" altLang="zh-CN" sz="2400" b="1" dirty="0">
                  <a:latin typeface="Times New Roman" panose="02020603050405020304" pitchFamily="18" charset="0"/>
                </a:rPr>
                <a:t>Teach</a:t>
              </a:r>
              <a:endParaRPr lang="en-US" altLang="zh-CN" sz="2400" b="1" dirty="0">
                <a:latin typeface="Times New Roman" panose="02020603050405020304" pitchFamily="18" charset="0"/>
              </a:endParaRPr>
            </a:p>
          </p:txBody>
        </p:sp>
      </p:grpSp>
      <p:grpSp>
        <p:nvGrpSpPr>
          <p:cNvPr id="57350" name="Group 9"/>
          <p:cNvGrpSpPr/>
          <p:nvPr/>
        </p:nvGrpSpPr>
        <p:grpSpPr>
          <a:xfrm>
            <a:off x="1187450" y="4256088"/>
            <a:ext cx="6781800" cy="685800"/>
            <a:chOff x="748" y="1661"/>
            <a:chExt cx="4272" cy="432"/>
          </a:xfrm>
        </p:grpSpPr>
        <p:grpSp>
          <p:nvGrpSpPr>
            <p:cNvPr id="57351" name="Group 10"/>
            <p:cNvGrpSpPr/>
            <p:nvPr/>
          </p:nvGrpSpPr>
          <p:grpSpPr>
            <a:xfrm>
              <a:off x="748" y="1661"/>
              <a:ext cx="1104" cy="432"/>
              <a:chOff x="768" y="2496"/>
              <a:chExt cx="1104" cy="432"/>
            </a:xfrm>
          </p:grpSpPr>
          <p:sp>
            <p:nvSpPr>
              <p:cNvPr id="30" name="Line 11"/>
              <p:cNvSpPr>
                <a:spLocks noChangeShapeType="1"/>
              </p:cNvSpPr>
              <p:nvPr/>
            </p:nvSpPr>
            <p:spPr bwMode="auto">
              <a:xfrm>
                <a:off x="1488" y="2784"/>
                <a:ext cx="384" cy="0"/>
              </a:xfrm>
              <a:prstGeom prst="line">
                <a:avLst/>
              </a:prstGeom>
              <a:noFill/>
              <a:ln w="19050">
                <a:solidFill>
                  <a:schemeClr val="tx1"/>
                </a:solidFill>
                <a:round/>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31" name="Line 12"/>
              <p:cNvSpPr>
                <a:spLocks noChangeShapeType="1"/>
              </p:cNvSpPr>
              <p:nvPr/>
            </p:nvSpPr>
            <p:spPr bwMode="auto">
              <a:xfrm>
                <a:off x="768" y="2784"/>
                <a:ext cx="384" cy="0"/>
              </a:xfrm>
              <a:prstGeom prst="line">
                <a:avLst/>
              </a:prstGeom>
              <a:noFill/>
              <a:ln w="19050">
                <a:solidFill>
                  <a:schemeClr val="tx1"/>
                </a:solidFill>
                <a:round/>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57366" name="Text Box 13"/>
              <p:cNvSpPr txBox="1"/>
              <p:nvPr/>
            </p:nvSpPr>
            <p:spPr>
              <a:xfrm>
                <a:off x="864" y="2496"/>
                <a:ext cx="192" cy="288"/>
              </a:xfrm>
              <a:prstGeom prst="rect">
                <a:avLst/>
              </a:prstGeom>
              <a:noFill/>
              <a:ln w="19050">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en-US" altLang="zh-CN" sz="2400" b="1" dirty="0">
                    <a:latin typeface="Times New Roman" panose="02020603050405020304" pitchFamily="18" charset="0"/>
                  </a:rPr>
                  <a:t>1</a:t>
                </a:r>
                <a:endParaRPr lang="en-US" altLang="zh-CN" sz="2400" b="1" dirty="0">
                  <a:latin typeface="Times New Roman" panose="02020603050405020304" pitchFamily="18" charset="0"/>
                </a:endParaRPr>
              </a:p>
            </p:txBody>
          </p:sp>
          <p:sp>
            <p:nvSpPr>
              <p:cNvPr id="57367" name="Text Box 14"/>
              <p:cNvSpPr txBox="1"/>
              <p:nvPr/>
            </p:nvSpPr>
            <p:spPr>
              <a:xfrm>
                <a:off x="1584" y="2496"/>
                <a:ext cx="192" cy="288"/>
              </a:xfrm>
              <a:prstGeom prst="rect">
                <a:avLst/>
              </a:prstGeom>
              <a:noFill/>
              <a:ln w="19050">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en-US" altLang="zh-CN" sz="2400" b="1" dirty="0">
                    <a:latin typeface="Times New Roman" panose="02020603050405020304" pitchFamily="18" charset="0"/>
                  </a:rPr>
                  <a:t>1</a:t>
                </a:r>
                <a:endParaRPr lang="en-US" altLang="zh-CN" sz="2400" b="1" dirty="0">
                  <a:latin typeface="Times New Roman" panose="02020603050405020304" pitchFamily="18" charset="0"/>
                </a:endParaRPr>
              </a:p>
            </p:txBody>
          </p:sp>
          <p:sp>
            <p:nvSpPr>
              <p:cNvPr id="34" name="AutoShape 15"/>
              <p:cNvSpPr>
                <a:spLocks noChangeArrowheads="1"/>
              </p:cNvSpPr>
              <p:nvPr/>
            </p:nvSpPr>
            <p:spPr bwMode="auto">
              <a:xfrm>
                <a:off x="1152" y="2640"/>
                <a:ext cx="336" cy="288"/>
              </a:xfrm>
              <a:prstGeom prst="diamond">
                <a:avLst/>
              </a:prstGeom>
              <a:noFill/>
              <a:ln w="19050">
                <a:solidFill>
                  <a:schemeClr val="tx1"/>
                </a:solidFill>
                <a:miter lim="800000"/>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grpSp>
        <p:grpSp>
          <p:nvGrpSpPr>
            <p:cNvPr id="57352" name="Group 16"/>
            <p:cNvGrpSpPr/>
            <p:nvPr/>
          </p:nvGrpSpPr>
          <p:grpSpPr>
            <a:xfrm>
              <a:off x="2332" y="1661"/>
              <a:ext cx="1104" cy="432"/>
              <a:chOff x="768" y="2496"/>
              <a:chExt cx="1104" cy="432"/>
            </a:xfrm>
          </p:grpSpPr>
          <p:sp>
            <p:nvSpPr>
              <p:cNvPr id="25" name="Line 17"/>
              <p:cNvSpPr>
                <a:spLocks noChangeShapeType="1"/>
              </p:cNvSpPr>
              <p:nvPr/>
            </p:nvSpPr>
            <p:spPr bwMode="auto">
              <a:xfrm>
                <a:off x="1488" y="2784"/>
                <a:ext cx="384" cy="0"/>
              </a:xfrm>
              <a:prstGeom prst="line">
                <a:avLst/>
              </a:prstGeom>
              <a:noFill/>
              <a:ln w="19050">
                <a:solidFill>
                  <a:schemeClr val="tx1"/>
                </a:solidFill>
                <a:round/>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6" name="Line 18"/>
              <p:cNvSpPr>
                <a:spLocks noChangeShapeType="1"/>
              </p:cNvSpPr>
              <p:nvPr/>
            </p:nvSpPr>
            <p:spPr bwMode="auto">
              <a:xfrm>
                <a:off x="768" y="2784"/>
                <a:ext cx="384" cy="0"/>
              </a:xfrm>
              <a:prstGeom prst="line">
                <a:avLst/>
              </a:prstGeom>
              <a:noFill/>
              <a:ln w="19050">
                <a:solidFill>
                  <a:schemeClr val="tx1"/>
                </a:solidFill>
                <a:round/>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57361" name="Text Box 19"/>
              <p:cNvSpPr txBox="1"/>
              <p:nvPr/>
            </p:nvSpPr>
            <p:spPr>
              <a:xfrm>
                <a:off x="864" y="2496"/>
                <a:ext cx="192" cy="288"/>
              </a:xfrm>
              <a:prstGeom prst="rect">
                <a:avLst/>
              </a:prstGeom>
              <a:noFill/>
              <a:ln w="19050">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en-US" altLang="zh-CN" sz="2400" b="1" dirty="0">
                    <a:latin typeface="Times New Roman" panose="02020603050405020304" pitchFamily="18" charset="0"/>
                  </a:rPr>
                  <a:t>1</a:t>
                </a:r>
                <a:endParaRPr lang="en-US" altLang="zh-CN" sz="2400" b="1" dirty="0">
                  <a:latin typeface="Times New Roman" panose="02020603050405020304" pitchFamily="18" charset="0"/>
                </a:endParaRPr>
              </a:p>
            </p:txBody>
          </p:sp>
          <p:sp>
            <p:nvSpPr>
              <p:cNvPr id="57362" name="Text Box 20"/>
              <p:cNvSpPr txBox="1"/>
              <p:nvPr/>
            </p:nvSpPr>
            <p:spPr>
              <a:xfrm>
                <a:off x="1584" y="2496"/>
                <a:ext cx="192" cy="288"/>
              </a:xfrm>
              <a:prstGeom prst="rect">
                <a:avLst/>
              </a:prstGeom>
              <a:noFill/>
              <a:ln w="19050">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en-US" altLang="zh-CN" sz="2400" b="1" dirty="0">
                    <a:latin typeface="Times New Roman" panose="02020603050405020304" pitchFamily="18" charset="0"/>
                  </a:rPr>
                  <a:t>N</a:t>
                </a:r>
                <a:endParaRPr lang="en-US" altLang="zh-CN" sz="2400" b="1" dirty="0">
                  <a:latin typeface="Times New Roman" panose="02020603050405020304" pitchFamily="18" charset="0"/>
                </a:endParaRPr>
              </a:p>
            </p:txBody>
          </p:sp>
          <p:sp>
            <p:nvSpPr>
              <p:cNvPr id="29" name="AutoShape 21"/>
              <p:cNvSpPr>
                <a:spLocks noChangeArrowheads="1"/>
              </p:cNvSpPr>
              <p:nvPr/>
            </p:nvSpPr>
            <p:spPr bwMode="auto">
              <a:xfrm>
                <a:off x="1152" y="2640"/>
                <a:ext cx="336" cy="288"/>
              </a:xfrm>
              <a:prstGeom prst="diamond">
                <a:avLst/>
              </a:prstGeom>
              <a:noFill/>
              <a:ln w="19050">
                <a:solidFill>
                  <a:schemeClr val="tx1"/>
                </a:solidFill>
                <a:miter lim="800000"/>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grpSp>
        <p:grpSp>
          <p:nvGrpSpPr>
            <p:cNvPr id="57353" name="Group 22"/>
            <p:cNvGrpSpPr/>
            <p:nvPr/>
          </p:nvGrpSpPr>
          <p:grpSpPr>
            <a:xfrm>
              <a:off x="3916" y="1661"/>
              <a:ext cx="1104" cy="432"/>
              <a:chOff x="768" y="2496"/>
              <a:chExt cx="1104" cy="432"/>
            </a:xfrm>
          </p:grpSpPr>
          <p:sp>
            <p:nvSpPr>
              <p:cNvPr id="20" name="Line 23"/>
              <p:cNvSpPr>
                <a:spLocks noChangeShapeType="1"/>
              </p:cNvSpPr>
              <p:nvPr/>
            </p:nvSpPr>
            <p:spPr bwMode="auto">
              <a:xfrm>
                <a:off x="1488" y="2784"/>
                <a:ext cx="384" cy="0"/>
              </a:xfrm>
              <a:prstGeom prst="line">
                <a:avLst/>
              </a:prstGeom>
              <a:noFill/>
              <a:ln w="19050">
                <a:solidFill>
                  <a:schemeClr val="tx1"/>
                </a:solidFill>
                <a:round/>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 name="Line 24"/>
              <p:cNvSpPr>
                <a:spLocks noChangeShapeType="1"/>
              </p:cNvSpPr>
              <p:nvPr/>
            </p:nvSpPr>
            <p:spPr bwMode="auto">
              <a:xfrm>
                <a:off x="768" y="2784"/>
                <a:ext cx="384" cy="0"/>
              </a:xfrm>
              <a:prstGeom prst="line">
                <a:avLst/>
              </a:prstGeom>
              <a:noFill/>
              <a:ln w="19050">
                <a:solidFill>
                  <a:schemeClr val="tx1"/>
                </a:solidFill>
                <a:round/>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57356" name="Text Box 25"/>
              <p:cNvSpPr txBox="1"/>
              <p:nvPr/>
            </p:nvSpPr>
            <p:spPr>
              <a:xfrm>
                <a:off x="864" y="2496"/>
                <a:ext cx="192" cy="288"/>
              </a:xfrm>
              <a:prstGeom prst="rect">
                <a:avLst/>
              </a:prstGeom>
              <a:noFill/>
              <a:ln w="19050">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en-US" altLang="zh-CN" sz="2400" b="1" dirty="0">
                    <a:latin typeface="Times New Roman" panose="02020603050405020304" pitchFamily="18" charset="0"/>
                  </a:rPr>
                  <a:t>M</a:t>
                </a:r>
                <a:endParaRPr lang="en-US" altLang="zh-CN" sz="2400" b="1" dirty="0">
                  <a:latin typeface="Times New Roman" panose="02020603050405020304" pitchFamily="18" charset="0"/>
                </a:endParaRPr>
              </a:p>
            </p:txBody>
          </p:sp>
          <p:sp>
            <p:nvSpPr>
              <p:cNvPr id="57357" name="Text Box 26"/>
              <p:cNvSpPr txBox="1"/>
              <p:nvPr/>
            </p:nvSpPr>
            <p:spPr>
              <a:xfrm>
                <a:off x="1584" y="2496"/>
                <a:ext cx="192" cy="288"/>
              </a:xfrm>
              <a:prstGeom prst="rect">
                <a:avLst/>
              </a:prstGeom>
              <a:noFill/>
              <a:ln w="19050">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en-US" altLang="zh-CN" sz="2400" b="1" dirty="0">
                    <a:latin typeface="Times New Roman" panose="02020603050405020304" pitchFamily="18" charset="0"/>
                  </a:rPr>
                  <a:t>N</a:t>
                </a:r>
                <a:endParaRPr lang="en-US" altLang="zh-CN" sz="2400" b="1" dirty="0">
                  <a:latin typeface="Times New Roman" panose="02020603050405020304" pitchFamily="18" charset="0"/>
                </a:endParaRPr>
              </a:p>
            </p:txBody>
          </p:sp>
          <p:sp>
            <p:nvSpPr>
              <p:cNvPr id="24" name="AutoShape 27"/>
              <p:cNvSpPr>
                <a:spLocks noChangeArrowheads="1"/>
              </p:cNvSpPr>
              <p:nvPr/>
            </p:nvSpPr>
            <p:spPr bwMode="auto">
              <a:xfrm>
                <a:off x="1152" y="2640"/>
                <a:ext cx="336" cy="288"/>
              </a:xfrm>
              <a:prstGeom prst="diamond">
                <a:avLst/>
              </a:prstGeom>
              <a:noFill/>
              <a:ln w="19050">
                <a:solidFill>
                  <a:schemeClr val="tx1"/>
                </a:solidFill>
                <a:miter lim="800000"/>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grpSp>
      </p:gr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标题 1"/>
          <p:cNvSpPr>
            <a:spLocks noGrp="1"/>
          </p:cNvSpPr>
          <p:nvPr>
            <p:ph type="title"/>
          </p:nvPr>
        </p:nvSpPr>
        <p:spPr>
          <a:ln/>
        </p:spPr>
        <p:txBody>
          <a:bodyPr vert="horz" wrap="square" lIns="91440" tIns="45720" rIns="91440" bIns="45720" anchor="ctr" anchorCtr="0"/>
          <a:p>
            <a:r>
              <a:rPr lang="zh-CN" altLang="en-US" dirty="0"/>
              <a:t>数据模型：实体</a:t>
            </a:r>
            <a:r>
              <a:rPr lang="en-US" altLang="zh-CN" dirty="0"/>
              <a:t>-</a:t>
            </a:r>
            <a:r>
              <a:rPr lang="zh-CN" altLang="en-US" dirty="0"/>
              <a:t>关系图</a:t>
            </a:r>
            <a:endParaRPr lang="zh-CN" altLang="en-US" dirty="0"/>
          </a:p>
        </p:txBody>
      </p:sp>
      <p:sp>
        <p:nvSpPr>
          <p:cNvPr id="58371" name="内容占位符 2"/>
          <p:cNvSpPr>
            <a:spLocks noGrp="1"/>
          </p:cNvSpPr>
          <p:nvPr>
            <p:ph idx="1"/>
          </p:nvPr>
        </p:nvSpPr>
        <p:spPr>
          <a:xfrm>
            <a:off x="827088" y="1484313"/>
            <a:ext cx="7777162" cy="2178050"/>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属性是实体或联系所具有的性质。通常一个实体由若干个属性来刻画。</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例如，“学生”实体有学号、姓名、性别、系、年级。</a:t>
            </a:r>
            <a:endParaRPr lang="zh-CN" altLang="en-US" dirty="0">
              <a:latin typeface="华文中宋" panose="02010600040101010101" pitchFamily="2" charset="-122"/>
              <a:ea typeface="华文中宋" panose="02010600040101010101" pitchFamily="2" charset="-122"/>
              <a:cs typeface="+mn-cs"/>
            </a:endParaRPr>
          </a:p>
        </p:txBody>
      </p:sp>
      <p:sp>
        <p:nvSpPr>
          <p:cNvPr id="5837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58373" name="Group 4"/>
          <p:cNvGrpSpPr/>
          <p:nvPr/>
        </p:nvGrpSpPr>
        <p:grpSpPr>
          <a:xfrm>
            <a:off x="827088" y="4005263"/>
            <a:ext cx="7391400" cy="685800"/>
            <a:chOff x="384" y="3648"/>
            <a:chExt cx="4656" cy="432"/>
          </a:xfrm>
        </p:grpSpPr>
        <p:sp>
          <p:nvSpPr>
            <p:cNvPr id="58374" name="Text Box 5"/>
            <p:cNvSpPr txBox="1"/>
            <p:nvPr/>
          </p:nvSpPr>
          <p:spPr>
            <a:xfrm>
              <a:off x="384" y="3648"/>
              <a:ext cx="4656" cy="327"/>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en-US" altLang="zh-CN" sz="2800" b="1" dirty="0">
                  <a:latin typeface="Times New Roman" panose="02020603050405020304" pitchFamily="18" charset="0"/>
                  <a:ea typeface="楷体_GB2312"/>
                </a:rPr>
                <a:t>⑶ Attributes                 </a:t>
              </a:r>
              <a:r>
                <a:rPr lang="zh-CN" altLang="en-US" sz="2800" b="1" dirty="0">
                  <a:latin typeface="Times New Roman" panose="02020603050405020304" pitchFamily="18" charset="0"/>
                  <a:ea typeface="楷体_GB2312"/>
                </a:rPr>
                <a:t>例：               </a:t>
              </a:r>
              <a:r>
                <a:rPr lang="en-US" altLang="zh-CN" sz="1800" b="1" dirty="0">
                  <a:latin typeface="Times New Roman" panose="02020603050405020304" pitchFamily="18" charset="0"/>
                  <a:ea typeface="楷体_GB2312"/>
                  <a:sym typeface="Symbol" panose="05050102010706020507" pitchFamily="18" charset="2"/>
                </a:rPr>
                <a:t>,</a:t>
              </a:r>
              <a:endParaRPr lang="en-US" altLang="zh-CN" sz="2400" dirty="0">
                <a:latin typeface="Times New Roman" panose="02020603050405020304" pitchFamily="18" charset="0"/>
              </a:endParaRPr>
            </a:p>
          </p:txBody>
        </p:sp>
        <p:sp>
          <p:nvSpPr>
            <p:cNvPr id="13" name="Oval 6"/>
            <p:cNvSpPr>
              <a:spLocks noChangeArrowheads="1"/>
            </p:cNvSpPr>
            <p:nvPr/>
          </p:nvSpPr>
          <p:spPr bwMode="auto">
            <a:xfrm>
              <a:off x="1872" y="3696"/>
              <a:ext cx="480" cy="192"/>
            </a:xfrm>
            <a:prstGeom prst="ellipse">
              <a:avLst/>
            </a:prstGeom>
            <a:noFill/>
            <a:ln w="9525">
              <a:solidFill>
                <a:schemeClr val="tx1"/>
              </a:solidFill>
              <a:round/>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14" name="Oval 7"/>
            <p:cNvSpPr>
              <a:spLocks noChangeArrowheads="1"/>
            </p:cNvSpPr>
            <p:nvPr/>
          </p:nvSpPr>
          <p:spPr bwMode="auto">
            <a:xfrm>
              <a:off x="3072" y="3696"/>
              <a:ext cx="816" cy="384"/>
            </a:xfrm>
            <a:prstGeom prst="ellipse">
              <a:avLst/>
            </a:prstGeom>
            <a:noFill/>
            <a:ln w="9525">
              <a:solidFill>
                <a:schemeClr val="tx1"/>
              </a:solidFill>
              <a:round/>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15" name="Oval 8"/>
            <p:cNvSpPr>
              <a:spLocks noChangeArrowheads="1"/>
            </p:cNvSpPr>
            <p:nvPr/>
          </p:nvSpPr>
          <p:spPr bwMode="auto">
            <a:xfrm>
              <a:off x="4224" y="3648"/>
              <a:ext cx="816" cy="384"/>
            </a:xfrm>
            <a:prstGeom prst="ellipse">
              <a:avLst/>
            </a:prstGeom>
            <a:noFill/>
            <a:ln w="9525">
              <a:solidFill>
                <a:schemeClr val="tx1"/>
              </a:solidFill>
              <a:round/>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58378" name="Text Box 9"/>
            <p:cNvSpPr txBox="1"/>
            <p:nvPr/>
          </p:nvSpPr>
          <p:spPr>
            <a:xfrm>
              <a:off x="3168" y="3744"/>
              <a:ext cx="624" cy="288"/>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en-US" altLang="zh-CN" sz="2400" b="1" dirty="0">
                  <a:latin typeface="Times New Roman" panose="02020603050405020304" pitchFamily="18" charset="0"/>
                </a:rPr>
                <a:t>Name</a:t>
              </a:r>
              <a:endParaRPr lang="en-US" altLang="zh-CN" sz="2400" b="1" dirty="0">
                <a:latin typeface="Times New Roman" panose="02020603050405020304" pitchFamily="18" charset="0"/>
              </a:endParaRPr>
            </a:p>
          </p:txBody>
        </p:sp>
        <p:sp>
          <p:nvSpPr>
            <p:cNvPr id="58379" name="Text Box 10"/>
            <p:cNvSpPr txBox="1"/>
            <p:nvPr/>
          </p:nvSpPr>
          <p:spPr>
            <a:xfrm>
              <a:off x="4416" y="3696"/>
              <a:ext cx="528" cy="288"/>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en-US" altLang="zh-CN" sz="2400" b="1" dirty="0">
                  <a:latin typeface="Times New Roman" panose="02020603050405020304" pitchFamily="18" charset="0"/>
                </a:rPr>
                <a:t>I D#</a:t>
              </a:r>
              <a:endParaRPr lang="en-US" altLang="zh-CN" sz="2400" b="1" dirty="0">
                <a:latin typeface="Times New Roman" panose="02020603050405020304" pitchFamily="18" charset="0"/>
              </a:endParaRPr>
            </a:p>
          </p:txBody>
        </p:sp>
      </p:gr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标题 1"/>
          <p:cNvSpPr>
            <a:spLocks noGrp="1"/>
          </p:cNvSpPr>
          <p:nvPr>
            <p:ph type="title"/>
          </p:nvPr>
        </p:nvSpPr>
        <p:spPr>
          <a:ln/>
        </p:spPr>
        <p:txBody>
          <a:bodyPr vert="horz" wrap="square" lIns="91440" tIns="45720" rIns="91440" bIns="45720" anchor="ctr" anchorCtr="0"/>
          <a:p>
            <a:r>
              <a:rPr lang="zh-CN" altLang="en-US" dirty="0"/>
              <a:t>数据模型：实体</a:t>
            </a:r>
            <a:r>
              <a:rPr lang="en-US" altLang="zh-CN" dirty="0"/>
              <a:t>-</a:t>
            </a:r>
            <a:r>
              <a:rPr lang="zh-CN" altLang="en-US" dirty="0"/>
              <a:t>关系图</a:t>
            </a:r>
            <a:endParaRPr lang="zh-CN" altLang="en-US" dirty="0"/>
          </a:p>
        </p:txBody>
      </p:sp>
      <p:sp>
        <p:nvSpPr>
          <p:cNvPr id="59395" name="内容占位符 2"/>
          <p:cNvSpPr>
            <a:spLocks noGrp="1"/>
          </p:cNvSpPr>
          <p:nvPr>
            <p:ph idx="1"/>
          </p:nvPr>
        </p:nvSpPr>
        <p:spPr>
          <a:xfrm>
            <a:off x="827088" y="1143000"/>
            <a:ext cx="7391400" cy="630238"/>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sz="2800" b="1" dirty="0">
                <a:latin typeface="华文中宋" panose="02010600040101010101" pitchFamily="2" charset="-122"/>
                <a:ea typeface="华文中宋" panose="02010600040101010101" pitchFamily="2" charset="-122"/>
                <a:cs typeface="+mn-cs"/>
              </a:rPr>
              <a:t>例：教师授课的实体关系图</a:t>
            </a:r>
            <a:endParaRPr lang="zh-CN" altLang="en-US" sz="2800" b="1" dirty="0">
              <a:latin typeface="华文中宋" panose="02010600040101010101" pitchFamily="2" charset="-122"/>
              <a:ea typeface="华文中宋" panose="02010600040101010101" pitchFamily="2" charset="-122"/>
              <a:cs typeface="+mn-cs"/>
            </a:endParaRPr>
          </a:p>
        </p:txBody>
      </p:sp>
      <p:sp>
        <p:nvSpPr>
          <p:cNvPr id="5939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55" name="Group 4"/>
          <p:cNvGrpSpPr/>
          <p:nvPr/>
        </p:nvGrpSpPr>
        <p:grpSpPr>
          <a:xfrm>
            <a:off x="1042988" y="2133600"/>
            <a:ext cx="7010400" cy="3733800"/>
            <a:chOff x="432" y="624"/>
            <a:chExt cx="4704" cy="3024"/>
          </a:xfrm>
        </p:grpSpPr>
        <p:sp>
          <p:nvSpPr>
            <p:cNvPr id="56" name="Rectangle 5"/>
            <p:cNvSpPr>
              <a:spLocks noChangeArrowheads="1"/>
            </p:cNvSpPr>
            <p:nvPr/>
          </p:nvSpPr>
          <p:spPr bwMode="auto">
            <a:xfrm>
              <a:off x="1008" y="1392"/>
              <a:ext cx="526" cy="288"/>
            </a:xfrm>
            <a:prstGeom prst="rect">
              <a:avLst/>
            </a:prstGeom>
            <a:solidFill>
              <a:srgbClr val="C5E2FF"/>
            </a:solidFill>
            <a:ln w="9525">
              <a:solidFill>
                <a:sysClr val="windowText" lastClr="000000"/>
              </a:solidFill>
              <a:miter lim="800000"/>
            </a:ln>
          </p:spPr>
          <p:txBody>
            <a:bodyPr wrap="none" anchor="ct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rPr>
                <a:t>教师</a:t>
              </a:r>
              <a:endPar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endParaRPr>
            </a:p>
          </p:txBody>
        </p:sp>
        <p:sp>
          <p:nvSpPr>
            <p:cNvPr id="57" name="AutoShape 6"/>
            <p:cNvSpPr>
              <a:spLocks noChangeArrowheads="1"/>
            </p:cNvSpPr>
            <p:nvPr/>
          </p:nvSpPr>
          <p:spPr bwMode="auto">
            <a:xfrm>
              <a:off x="1008" y="624"/>
              <a:ext cx="428" cy="240"/>
            </a:xfrm>
            <a:prstGeom prst="flowChartAlternateProcess">
              <a:avLst/>
            </a:prstGeom>
            <a:solidFill>
              <a:srgbClr val="FFD9D9"/>
            </a:solidFill>
            <a:ln w="9525">
              <a:solidFill>
                <a:sysClr val="windowText" lastClr="000000"/>
              </a:solidFill>
              <a:miter lim="800000"/>
            </a:ln>
          </p:spPr>
          <p:txBody>
            <a:bodyPr wrap="none" anchor="ct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rPr>
                <a:t>职称</a:t>
              </a:r>
              <a:endPar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endParaRPr>
            </a:p>
          </p:txBody>
        </p:sp>
        <p:sp>
          <p:nvSpPr>
            <p:cNvPr id="58" name="Line 7"/>
            <p:cNvSpPr>
              <a:spLocks noChangeShapeType="1"/>
            </p:cNvSpPr>
            <p:nvPr/>
          </p:nvSpPr>
          <p:spPr bwMode="auto">
            <a:xfrm>
              <a:off x="1200" y="864"/>
              <a:ext cx="0" cy="527"/>
            </a:xfrm>
            <a:prstGeom prst="line">
              <a:avLst/>
            </a:prstGeom>
            <a:noFill/>
            <a:ln w="9525">
              <a:solidFill>
                <a:sysClr val="windowText" lastClr="000000"/>
              </a:solidFill>
              <a:round/>
            </a:ln>
            <a:effectLst/>
          </p:spPr>
          <p:txBody>
            <a:bodyP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59" name="AutoShape 8"/>
            <p:cNvSpPr>
              <a:spLocks noChangeArrowheads="1"/>
            </p:cNvSpPr>
            <p:nvPr/>
          </p:nvSpPr>
          <p:spPr bwMode="auto">
            <a:xfrm>
              <a:off x="432" y="672"/>
              <a:ext cx="432" cy="240"/>
            </a:xfrm>
            <a:prstGeom prst="flowChartAlternateProcess">
              <a:avLst/>
            </a:prstGeom>
            <a:solidFill>
              <a:srgbClr val="FFD9D9"/>
            </a:solidFill>
            <a:ln w="9525">
              <a:solidFill>
                <a:sysClr val="windowText" lastClr="000000"/>
              </a:solidFill>
              <a:miter lim="800000"/>
            </a:ln>
          </p:spPr>
          <p:txBody>
            <a:bodyPr wrap="none" anchor="ct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rPr>
                <a:t>性别</a:t>
              </a:r>
              <a:endPar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endParaRPr>
            </a:p>
          </p:txBody>
        </p:sp>
        <p:sp>
          <p:nvSpPr>
            <p:cNvPr id="60" name="AutoShape 9"/>
            <p:cNvSpPr>
              <a:spLocks noChangeArrowheads="1"/>
            </p:cNvSpPr>
            <p:nvPr/>
          </p:nvSpPr>
          <p:spPr bwMode="auto">
            <a:xfrm>
              <a:off x="1680" y="672"/>
              <a:ext cx="426" cy="240"/>
            </a:xfrm>
            <a:prstGeom prst="flowChartAlternateProcess">
              <a:avLst/>
            </a:prstGeom>
            <a:solidFill>
              <a:srgbClr val="FFD9D9"/>
            </a:solidFill>
            <a:ln w="9525">
              <a:solidFill>
                <a:sysClr val="windowText" lastClr="000000"/>
              </a:solidFill>
              <a:miter lim="800000"/>
            </a:ln>
          </p:spPr>
          <p:txBody>
            <a:bodyPr wrap="none" anchor="ct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rPr>
                <a:t>职务</a:t>
              </a:r>
              <a:endPar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endParaRPr>
            </a:p>
          </p:txBody>
        </p:sp>
        <p:sp>
          <p:nvSpPr>
            <p:cNvPr id="61" name="AutoShape 10"/>
            <p:cNvSpPr>
              <a:spLocks noChangeArrowheads="1"/>
            </p:cNvSpPr>
            <p:nvPr/>
          </p:nvSpPr>
          <p:spPr bwMode="auto">
            <a:xfrm>
              <a:off x="432" y="1152"/>
              <a:ext cx="432" cy="239"/>
            </a:xfrm>
            <a:prstGeom prst="flowChartAlternateProcess">
              <a:avLst/>
            </a:prstGeom>
            <a:solidFill>
              <a:srgbClr val="FFD9D9"/>
            </a:solidFill>
            <a:ln w="9525">
              <a:solidFill>
                <a:sysClr val="windowText" lastClr="000000"/>
              </a:solidFill>
              <a:miter lim="800000"/>
            </a:ln>
          </p:spPr>
          <p:txBody>
            <a:bodyPr wrap="none" anchor="ct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rPr>
                <a:t>姓名</a:t>
              </a:r>
              <a:endPar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endParaRPr>
            </a:p>
          </p:txBody>
        </p:sp>
        <p:sp>
          <p:nvSpPr>
            <p:cNvPr id="62" name="AutoShape 11"/>
            <p:cNvSpPr>
              <a:spLocks noChangeArrowheads="1"/>
            </p:cNvSpPr>
            <p:nvPr/>
          </p:nvSpPr>
          <p:spPr bwMode="auto">
            <a:xfrm>
              <a:off x="1680" y="1104"/>
              <a:ext cx="426" cy="240"/>
            </a:xfrm>
            <a:prstGeom prst="flowChartAlternateProcess">
              <a:avLst/>
            </a:prstGeom>
            <a:solidFill>
              <a:srgbClr val="FFD9D9"/>
            </a:solidFill>
            <a:ln w="9525">
              <a:solidFill>
                <a:sysClr val="windowText" lastClr="000000"/>
              </a:solidFill>
              <a:miter lim="800000"/>
            </a:ln>
          </p:spPr>
          <p:txBody>
            <a:bodyPr wrap="none" anchor="ct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rPr>
                <a:t>教工号</a:t>
              </a:r>
              <a:endPar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endParaRPr>
            </a:p>
          </p:txBody>
        </p:sp>
        <p:sp>
          <p:nvSpPr>
            <p:cNvPr id="63" name="Line 12"/>
            <p:cNvSpPr>
              <a:spLocks noChangeShapeType="1"/>
            </p:cNvSpPr>
            <p:nvPr/>
          </p:nvSpPr>
          <p:spPr bwMode="auto">
            <a:xfrm>
              <a:off x="864" y="864"/>
              <a:ext cx="240" cy="527"/>
            </a:xfrm>
            <a:prstGeom prst="line">
              <a:avLst/>
            </a:prstGeom>
            <a:noFill/>
            <a:ln w="9525">
              <a:solidFill>
                <a:sysClr val="windowText" lastClr="000000"/>
              </a:solidFill>
              <a:round/>
            </a:ln>
            <a:effectLst/>
          </p:spPr>
          <p:txBody>
            <a:bodyP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64" name="Line 13"/>
            <p:cNvSpPr>
              <a:spLocks noChangeShapeType="1"/>
            </p:cNvSpPr>
            <p:nvPr/>
          </p:nvSpPr>
          <p:spPr bwMode="auto">
            <a:xfrm>
              <a:off x="864" y="1344"/>
              <a:ext cx="144" cy="96"/>
            </a:xfrm>
            <a:prstGeom prst="line">
              <a:avLst/>
            </a:prstGeom>
            <a:noFill/>
            <a:ln w="9525">
              <a:solidFill>
                <a:sysClr val="windowText" lastClr="000000"/>
              </a:solidFill>
              <a:round/>
            </a:ln>
            <a:effectLst/>
          </p:spPr>
          <p:txBody>
            <a:bodyP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65" name="Line 14"/>
            <p:cNvSpPr>
              <a:spLocks noChangeShapeType="1"/>
            </p:cNvSpPr>
            <p:nvPr/>
          </p:nvSpPr>
          <p:spPr bwMode="auto">
            <a:xfrm flipH="1">
              <a:off x="1344" y="864"/>
              <a:ext cx="338" cy="527"/>
            </a:xfrm>
            <a:prstGeom prst="line">
              <a:avLst/>
            </a:prstGeom>
            <a:noFill/>
            <a:ln w="9525">
              <a:solidFill>
                <a:sysClr val="windowText" lastClr="000000"/>
              </a:solidFill>
              <a:round/>
            </a:ln>
            <a:effectLst/>
          </p:spPr>
          <p:txBody>
            <a:bodyP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66" name="Line 15"/>
            <p:cNvSpPr>
              <a:spLocks noChangeShapeType="1"/>
            </p:cNvSpPr>
            <p:nvPr/>
          </p:nvSpPr>
          <p:spPr bwMode="auto">
            <a:xfrm flipH="1">
              <a:off x="1536" y="1344"/>
              <a:ext cx="195" cy="48"/>
            </a:xfrm>
            <a:prstGeom prst="line">
              <a:avLst/>
            </a:prstGeom>
            <a:noFill/>
            <a:ln w="9525">
              <a:solidFill>
                <a:sysClr val="windowText" lastClr="000000"/>
              </a:solidFill>
              <a:round/>
            </a:ln>
            <a:effectLst/>
          </p:spPr>
          <p:txBody>
            <a:bodyP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67" name="Line 16"/>
            <p:cNvSpPr>
              <a:spLocks noChangeShapeType="1"/>
            </p:cNvSpPr>
            <p:nvPr/>
          </p:nvSpPr>
          <p:spPr bwMode="auto">
            <a:xfrm>
              <a:off x="1248" y="1680"/>
              <a:ext cx="0" cy="384"/>
            </a:xfrm>
            <a:prstGeom prst="line">
              <a:avLst/>
            </a:prstGeom>
            <a:noFill/>
            <a:ln w="9525">
              <a:solidFill>
                <a:sysClr val="windowText" lastClr="000000"/>
              </a:solidFill>
              <a:round/>
            </a:ln>
            <a:effectLst/>
          </p:spPr>
          <p:txBody>
            <a:bodyP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68" name="AutoShape 17"/>
            <p:cNvSpPr>
              <a:spLocks noChangeArrowheads="1"/>
            </p:cNvSpPr>
            <p:nvPr/>
          </p:nvSpPr>
          <p:spPr bwMode="auto">
            <a:xfrm>
              <a:off x="912" y="2064"/>
              <a:ext cx="671" cy="480"/>
            </a:xfrm>
            <a:prstGeom prst="flowChartDecision">
              <a:avLst/>
            </a:prstGeom>
            <a:solidFill>
              <a:schemeClr val="accent2">
                <a:lumMod val="20000"/>
                <a:lumOff val="80000"/>
              </a:schemeClr>
            </a:solidFill>
            <a:ln w="9525">
              <a:solidFill>
                <a:sysClr val="windowText" lastClr="000000"/>
              </a:solidFill>
              <a:miter lim="800000"/>
            </a:ln>
          </p:spPr>
          <p:txBody>
            <a:bodyPr wrap="none" anchor="ct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rPr>
                <a:t>教</a:t>
              </a:r>
              <a:endPar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endParaRPr>
            </a:p>
          </p:txBody>
        </p:sp>
        <p:sp>
          <p:nvSpPr>
            <p:cNvPr id="69" name="Line 18"/>
            <p:cNvSpPr>
              <a:spLocks noChangeShapeType="1"/>
            </p:cNvSpPr>
            <p:nvPr/>
          </p:nvSpPr>
          <p:spPr bwMode="auto">
            <a:xfrm>
              <a:off x="1583" y="2304"/>
              <a:ext cx="866" cy="432"/>
            </a:xfrm>
            <a:prstGeom prst="line">
              <a:avLst/>
            </a:prstGeom>
            <a:noFill/>
            <a:ln w="9525">
              <a:solidFill>
                <a:sysClr val="windowText" lastClr="000000"/>
              </a:solidFill>
              <a:round/>
            </a:ln>
            <a:effectLst/>
          </p:spPr>
          <p:txBody>
            <a:bodyP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70" name="Rectangle 19"/>
            <p:cNvSpPr>
              <a:spLocks noChangeArrowheads="1"/>
            </p:cNvSpPr>
            <p:nvPr/>
          </p:nvSpPr>
          <p:spPr bwMode="auto">
            <a:xfrm>
              <a:off x="3840" y="1392"/>
              <a:ext cx="528" cy="288"/>
            </a:xfrm>
            <a:prstGeom prst="rect">
              <a:avLst/>
            </a:prstGeom>
            <a:solidFill>
              <a:srgbClr val="C5E2FF"/>
            </a:solidFill>
            <a:ln w="9525">
              <a:solidFill>
                <a:sysClr val="windowText" lastClr="000000"/>
              </a:solidFill>
              <a:miter lim="800000"/>
            </a:ln>
          </p:spPr>
          <p:txBody>
            <a:bodyPr wrap="none" anchor="ct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rPr>
                <a:t>学生</a:t>
              </a:r>
              <a:endPar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endParaRPr>
            </a:p>
          </p:txBody>
        </p:sp>
        <p:sp>
          <p:nvSpPr>
            <p:cNvPr id="71" name="AutoShape 20"/>
            <p:cNvSpPr>
              <a:spLocks noChangeArrowheads="1"/>
            </p:cNvSpPr>
            <p:nvPr/>
          </p:nvSpPr>
          <p:spPr bwMode="auto">
            <a:xfrm>
              <a:off x="3840" y="624"/>
              <a:ext cx="432" cy="240"/>
            </a:xfrm>
            <a:prstGeom prst="flowChartAlternateProcess">
              <a:avLst/>
            </a:prstGeom>
            <a:solidFill>
              <a:srgbClr val="FFD9D9"/>
            </a:solidFill>
            <a:ln w="9525">
              <a:solidFill>
                <a:sysClr val="windowText" lastClr="000000"/>
              </a:solidFill>
              <a:miter lim="800000"/>
            </a:ln>
          </p:spPr>
          <p:txBody>
            <a:bodyPr wrap="none" anchor="ct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rPr>
                <a:t>性别</a:t>
              </a:r>
              <a:endPar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endParaRPr>
            </a:p>
          </p:txBody>
        </p:sp>
        <p:sp>
          <p:nvSpPr>
            <p:cNvPr id="72" name="Line 21"/>
            <p:cNvSpPr>
              <a:spLocks noChangeShapeType="1"/>
            </p:cNvSpPr>
            <p:nvPr/>
          </p:nvSpPr>
          <p:spPr bwMode="auto">
            <a:xfrm>
              <a:off x="4032" y="864"/>
              <a:ext cx="0" cy="527"/>
            </a:xfrm>
            <a:prstGeom prst="line">
              <a:avLst/>
            </a:prstGeom>
            <a:noFill/>
            <a:ln w="9525">
              <a:solidFill>
                <a:sysClr val="windowText" lastClr="000000"/>
              </a:solidFill>
              <a:round/>
            </a:ln>
            <a:effectLst/>
          </p:spPr>
          <p:txBody>
            <a:bodyP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73" name="AutoShape 22"/>
            <p:cNvSpPr>
              <a:spLocks noChangeArrowheads="1"/>
            </p:cNvSpPr>
            <p:nvPr/>
          </p:nvSpPr>
          <p:spPr bwMode="auto">
            <a:xfrm>
              <a:off x="3264" y="672"/>
              <a:ext cx="426" cy="240"/>
            </a:xfrm>
            <a:prstGeom prst="flowChartAlternateProcess">
              <a:avLst/>
            </a:prstGeom>
            <a:solidFill>
              <a:srgbClr val="FFD9D9"/>
            </a:solidFill>
            <a:ln w="9525">
              <a:solidFill>
                <a:sysClr val="windowText" lastClr="000000"/>
              </a:solidFill>
              <a:miter lim="800000"/>
            </a:ln>
          </p:spPr>
          <p:txBody>
            <a:bodyPr wrap="none" anchor="ct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rPr>
                <a:t>姓名</a:t>
              </a:r>
              <a:endPar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endParaRPr>
            </a:p>
          </p:txBody>
        </p:sp>
        <p:sp>
          <p:nvSpPr>
            <p:cNvPr id="74" name="AutoShape 23"/>
            <p:cNvSpPr>
              <a:spLocks noChangeArrowheads="1"/>
            </p:cNvSpPr>
            <p:nvPr/>
          </p:nvSpPr>
          <p:spPr bwMode="auto">
            <a:xfrm>
              <a:off x="4512" y="672"/>
              <a:ext cx="432" cy="240"/>
            </a:xfrm>
            <a:prstGeom prst="flowChartAlternateProcess">
              <a:avLst/>
            </a:prstGeom>
            <a:solidFill>
              <a:srgbClr val="FFD9D9"/>
            </a:solidFill>
            <a:ln w="9525">
              <a:solidFill>
                <a:sysClr val="windowText" lastClr="000000"/>
              </a:solidFill>
              <a:miter lim="800000"/>
            </a:ln>
          </p:spPr>
          <p:txBody>
            <a:bodyPr wrap="none" anchor="ct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rPr>
                <a:t>系</a:t>
              </a:r>
              <a:endPar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endParaRPr>
            </a:p>
          </p:txBody>
        </p:sp>
        <p:sp>
          <p:nvSpPr>
            <p:cNvPr id="75" name="AutoShape 24"/>
            <p:cNvSpPr>
              <a:spLocks noChangeArrowheads="1"/>
            </p:cNvSpPr>
            <p:nvPr/>
          </p:nvSpPr>
          <p:spPr bwMode="auto">
            <a:xfrm>
              <a:off x="3264" y="1152"/>
              <a:ext cx="426" cy="239"/>
            </a:xfrm>
            <a:prstGeom prst="flowChartAlternateProcess">
              <a:avLst/>
            </a:prstGeom>
            <a:solidFill>
              <a:srgbClr val="FFD9D9"/>
            </a:solidFill>
            <a:ln w="9525">
              <a:solidFill>
                <a:sysClr val="windowText" lastClr="000000"/>
              </a:solidFill>
              <a:miter lim="800000"/>
            </a:ln>
          </p:spPr>
          <p:txBody>
            <a:bodyPr wrap="none" anchor="ct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rPr>
                <a:t>学号</a:t>
              </a:r>
              <a:endPar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endParaRPr>
            </a:p>
          </p:txBody>
        </p:sp>
        <p:sp>
          <p:nvSpPr>
            <p:cNvPr id="76" name="AutoShape 25"/>
            <p:cNvSpPr>
              <a:spLocks noChangeArrowheads="1"/>
            </p:cNvSpPr>
            <p:nvPr/>
          </p:nvSpPr>
          <p:spPr bwMode="auto">
            <a:xfrm>
              <a:off x="4512" y="1104"/>
              <a:ext cx="432" cy="240"/>
            </a:xfrm>
            <a:prstGeom prst="flowChartAlternateProcess">
              <a:avLst/>
            </a:prstGeom>
            <a:solidFill>
              <a:srgbClr val="FFD9D9"/>
            </a:solidFill>
            <a:ln w="9525">
              <a:solidFill>
                <a:sysClr val="windowText" lastClr="000000"/>
              </a:solidFill>
              <a:miter lim="800000"/>
            </a:ln>
          </p:spPr>
          <p:txBody>
            <a:bodyPr wrap="none" anchor="ct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rPr>
                <a:t>年级</a:t>
              </a:r>
              <a:endPar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endParaRPr>
            </a:p>
          </p:txBody>
        </p:sp>
        <p:sp>
          <p:nvSpPr>
            <p:cNvPr id="77" name="Line 26"/>
            <p:cNvSpPr>
              <a:spLocks noChangeShapeType="1"/>
            </p:cNvSpPr>
            <p:nvPr/>
          </p:nvSpPr>
          <p:spPr bwMode="auto">
            <a:xfrm>
              <a:off x="3696" y="864"/>
              <a:ext cx="240" cy="527"/>
            </a:xfrm>
            <a:prstGeom prst="line">
              <a:avLst/>
            </a:prstGeom>
            <a:noFill/>
            <a:ln w="9525">
              <a:solidFill>
                <a:sysClr val="windowText" lastClr="000000"/>
              </a:solidFill>
              <a:round/>
            </a:ln>
            <a:effectLst/>
          </p:spPr>
          <p:txBody>
            <a:bodyP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78" name="Line 27"/>
            <p:cNvSpPr>
              <a:spLocks noChangeShapeType="1"/>
            </p:cNvSpPr>
            <p:nvPr/>
          </p:nvSpPr>
          <p:spPr bwMode="auto">
            <a:xfrm>
              <a:off x="3696" y="1344"/>
              <a:ext cx="144" cy="96"/>
            </a:xfrm>
            <a:prstGeom prst="line">
              <a:avLst/>
            </a:prstGeom>
            <a:noFill/>
            <a:ln w="9525">
              <a:solidFill>
                <a:sysClr val="windowText" lastClr="000000"/>
              </a:solidFill>
              <a:round/>
            </a:ln>
            <a:effectLst/>
          </p:spPr>
          <p:txBody>
            <a:bodyP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79" name="Line 28"/>
            <p:cNvSpPr>
              <a:spLocks noChangeShapeType="1"/>
            </p:cNvSpPr>
            <p:nvPr/>
          </p:nvSpPr>
          <p:spPr bwMode="auto">
            <a:xfrm flipH="1">
              <a:off x="4176" y="864"/>
              <a:ext cx="336" cy="527"/>
            </a:xfrm>
            <a:prstGeom prst="line">
              <a:avLst/>
            </a:prstGeom>
            <a:noFill/>
            <a:ln w="9525">
              <a:solidFill>
                <a:sysClr val="windowText" lastClr="000000"/>
              </a:solidFill>
              <a:round/>
            </a:ln>
            <a:effectLst/>
          </p:spPr>
          <p:txBody>
            <a:bodyP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80" name="Line 29"/>
            <p:cNvSpPr>
              <a:spLocks noChangeShapeType="1"/>
            </p:cNvSpPr>
            <p:nvPr/>
          </p:nvSpPr>
          <p:spPr bwMode="auto">
            <a:xfrm flipH="1">
              <a:off x="4368" y="1344"/>
              <a:ext cx="192" cy="48"/>
            </a:xfrm>
            <a:prstGeom prst="line">
              <a:avLst/>
            </a:prstGeom>
            <a:noFill/>
            <a:ln w="9525">
              <a:solidFill>
                <a:sysClr val="windowText" lastClr="000000"/>
              </a:solidFill>
              <a:round/>
            </a:ln>
            <a:effectLst/>
          </p:spPr>
          <p:txBody>
            <a:bodyP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81" name="Line 30"/>
            <p:cNvSpPr>
              <a:spLocks noChangeShapeType="1"/>
            </p:cNvSpPr>
            <p:nvPr/>
          </p:nvSpPr>
          <p:spPr bwMode="auto">
            <a:xfrm>
              <a:off x="4080" y="1680"/>
              <a:ext cx="0" cy="384"/>
            </a:xfrm>
            <a:prstGeom prst="line">
              <a:avLst/>
            </a:prstGeom>
            <a:noFill/>
            <a:ln w="9525">
              <a:solidFill>
                <a:sysClr val="windowText" lastClr="000000"/>
              </a:solidFill>
              <a:round/>
            </a:ln>
            <a:effectLst/>
          </p:spPr>
          <p:txBody>
            <a:bodyP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82" name="AutoShape 31"/>
            <p:cNvSpPr>
              <a:spLocks noChangeArrowheads="1"/>
            </p:cNvSpPr>
            <p:nvPr/>
          </p:nvSpPr>
          <p:spPr bwMode="auto">
            <a:xfrm>
              <a:off x="3744" y="2064"/>
              <a:ext cx="672" cy="480"/>
            </a:xfrm>
            <a:prstGeom prst="flowChartDecision">
              <a:avLst/>
            </a:prstGeom>
            <a:solidFill>
              <a:schemeClr val="accent2">
                <a:lumMod val="20000"/>
                <a:lumOff val="80000"/>
              </a:schemeClr>
            </a:solidFill>
            <a:ln w="9525">
              <a:solidFill>
                <a:sysClr val="windowText" lastClr="000000"/>
              </a:solidFill>
              <a:miter lim="800000"/>
            </a:ln>
          </p:spPr>
          <p:txBody>
            <a:bodyPr wrap="none" anchor="ct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rPr>
                <a:t>学</a:t>
              </a:r>
              <a:endPar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endParaRPr>
            </a:p>
          </p:txBody>
        </p:sp>
        <p:sp>
          <p:nvSpPr>
            <p:cNvPr id="83" name="Line 32"/>
            <p:cNvSpPr>
              <a:spLocks noChangeShapeType="1"/>
            </p:cNvSpPr>
            <p:nvPr/>
          </p:nvSpPr>
          <p:spPr bwMode="auto">
            <a:xfrm flipV="1">
              <a:off x="3072" y="2304"/>
              <a:ext cx="672" cy="432"/>
            </a:xfrm>
            <a:prstGeom prst="line">
              <a:avLst/>
            </a:prstGeom>
            <a:noFill/>
            <a:ln w="9525">
              <a:solidFill>
                <a:sysClr val="windowText" lastClr="000000"/>
              </a:solidFill>
              <a:round/>
            </a:ln>
            <a:effectLst/>
          </p:spPr>
          <p:txBody>
            <a:bodyP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84" name="Rectangle 33"/>
            <p:cNvSpPr>
              <a:spLocks noChangeArrowheads="1"/>
            </p:cNvSpPr>
            <p:nvPr/>
          </p:nvSpPr>
          <p:spPr bwMode="auto">
            <a:xfrm>
              <a:off x="2448" y="2688"/>
              <a:ext cx="621" cy="288"/>
            </a:xfrm>
            <a:prstGeom prst="rect">
              <a:avLst/>
            </a:prstGeom>
            <a:solidFill>
              <a:srgbClr val="C5E2FF"/>
            </a:solidFill>
            <a:ln w="9525">
              <a:solidFill>
                <a:sysClr val="windowText" lastClr="000000"/>
              </a:solidFill>
              <a:miter lim="800000"/>
            </a:ln>
          </p:spPr>
          <p:txBody>
            <a:bodyPr wrap="none" anchor="ct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rPr>
                <a:t>课程</a:t>
              </a:r>
              <a:endPar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endParaRPr>
            </a:p>
          </p:txBody>
        </p:sp>
        <p:sp>
          <p:nvSpPr>
            <p:cNvPr id="85" name="AutoShape 34"/>
            <p:cNvSpPr>
              <a:spLocks noChangeArrowheads="1"/>
            </p:cNvSpPr>
            <p:nvPr/>
          </p:nvSpPr>
          <p:spPr bwMode="auto">
            <a:xfrm>
              <a:off x="3024" y="3408"/>
              <a:ext cx="432" cy="240"/>
            </a:xfrm>
            <a:prstGeom prst="flowChartAlternateProcess">
              <a:avLst/>
            </a:prstGeom>
            <a:solidFill>
              <a:srgbClr val="FFD9D9"/>
            </a:solidFill>
            <a:ln w="9525">
              <a:solidFill>
                <a:sysClr val="windowText" lastClr="000000"/>
              </a:solidFill>
              <a:miter lim="800000"/>
            </a:ln>
          </p:spPr>
          <p:txBody>
            <a:bodyPr wrap="none" anchor="ct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rPr>
                <a:t>学时</a:t>
              </a:r>
              <a:endPar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endParaRPr>
            </a:p>
          </p:txBody>
        </p:sp>
        <p:sp>
          <p:nvSpPr>
            <p:cNvPr id="86" name="AutoShape 35"/>
            <p:cNvSpPr>
              <a:spLocks noChangeArrowheads="1"/>
            </p:cNvSpPr>
            <p:nvPr/>
          </p:nvSpPr>
          <p:spPr bwMode="auto">
            <a:xfrm>
              <a:off x="3552" y="3408"/>
              <a:ext cx="432" cy="240"/>
            </a:xfrm>
            <a:prstGeom prst="flowChartAlternateProcess">
              <a:avLst/>
            </a:prstGeom>
            <a:solidFill>
              <a:srgbClr val="FFD9D9"/>
            </a:solidFill>
            <a:ln w="9525">
              <a:solidFill>
                <a:sysClr val="windowText" lastClr="000000"/>
              </a:solidFill>
              <a:miter lim="800000"/>
            </a:ln>
          </p:spPr>
          <p:txBody>
            <a:bodyPr wrap="none" anchor="ct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mn-cs"/>
                </a:rPr>
                <a:t>学分</a:t>
              </a:r>
              <a:endParaRPr kumimoji="0" lang="zh-CN" altLang="en-US" sz="2000" b="1" i="0" u="none" strike="noStrike" kern="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mn-cs"/>
              </a:endParaRPr>
            </a:p>
          </p:txBody>
        </p:sp>
        <p:sp>
          <p:nvSpPr>
            <p:cNvPr id="87" name="AutoShape 36"/>
            <p:cNvSpPr>
              <a:spLocks noChangeArrowheads="1"/>
            </p:cNvSpPr>
            <p:nvPr/>
          </p:nvSpPr>
          <p:spPr bwMode="auto">
            <a:xfrm>
              <a:off x="2448" y="3408"/>
              <a:ext cx="425" cy="240"/>
            </a:xfrm>
            <a:prstGeom prst="flowChartAlternateProcess">
              <a:avLst/>
            </a:prstGeom>
            <a:solidFill>
              <a:srgbClr val="FFD9D9"/>
            </a:solidFill>
            <a:ln w="9525">
              <a:solidFill>
                <a:sysClr val="windowText" lastClr="000000"/>
              </a:solidFill>
              <a:miter lim="800000"/>
            </a:ln>
          </p:spPr>
          <p:txBody>
            <a:bodyPr wrap="none" anchor="ct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rPr>
                <a:t>课名</a:t>
              </a:r>
              <a:endPar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endParaRPr>
            </a:p>
          </p:txBody>
        </p:sp>
        <p:sp>
          <p:nvSpPr>
            <p:cNvPr id="88" name="AutoShape 37"/>
            <p:cNvSpPr>
              <a:spLocks noChangeArrowheads="1"/>
            </p:cNvSpPr>
            <p:nvPr/>
          </p:nvSpPr>
          <p:spPr bwMode="auto">
            <a:xfrm>
              <a:off x="1824" y="3408"/>
              <a:ext cx="429" cy="240"/>
            </a:xfrm>
            <a:prstGeom prst="flowChartAlternateProcess">
              <a:avLst/>
            </a:prstGeom>
            <a:solidFill>
              <a:srgbClr val="FFD9D9"/>
            </a:solidFill>
            <a:ln w="9525">
              <a:solidFill>
                <a:sysClr val="windowText" lastClr="000000"/>
              </a:solidFill>
              <a:miter lim="800000"/>
            </a:ln>
          </p:spPr>
          <p:txBody>
            <a:bodyPr wrap="none" anchor="ct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rPr>
                <a:t>课程号</a:t>
              </a:r>
              <a:endPar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endParaRPr>
            </a:p>
          </p:txBody>
        </p:sp>
        <p:sp>
          <p:nvSpPr>
            <p:cNvPr id="89" name="Line 38"/>
            <p:cNvSpPr>
              <a:spLocks noChangeShapeType="1"/>
            </p:cNvSpPr>
            <p:nvPr/>
          </p:nvSpPr>
          <p:spPr bwMode="auto">
            <a:xfrm flipH="1">
              <a:off x="1968" y="2976"/>
              <a:ext cx="480" cy="432"/>
            </a:xfrm>
            <a:prstGeom prst="line">
              <a:avLst/>
            </a:prstGeom>
            <a:noFill/>
            <a:ln w="9525">
              <a:solidFill>
                <a:sysClr val="windowText" lastClr="000000"/>
              </a:solidFill>
              <a:round/>
            </a:ln>
            <a:effectLst/>
          </p:spPr>
          <p:txBody>
            <a:bodyP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90" name="Line 39"/>
            <p:cNvSpPr>
              <a:spLocks noChangeShapeType="1"/>
            </p:cNvSpPr>
            <p:nvPr/>
          </p:nvSpPr>
          <p:spPr bwMode="auto">
            <a:xfrm>
              <a:off x="2688" y="2976"/>
              <a:ext cx="0" cy="432"/>
            </a:xfrm>
            <a:prstGeom prst="line">
              <a:avLst/>
            </a:prstGeom>
            <a:noFill/>
            <a:ln w="9525">
              <a:solidFill>
                <a:sysClr val="windowText" lastClr="000000"/>
              </a:solidFill>
              <a:round/>
            </a:ln>
            <a:effectLst/>
          </p:spPr>
          <p:txBody>
            <a:bodyP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91" name="Line 40"/>
            <p:cNvSpPr>
              <a:spLocks noChangeShapeType="1"/>
            </p:cNvSpPr>
            <p:nvPr/>
          </p:nvSpPr>
          <p:spPr bwMode="auto">
            <a:xfrm>
              <a:off x="2928" y="2976"/>
              <a:ext cx="338" cy="432"/>
            </a:xfrm>
            <a:prstGeom prst="line">
              <a:avLst/>
            </a:prstGeom>
            <a:noFill/>
            <a:ln w="9525">
              <a:solidFill>
                <a:sysClr val="windowText" lastClr="000000"/>
              </a:solidFill>
              <a:round/>
            </a:ln>
            <a:effectLst/>
          </p:spPr>
          <p:txBody>
            <a:bodyP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92" name="Line 41"/>
            <p:cNvSpPr>
              <a:spLocks noChangeShapeType="1"/>
            </p:cNvSpPr>
            <p:nvPr/>
          </p:nvSpPr>
          <p:spPr bwMode="auto">
            <a:xfrm>
              <a:off x="3072" y="2928"/>
              <a:ext cx="768" cy="480"/>
            </a:xfrm>
            <a:prstGeom prst="line">
              <a:avLst/>
            </a:prstGeom>
            <a:noFill/>
            <a:ln w="9525">
              <a:solidFill>
                <a:sysClr val="windowText" lastClr="000000"/>
              </a:solidFill>
              <a:round/>
            </a:ln>
            <a:effectLst/>
          </p:spPr>
          <p:txBody>
            <a:bodyP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93" name="AutoShape 42"/>
            <p:cNvSpPr>
              <a:spLocks noChangeArrowheads="1"/>
            </p:cNvSpPr>
            <p:nvPr/>
          </p:nvSpPr>
          <p:spPr bwMode="auto">
            <a:xfrm>
              <a:off x="4704" y="2208"/>
              <a:ext cx="432" cy="240"/>
            </a:xfrm>
            <a:prstGeom prst="flowChartAlternateProcess">
              <a:avLst/>
            </a:prstGeom>
            <a:solidFill>
              <a:srgbClr val="FFD9D9"/>
            </a:solidFill>
            <a:ln w="9525">
              <a:solidFill>
                <a:sysClr val="windowText" lastClr="000000"/>
              </a:solidFill>
              <a:miter lim="800000"/>
            </a:ln>
          </p:spPr>
          <p:txBody>
            <a:bodyPr wrap="none" anchor="ct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rPr>
                <a:t>成绩</a:t>
              </a:r>
              <a:endParaRPr kumimoji="0"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endParaRPr>
            </a:p>
          </p:txBody>
        </p:sp>
        <p:sp>
          <p:nvSpPr>
            <p:cNvPr id="94" name="Line 43"/>
            <p:cNvSpPr>
              <a:spLocks noChangeShapeType="1"/>
            </p:cNvSpPr>
            <p:nvPr/>
          </p:nvSpPr>
          <p:spPr bwMode="auto">
            <a:xfrm>
              <a:off x="4416" y="2304"/>
              <a:ext cx="288" cy="0"/>
            </a:xfrm>
            <a:prstGeom prst="line">
              <a:avLst/>
            </a:prstGeom>
            <a:noFill/>
            <a:ln w="9525">
              <a:solidFill>
                <a:sysClr val="windowText" lastClr="000000"/>
              </a:solidFill>
              <a:round/>
            </a:ln>
            <a:effectLst/>
          </p:spPr>
          <p:txBody>
            <a:bodyP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95" name="Text Box 44"/>
            <p:cNvSpPr txBox="1">
              <a:spLocks noChangeArrowheads="1"/>
            </p:cNvSpPr>
            <p:nvPr/>
          </p:nvSpPr>
          <p:spPr bwMode="auto">
            <a:xfrm>
              <a:off x="1279" y="1802"/>
              <a:ext cx="227" cy="374"/>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1</a:t>
              </a:r>
              <a:endParaRPr kumimoji="0"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96" name="Text Box 45"/>
            <p:cNvSpPr txBox="1">
              <a:spLocks noChangeArrowheads="1"/>
            </p:cNvSpPr>
            <p:nvPr/>
          </p:nvSpPr>
          <p:spPr bwMode="auto">
            <a:xfrm>
              <a:off x="1832" y="2234"/>
              <a:ext cx="275" cy="374"/>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N</a:t>
              </a:r>
              <a:endParaRPr kumimoji="0"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97" name="Text Box 46"/>
            <p:cNvSpPr txBox="1">
              <a:spLocks noChangeArrowheads="1"/>
            </p:cNvSpPr>
            <p:nvPr/>
          </p:nvSpPr>
          <p:spPr bwMode="auto">
            <a:xfrm>
              <a:off x="3110" y="2256"/>
              <a:ext cx="308" cy="374"/>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M</a:t>
              </a:r>
              <a:endParaRPr kumimoji="0"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98" name="Text Box 47"/>
            <p:cNvSpPr txBox="1">
              <a:spLocks noChangeArrowheads="1"/>
            </p:cNvSpPr>
            <p:nvPr/>
          </p:nvSpPr>
          <p:spPr bwMode="auto">
            <a:xfrm>
              <a:off x="4120" y="1728"/>
              <a:ext cx="273" cy="369"/>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N</a:t>
              </a:r>
              <a:endParaRPr kumimoji="0"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additive="base">
                                        <p:cTn id="7" dur="500" fill="hold"/>
                                        <p:tgtEl>
                                          <p:spTgt spid="55"/>
                                        </p:tgtEl>
                                        <p:attrNameLst>
                                          <p:attrName>ppt_x</p:attrName>
                                        </p:attrNameLst>
                                      </p:cBhvr>
                                      <p:tavLst>
                                        <p:tav tm="0">
                                          <p:val>
                                            <p:strVal val="#ppt_x"/>
                                          </p:val>
                                        </p:tav>
                                        <p:tav tm="100000">
                                          <p:val>
                                            <p:strVal val="#ppt_x"/>
                                          </p:val>
                                        </p:tav>
                                      </p:tavLst>
                                    </p:anim>
                                    <p:anim calcmode="lin" valueType="num">
                                      <p:cBhvr additive="base">
                                        <p:cTn id="8"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标题 1"/>
          <p:cNvSpPr>
            <a:spLocks noGrp="1"/>
          </p:cNvSpPr>
          <p:nvPr>
            <p:ph type="title"/>
          </p:nvPr>
        </p:nvSpPr>
        <p:spPr>
          <a:ln/>
        </p:spPr>
        <p:txBody>
          <a:bodyPr vert="horz" wrap="square" lIns="91440" tIns="45720" rIns="91440" bIns="45720" anchor="ctr" anchorCtr="0"/>
          <a:p>
            <a:r>
              <a:rPr lang="zh-CN" altLang="en-US" dirty="0"/>
              <a:t>行为模型</a:t>
            </a:r>
            <a:endParaRPr lang="zh-CN" altLang="en-US" dirty="0"/>
          </a:p>
        </p:txBody>
      </p:sp>
      <p:sp>
        <p:nvSpPr>
          <p:cNvPr id="60419" name="内容占位符 2"/>
          <p:cNvSpPr>
            <a:spLocks noGrp="1"/>
          </p:cNvSpPr>
          <p:nvPr>
            <p:ph idx="1"/>
          </p:nvPr>
        </p:nvSpPr>
        <p:spPr>
          <a:xfrm>
            <a:off x="827088" y="1268413"/>
            <a:ext cx="7391400" cy="554037"/>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行为模型包括</a:t>
            </a:r>
            <a:r>
              <a:rPr lang="zh-CN" altLang="en-US" dirty="0">
                <a:solidFill>
                  <a:srgbClr val="0066FF"/>
                </a:solidFill>
                <a:latin typeface="华文中宋" panose="02010600040101010101" pitchFamily="2" charset="-122"/>
                <a:ea typeface="华文中宋" panose="02010600040101010101" pitchFamily="2" charset="-122"/>
                <a:cs typeface="+mn-cs"/>
              </a:rPr>
              <a:t>数据流模型、状态转换模型和</a:t>
            </a:r>
            <a:r>
              <a:rPr lang="en-US" altLang="zh-CN" dirty="0">
                <a:solidFill>
                  <a:srgbClr val="0066FF"/>
                </a:solidFill>
                <a:latin typeface="华文中宋" panose="02010600040101010101" pitchFamily="2" charset="-122"/>
                <a:ea typeface="华文中宋" panose="02010600040101010101" pitchFamily="2" charset="-122"/>
                <a:cs typeface="+mn-cs"/>
              </a:rPr>
              <a:t>IPO</a:t>
            </a:r>
            <a:r>
              <a:rPr lang="zh-CN" altLang="en-US" dirty="0">
                <a:solidFill>
                  <a:srgbClr val="0066FF"/>
                </a:solidFill>
                <a:latin typeface="华文中宋" panose="02010600040101010101" pitchFamily="2" charset="-122"/>
                <a:ea typeface="华文中宋" panose="02010600040101010101" pitchFamily="2" charset="-122"/>
                <a:cs typeface="+mn-cs"/>
              </a:rPr>
              <a:t>图</a:t>
            </a:r>
            <a:endParaRPr lang="zh-CN" altLang="en-US" dirty="0">
              <a:solidFill>
                <a:srgbClr val="0066FF"/>
              </a:solidFill>
              <a:latin typeface="华文中宋" panose="02010600040101010101" pitchFamily="2" charset="-122"/>
              <a:ea typeface="华文中宋" panose="02010600040101010101" pitchFamily="2" charset="-122"/>
              <a:cs typeface="+mn-cs"/>
            </a:endParaRPr>
          </a:p>
        </p:txBody>
      </p:sp>
      <p:sp>
        <p:nvSpPr>
          <p:cNvPr id="6042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60421" name="图片 3"/>
          <p:cNvPicPr>
            <a:picLocks noChangeAspect="1"/>
          </p:cNvPicPr>
          <p:nvPr/>
        </p:nvPicPr>
        <p:blipFill>
          <a:blip r:embed="rId1"/>
          <a:stretch>
            <a:fillRect/>
          </a:stretch>
        </p:blipFill>
        <p:spPr>
          <a:xfrm>
            <a:off x="395288" y="2255838"/>
            <a:ext cx="8358187" cy="3405187"/>
          </a:xfrm>
          <a:prstGeom prst="rect">
            <a:avLst/>
          </a:prstGeom>
          <a:noFill/>
          <a:ln w="9525">
            <a:noFill/>
          </a:ln>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标题 1"/>
          <p:cNvSpPr>
            <a:spLocks noGrp="1"/>
          </p:cNvSpPr>
          <p:nvPr>
            <p:ph type="title"/>
          </p:nvPr>
        </p:nvSpPr>
        <p:spPr>
          <a:ln/>
        </p:spPr>
        <p:txBody>
          <a:bodyPr vert="horz" wrap="square" lIns="91440" tIns="45720" rIns="91440" bIns="45720" anchor="ctr" anchorCtr="0"/>
          <a:p>
            <a:r>
              <a:rPr lang="zh-CN" altLang="en-US" dirty="0"/>
              <a:t>数据字典</a:t>
            </a:r>
            <a:endParaRPr lang="zh-CN" altLang="en-US" dirty="0"/>
          </a:p>
        </p:txBody>
      </p:sp>
      <p:sp>
        <p:nvSpPr>
          <p:cNvPr id="61443" name="内容占位符 2"/>
          <p:cNvSpPr>
            <a:spLocks noGrp="1"/>
          </p:cNvSpPr>
          <p:nvPr>
            <p:ph idx="1"/>
          </p:nvPr>
        </p:nvSpPr>
        <p:spPr>
          <a:xfrm>
            <a:off x="827088" y="1379538"/>
            <a:ext cx="7391400" cy="3859212"/>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数据词典精确地、严格地定义了每一个与系统相关的数据元素，并以字典式顺序将它们组织起来</a:t>
            </a:r>
            <a:r>
              <a:rPr lang="en-US" altLang="zh-CN" dirty="0">
                <a:latin typeface="华文中宋" panose="02010600040101010101" pitchFamily="2" charset="-122"/>
                <a:ea typeface="华文中宋" panose="02010600040101010101" pitchFamily="2" charset="-122"/>
                <a:cs typeface="+mn-cs"/>
              </a:rPr>
              <a:t>.</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使得用户和分析员对所有的输入、输出、存储成分和中间计算有共同的理解，减少分析人员和用户之间的通信，消除误解；</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数据字典有以下种分类：数据项、数据结构、数据流、数据存储及基本加工。</a:t>
            </a:r>
            <a:r>
              <a:rPr lang="zh-CN" altLang="en-US" dirty="0">
                <a:latin typeface="华文中宋" panose="02010600040101010101" pitchFamily="2" charset="-122"/>
                <a:ea typeface="华文中宋" panose="02010600040101010101" pitchFamily="2" charset="-122"/>
                <a:cs typeface="+mn-cs"/>
              </a:rPr>
              <a:t>自学攥写格式</a:t>
            </a:r>
            <a:endParaRPr lang="zh-CN" altLang="en-US" dirty="0">
              <a:latin typeface="华文中宋" panose="02010600040101010101" pitchFamily="2" charset="-122"/>
              <a:ea typeface="华文中宋" panose="02010600040101010101" pitchFamily="2" charset="-122"/>
              <a:cs typeface="+mn-cs"/>
            </a:endParaRPr>
          </a:p>
        </p:txBody>
      </p:sp>
      <p:sp>
        <p:nvSpPr>
          <p:cNvPr id="6144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标题 1"/>
          <p:cNvSpPr>
            <a:spLocks noGrp="1"/>
          </p:cNvSpPr>
          <p:nvPr>
            <p:ph type="title"/>
          </p:nvPr>
        </p:nvSpPr>
        <p:spPr>
          <a:ln/>
        </p:spPr>
        <p:txBody>
          <a:bodyPr vert="horz" wrap="square" lIns="91440" tIns="45720" rIns="91440" bIns="45720" anchor="ctr" anchorCtr="0"/>
          <a:p>
            <a:r>
              <a:rPr lang="zh-CN" altLang="en-US" dirty="0"/>
              <a:t>需求案例分析</a:t>
            </a:r>
            <a:r>
              <a:rPr lang="en-US" altLang="zh-CN" dirty="0"/>
              <a:t>2</a:t>
            </a:r>
            <a:endParaRPr lang="zh-CN" altLang="en-US" dirty="0"/>
          </a:p>
        </p:txBody>
      </p:sp>
      <p:sp>
        <p:nvSpPr>
          <p:cNvPr id="21507" name="内容占位符 2"/>
          <p:cNvSpPr>
            <a:spLocks noGrp="1"/>
          </p:cNvSpPr>
          <p:nvPr>
            <p:ph idx="1"/>
          </p:nvPr>
        </p:nvSpPr>
        <p:spPr>
          <a:xfrm>
            <a:off x="827088" y="1379538"/>
            <a:ext cx="7391400" cy="2074863"/>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医院病房监护系统</a:t>
            </a:r>
            <a:endPar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（采用结构化分析方法）</a:t>
            </a:r>
            <a:endPar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6246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标题 1"/>
          <p:cNvSpPr>
            <a:spLocks noGrp="1"/>
          </p:cNvSpPr>
          <p:nvPr>
            <p:ph type="title"/>
          </p:nvPr>
        </p:nvSpPr>
        <p:spPr>
          <a:ln/>
        </p:spPr>
        <p:txBody>
          <a:bodyPr vert="horz" wrap="square" lIns="91440" tIns="45720" rIns="91440" bIns="45720" anchor="ctr" anchorCtr="0"/>
          <a:p>
            <a:r>
              <a:rPr lang="zh-CN" altLang="en-US" dirty="0"/>
              <a:t>案 例 医院病房监护系统</a:t>
            </a:r>
            <a:endParaRPr lang="zh-CN" altLang="en-US" dirty="0"/>
          </a:p>
        </p:txBody>
      </p:sp>
      <p:sp>
        <p:nvSpPr>
          <p:cNvPr id="63491" name="内容占位符 2"/>
          <p:cNvSpPr>
            <a:spLocks noGrp="1"/>
          </p:cNvSpPr>
          <p:nvPr>
            <p:ph idx="1"/>
          </p:nvPr>
        </p:nvSpPr>
        <p:spPr>
          <a:xfrm>
            <a:off x="468313" y="981075"/>
            <a:ext cx="8135937" cy="4708525"/>
          </a:xfrm>
          <a:ln/>
        </p:spPr>
        <p:txBody>
          <a:bodyPr vert="horz" wrap="square" lIns="91440" tIns="45720" rIns="91440" bIns="45720" anchor="t" anchorCtr="0">
            <a:spAutoFit/>
          </a:bodyPr>
          <a:p>
            <a:pPr marL="0" indent="0">
              <a:lnSpc>
                <a:spcPct val="120000"/>
              </a:lnSpc>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一、问题的描述</a:t>
            </a:r>
            <a:endParaRPr lang="zh-CN" altLang="en-US" dirty="0">
              <a:latin typeface="华文中宋" panose="02010600040101010101" pitchFamily="2" charset="-122"/>
              <a:ea typeface="华文中宋" panose="02010600040101010101" pitchFamily="2" charset="-122"/>
              <a:cs typeface="+mn-cs"/>
            </a:endParaRPr>
          </a:p>
          <a:p>
            <a:pPr marL="0" indent="0">
              <a:lnSpc>
                <a:spcPct val="120000"/>
              </a:lnSpc>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在医院</a:t>
            </a:r>
            <a:r>
              <a:rPr lang="en-US" altLang="zh-CN" dirty="0">
                <a:latin typeface="华文中宋" panose="02010600040101010101" pitchFamily="2" charset="-122"/>
                <a:ea typeface="华文中宋" panose="02010600040101010101" pitchFamily="2" charset="-122"/>
                <a:cs typeface="+mn-cs"/>
              </a:rPr>
              <a:t>ICU</a:t>
            </a:r>
            <a:r>
              <a:rPr lang="zh-CN" altLang="en-US" dirty="0">
                <a:latin typeface="华文中宋" panose="02010600040101010101" pitchFamily="2" charset="-122"/>
                <a:ea typeface="华文中宋" panose="02010600040101010101" pitchFamily="2" charset="-122"/>
                <a:cs typeface="+mn-cs"/>
              </a:rPr>
              <a:t>病房里，将病症监视器安置在每个病床，对病人进行监护。监视器将病人的组合病症信号实时地传送到中央监护系统进行分析处理。</a:t>
            </a:r>
            <a:endParaRPr lang="zh-CN" altLang="en-US" dirty="0">
              <a:latin typeface="华文中宋" panose="02010600040101010101" pitchFamily="2" charset="-122"/>
              <a:ea typeface="华文中宋" panose="02010600040101010101" pitchFamily="2" charset="-122"/>
              <a:cs typeface="+mn-cs"/>
            </a:endParaRPr>
          </a:p>
          <a:p>
            <a:pPr marL="0" indent="0">
              <a:lnSpc>
                <a:spcPct val="120000"/>
              </a:lnSpc>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在中心值班室里，值班护士使用中央监护系统对病员的情况进行监控，监护系统实时地将病人的病症信号与标准的病诊信号进行比较分析，当病症出现异常时，系统会立即自动报警，并打印病情报告和更新病历。</a:t>
            </a:r>
            <a:endParaRPr lang="zh-CN" altLang="en-US" dirty="0">
              <a:latin typeface="华文中宋" panose="02010600040101010101" pitchFamily="2" charset="-122"/>
              <a:ea typeface="华文中宋" panose="02010600040101010101" pitchFamily="2" charset="-122"/>
              <a:cs typeface="+mn-cs"/>
            </a:endParaRPr>
          </a:p>
          <a:p>
            <a:pPr marL="0" indent="0">
              <a:lnSpc>
                <a:spcPct val="120000"/>
              </a:lnSpc>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根据医生的要求随时打印病人的病情报告，系统还定期自动更新病历。</a:t>
            </a:r>
            <a:endParaRPr lang="zh-CN" altLang="en-US" dirty="0">
              <a:latin typeface="华文中宋" panose="02010600040101010101" pitchFamily="2" charset="-122"/>
              <a:ea typeface="华文中宋" panose="02010600040101010101" pitchFamily="2" charset="-122"/>
              <a:cs typeface="+mn-cs"/>
            </a:endParaRPr>
          </a:p>
        </p:txBody>
      </p:sp>
      <p:sp>
        <p:nvSpPr>
          <p:cNvPr id="6349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0162" name="Text Box 2"/>
          <p:cNvSpPr txBox="1"/>
          <p:nvPr/>
        </p:nvSpPr>
        <p:spPr>
          <a:xfrm>
            <a:off x="207963" y="4613275"/>
            <a:ext cx="5391150" cy="1736725"/>
          </a:xfrm>
          <a:prstGeom prst="rect">
            <a:avLst/>
          </a:prstGeom>
          <a:noFill/>
          <a:ln w="9525">
            <a:noFill/>
          </a:ln>
        </p:spPr>
        <p:txBody>
          <a:bodyPr>
            <a:spAutoFit/>
          </a:bodyPr>
          <a:p>
            <a:pPr algn="just" eaLnBrk="1" hangingPunct="1">
              <a:spcBef>
                <a:spcPct val="10000"/>
              </a:spcBef>
              <a:buNone/>
            </a:pPr>
            <a:r>
              <a:rPr lang="zh-CN" altLang="en-US" sz="2000" dirty="0">
                <a:solidFill>
                  <a:srgbClr val="000000"/>
                </a:solidFill>
                <a:latin typeface="宋体" panose="02010600030101010101" pitchFamily="2" charset="-122"/>
                <a:ea typeface="宋体" panose="02010600030101010101" pitchFamily="2" charset="-122"/>
              </a:rPr>
              <a:t>经过初步的需求分析，得到系统功能要求：</a:t>
            </a:r>
            <a:endParaRPr lang="zh-CN" altLang="en-US" sz="2000" dirty="0">
              <a:solidFill>
                <a:srgbClr val="000000"/>
              </a:solidFill>
              <a:latin typeface="宋体" panose="02010600030101010101" pitchFamily="2" charset="-122"/>
              <a:ea typeface="宋体" panose="02010600030101010101" pitchFamily="2" charset="-122"/>
            </a:endParaRPr>
          </a:p>
          <a:p>
            <a:pPr algn="just" eaLnBrk="1" hangingPunct="1">
              <a:spcBef>
                <a:spcPct val="10000"/>
              </a:spcBef>
              <a:buNone/>
            </a:pPr>
            <a:r>
              <a:rPr lang="en-US" altLang="zh-CN" sz="2000" dirty="0">
                <a:solidFill>
                  <a:srgbClr val="000000"/>
                </a:solidFill>
                <a:latin typeface="宋体" panose="02010600030101010101" pitchFamily="2" charset="-122"/>
                <a:ea typeface="宋体" panose="02010600030101010101" pitchFamily="2" charset="-122"/>
              </a:rPr>
              <a:t>1</a:t>
            </a:r>
            <a:r>
              <a:rPr lang="zh-CN" altLang="en-US" sz="2000" dirty="0">
                <a:solidFill>
                  <a:srgbClr val="000000"/>
                </a:solidFill>
                <a:latin typeface="宋体" panose="02010600030101010101" pitchFamily="2" charset="-122"/>
                <a:ea typeface="宋体" panose="02010600030101010101" pitchFamily="2" charset="-122"/>
              </a:rPr>
              <a:t>、监视病员的病症</a:t>
            </a:r>
            <a:r>
              <a:rPr lang="en-US" altLang="zh-CN" sz="2000" dirty="0">
                <a:solidFill>
                  <a:srgbClr val="000000"/>
                </a:solidFill>
                <a:latin typeface="宋体" panose="02010600030101010101" pitchFamily="2" charset="-122"/>
                <a:ea typeface="宋体" panose="02010600030101010101" pitchFamily="2" charset="-122"/>
              </a:rPr>
              <a:t>(</a:t>
            </a:r>
            <a:r>
              <a:rPr lang="zh-CN" altLang="en-US" sz="2000" dirty="0">
                <a:solidFill>
                  <a:srgbClr val="000000"/>
                </a:solidFill>
                <a:latin typeface="宋体" panose="02010600030101010101" pitchFamily="2" charset="-122"/>
                <a:ea typeface="宋体" panose="02010600030101010101" pitchFamily="2" charset="-122"/>
              </a:rPr>
              <a:t>血压、体温、脉搏等</a:t>
            </a:r>
            <a:r>
              <a:rPr lang="en-US" altLang="zh-CN" sz="2000" dirty="0">
                <a:solidFill>
                  <a:srgbClr val="000000"/>
                </a:solidFill>
                <a:latin typeface="宋体" panose="02010600030101010101" pitchFamily="2" charset="-122"/>
                <a:ea typeface="宋体" panose="02010600030101010101" pitchFamily="2" charset="-122"/>
              </a:rPr>
              <a:t>)</a:t>
            </a:r>
            <a:r>
              <a:rPr lang="zh-CN" altLang="en-US" sz="2000" dirty="0">
                <a:solidFill>
                  <a:srgbClr val="000000"/>
                </a:solidFill>
                <a:latin typeface="宋体" panose="02010600030101010101" pitchFamily="2" charset="-122"/>
                <a:ea typeface="宋体" panose="02010600030101010101" pitchFamily="2" charset="-122"/>
              </a:rPr>
              <a:t>。</a:t>
            </a:r>
            <a:endParaRPr lang="zh-CN" altLang="en-US" sz="2000" dirty="0">
              <a:solidFill>
                <a:srgbClr val="000000"/>
              </a:solidFill>
              <a:latin typeface="宋体" panose="02010600030101010101" pitchFamily="2" charset="-122"/>
              <a:ea typeface="宋体" panose="02010600030101010101" pitchFamily="2" charset="-122"/>
            </a:endParaRPr>
          </a:p>
          <a:p>
            <a:pPr algn="just" eaLnBrk="1" hangingPunct="1">
              <a:spcBef>
                <a:spcPct val="10000"/>
              </a:spcBef>
              <a:buNone/>
            </a:pPr>
            <a:r>
              <a:rPr lang="en-US" altLang="zh-CN" sz="2000" dirty="0">
                <a:solidFill>
                  <a:srgbClr val="000000"/>
                </a:solidFill>
                <a:latin typeface="宋体" panose="02010600030101010101" pitchFamily="2" charset="-122"/>
                <a:ea typeface="宋体" panose="02010600030101010101" pitchFamily="2" charset="-122"/>
              </a:rPr>
              <a:t>2</a:t>
            </a:r>
            <a:r>
              <a:rPr lang="zh-CN" altLang="en-US" sz="2000" dirty="0">
                <a:solidFill>
                  <a:srgbClr val="000000"/>
                </a:solidFill>
                <a:latin typeface="宋体" panose="02010600030101010101" pitchFamily="2" charset="-122"/>
                <a:ea typeface="宋体" panose="02010600030101010101" pitchFamily="2" charset="-122"/>
              </a:rPr>
              <a:t>、定时更新病历。</a:t>
            </a:r>
            <a:endParaRPr lang="zh-CN" altLang="en-US" sz="2000" dirty="0">
              <a:solidFill>
                <a:srgbClr val="000000"/>
              </a:solidFill>
              <a:latin typeface="宋体" panose="02010600030101010101" pitchFamily="2" charset="-122"/>
              <a:ea typeface="宋体" panose="02010600030101010101" pitchFamily="2" charset="-122"/>
            </a:endParaRPr>
          </a:p>
          <a:p>
            <a:pPr algn="just" eaLnBrk="1" hangingPunct="1">
              <a:spcBef>
                <a:spcPct val="10000"/>
              </a:spcBef>
              <a:buNone/>
            </a:pPr>
            <a:r>
              <a:rPr lang="en-US" altLang="zh-CN" sz="2000" dirty="0">
                <a:solidFill>
                  <a:srgbClr val="000000"/>
                </a:solidFill>
                <a:latin typeface="宋体" panose="02010600030101010101" pitchFamily="2" charset="-122"/>
                <a:ea typeface="宋体" panose="02010600030101010101" pitchFamily="2" charset="-122"/>
              </a:rPr>
              <a:t>3</a:t>
            </a:r>
            <a:r>
              <a:rPr lang="zh-CN" altLang="en-US" sz="2000" dirty="0">
                <a:solidFill>
                  <a:srgbClr val="000000"/>
                </a:solidFill>
                <a:latin typeface="宋体" panose="02010600030101010101" pitchFamily="2" charset="-122"/>
                <a:ea typeface="宋体" panose="02010600030101010101" pitchFamily="2" charset="-122"/>
              </a:rPr>
              <a:t>、病情出现异常情况时报警。</a:t>
            </a:r>
            <a:endParaRPr lang="zh-CN" altLang="en-US" sz="2000" dirty="0">
              <a:solidFill>
                <a:srgbClr val="000000"/>
              </a:solidFill>
              <a:latin typeface="宋体" panose="02010600030101010101" pitchFamily="2" charset="-122"/>
              <a:ea typeface="宋体" panose="02010600030101010101" pitchFamily="2" charset="-122"/>
            </a:endParaRPr>
          </a:p>
          <a:p>
            <a:pPr algn="just" eaLnBrk="1" hangingPunct="1">
              <a:spcBef>
                <a:spcPct val="10000"/>
              </a:spcBef>
              <a:buNone/>
            </a:pPr>
            <a:r>
              <a:rPr lang="en-US" altLang="zh-CN" sz="2000" dirty="0">
                <a:solidFill>
                  <a:srgbClr val="000000"/>
                </a:solidFill>
                <a:latin typeface="宋体" panose="02010600030101010101" pitchFamily="2" charset="-122"/>
                <a:ea typeface="宋体" panose="02010600030101010101" pitchFamily="2" charset="-122"/>
              </a:rPr>
              <a:t>4</a:t>
            </a:r>
            <a:r>
              <a:rPr lang="zh-CN" altLang="en-US" sz="2000" dirty="0">
                <a:solidFill>
                  <a:srgbClr val="000000"/>
                </a:solidFill>
                <a:latin typeface="宋体" panose="02010600030101010101" pitchFamily="2" charset="-122"/>
                <a:ea typeface="宋体" panose="02010600030101010101" pitchFamily="2" charset="-122"/>
              </a:rPr>
              <a:t>、随机地产生某一病员的病情报告。</a:t>
            </a:r>
            <a:endParaRPr lang="zh-CN" altLang="en-US" sz="2000" dirty="0">
              <a:solidFill>
                <a:srgbClr val="000000"/>
              </a:solidFill>
              <a:latin typeface="宋体" panose="02010600030101010101" pitchFamily="2" charset="-122"/>
              <a:ea typeface="宋体" panose="02010600030101010101" pitchFamily="2" charset="-122"/>
            </a:endParaRPr>
          </a:p>
        </p:txBody>
      </p:sp>
      <p:sp>
        <p:nvSpPr>
          <p:cNvPr id="220163" name="Rectangle 3"/>
          <p:cNvSpPr>
            <a:spLocks noGrp="1" noChangeArrowheads="1"/>
          </p:cNvSpPr>
          <p:nvPr>
            <p:ph type="title" idx="4294967295"/>
          </p:nvPr>
        </p:nvSpPr>
        <p:spPr>
          <a:xfrm>
            <a:off x="0" y="311150"/>
            <a:ext cx="4521200" cy="457200"/>
          </a:xfrm>
          <a:effectLst>
            <a:outerShdw dist="35921" dir="2700000" algn="ctr" rotWithShape="0">
              <a:schemeClr val="bg2"/>
            </a:outerShdw>
          </a:effectLst>
        </p:spPr>
        <p:txBody>
          <a:bodyPr vert="horz" wrap="square" lIns="91440" tIns="45720" rIns="91440" bIns="45720" numCol="1" anchor="ctr"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600" b="0" i="0" u="none" strike="noStrike" kern="1200" cap="none" spc="0" normalizeH="0" baseline="0" noProof="0">
                <a:ln>
                  <a:noFill/>
                </a:ln>
                <a:solidFill>
                  <a:schemeClr val="tx2"/>
                </a:solidFill>
                <a:effectLst/>
                <a:uLnTx/>
                <a:uFillTx/>
                <a:latin typeface="华文行楷" pitchFamily="2" charset="-122"/>
                <a:ea typeface="华文行楷" pitchFamily="2" charset="-122"/>
                <a:cs typeface="+mj-cs"/>
              </a:rPr>
              <a:t>医院病房监护系统</a:t>
            </a:r>
            <a:endParaRPr kumimoji="0" lang="zh-CN" altLang="en-US" sz="2600" b="0" i="0" u="none" strike="noStrike" kern="1200" cap="none" spc="0" normalizeH="0" baseline="0" noProof="0">
              <a:ln>
                <a:noFill/>
              </a:ln>
              <a:solidFill>
                <a:schemeClr val="tx2"/>
              </a:solidFill>
              <a:effectLst/>
              <a:uLnTx/>
              <a:uFillTx/>
              <a:latin typeface="华文行楷" pitchFamily="2" charset="-122"/>
              <a:ea typeface="华文行楷" pitchFamily="2" charset="-122"/>
              <a:cs typeface="+mj-cs"/>
            </a:endParaRPr>
          </a:p>
        </p:txBody>
      </p:sp>
      <p:sp>
        <p:nvSpPr>
          <p:cNvPr id="220164" name="Oval 4"/>
          <p:cNvSpPr>
            <a:spLocks noChangeArrowheads="1"/>
          </p:cNvSpPr>
          <p:nvPr/>
        </p:nvSpPr>
        <p:spPr bwMode="auto">
          <a:xfrm>
            <a:off x="381000" y="933450"/>
            <a:ext cx="2438400" cy="1905000"/>
          </a:xfrm>
          <a:prstGeom prst="ellipse">
            <a:avLst/>
          </a:prstGeom>
          <a:solidFill>
            <a:schemeClr val="tx1"/>
          </a:solidFill>
          <a:ln w="38100">
            <a:solidFill>
              <a:srgbClr val="FFCC00"/>
            </a:solidFill>
            <a:round/>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800" b="1"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pic>
        <p:nvPicPr>
          <p:cNvPr id="64517" name="Picture 5" descr="病房"/>
          <p:cNvPicPr>
            <a:picLocks noChangeAspect="1"/>
          </p:cNvPicPr>
          <p:nvPr/>
        </p:nvPicPr>
        <p:blipFill>
          <a:blip r:embed="rId1"/>
          <a:stretch>
            <a:fillRect/>
          </a:stretch>
        </p:blipFill>
        <p:spPr>
          <a:xfrm>
            <a:off x="685800" y="1589088"/>
            <a:ext cx="1849438" cy="944562"/>
          </a:xfrm>
          <a:prstGeom prst="rect">
            <a:avLst/>
          </a:prstGeom>
          <a:noFill/>
          <a:ln w="9525">
            <a:noFill/>
          </a:ln>
        </p:spPr>
      </p:pic>
      <p:grpSp>
        <p:nvGrpSpPr>
          <p:cNvPr id="64518" name="Group 6"/>
          <p:cNvGrpSpPr/>
          <p:nvPr/>
        </p:nvGrpSpPr>
        <p:grpSpPr>
          <a:xfrm>
            <a:off x="4953000" y="381000"/>
            <a:ext cx="3810000" cy="2514600"/>
            <a:chOff x="2256" y="576"/>
            <a:chExt cx="2400" cy="1584"/>
          </a:xfrm>
        </p:grpSpPr>
        <p:pic>
          <p:nvPicPr>
            <p:cNvPr id="64571" name="Picture 7" descr="中央监视"/>
            <p:cNvPicPr>
              <a:picLocks noChangeAspect="1"/>
            </p:cNvPicPr>
            <p:nvPr/>
          </p:nvPicPr>
          <p:blipFill>
            <a:blip r:embed="rId2"/>
            <a:stretch>
              <a:fillRect/>
            </a:stretch>
          </p:blipFill>
          <p:spPr>
            <a:xfrm>
              <a:off x="2256" y="576"/>
              <a:ext cx="2304" cy="1584"/>
            </a:xfrm>
            <a:prstGeom prst="rect">
              <a:avLst/>
            </a:prstGeom>
            <a:noFill/>
            <a:ln w="9525">
              <a:noFill/>
            </a:ln>
          </p:spPr>
        </p:pic>
        <p:sp>
          <p:nvSpPr>
            <p:cNvPr id="220168" name="Rectangle 8"/>
            <p:cNvSpPr>
              <a:spLocks noChangeArrowheads="1"/>
            </p:cNvSpPr>
            <p:nvPr/>
          </p:nvSpPr>
          <p:spPr bwMode="auto">
            <a:xfrm>
              <a:off x="4416" y="576"/>
              <a:ext cx="240" cy="96"/>
            </a:xfrm>
            <a:prstGeom prst="rect">
              <a:avLst/>
            </a:prstGeom>
            <a:solidFill>
              <a:srgbClr val="333333"/>
            </a:solidFill>
            <a:ln w="9525">
              <a:noFill/>
              <a:miter lim="800000"/>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800" b="1"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220169" name="Line 9"/>
            <p:cNvSpPr>
              <a:spLocks noChangeShapeType="1"/>
            </p:cNvSpPr>
            <p:nvPr/>
          </p:nvSpPr>
          <p:spPr bwMode="auto">
            <a:xfrm flipV="1">
              <a:off x="4224" y="624"/>
              <a:ext cx="288" cy="144"/>
            </a:xfrm>
            <a:prstGeom prst="line">
              <a:avLst/>
            </a:prstGeom>
            <a:noFill/>
            <a:ln w="76200">
              <a:solidFill>
                <a:srgbClr val="333333"/>
              </a:solidFill>
              <a:round/>
            </a:ln>
            <a:effectLst/>
          </p:spPr>
          <p:txBody>
            <a:bodyP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800" b="1"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grpSp>
      <p:pic>
        <p:nvPicPr>
          <p:cNvPr id="64519" name="Picture 10" descr="蓝灯"/>
          <p:cNvPicPr>
            <a:picLocks noChangeAspect="1"/>
          </p:cNvPicPr>
          <p:nvPr/>
        </p:nvPicPr>
        <p:blipFill>
          <a:blip r:embed="rId3"/>
          <a:stretch>
            <a:fillRect/>
          </a:stretch>
        </p:blipFill>
        <p:spPr>
          <a:xfrm>
            <a:off x="8534400" y="533400"/>
            <a:ext cx="190500" cy="217488"/>
          </a:xfrm>
          <a:prstGeom prst="rect">
            <a:avLst/>
          </a:prstGeom>
          <a:noFill/>
          <a:ln w="9525">
            <a:noFill/>
          </a:ln>
        </p:spPr>
      </p:pic>
      <p:pic>
        <p:nvPicPr>
          <p:cNvPr id="64520" name="Picture 11" descr="蓝灯"/>
          <p:cNvPicPr>
            <a:picLocks noChangeAspect="1"/>
          </p:cNvPicPr>
          <p:nvPr/>
        </p:nvPicPr>
        <p:blipFill>
          <a:blip r:embed="rId3"/>
          <a:stretch>
            <a:fillRect/>
          </a:stretch>
        </p:blipFill>
        <p:spPr>
          <a:xfrm>
            <a:off x="8534400" y="742950"/>
            <a:ext cx="190500" cy="217488"/>
          </a:xfrm>
          <a:prstGeom prst="rect">
            <a:avLst/>
          </a:prstGeom>
          <a:noFill/>
          <a:ln w="9525">
            <a:noFill/>
          </a:ln>
        </p:spPr>
      </p:pic>
      <p:pic>
        <p:nvPicPr>
          <p:cNvPr id="64521" name="Picture 12" descr="蓝灯"/>
          <p:cNvPicPr>
            <a:picLocks noChangeAspect="1"/>
          </p:cNvPicPr>
          <p:nvPr/>
        </p:nvPicPr>
        <p:blipFill>
          <a:blip r:embed="rId3"/>
          <a:stretch>
            <a:fillRect/>
          </a:stretch>
        </p:blipFill>
        <p:spPr>
          <a:xfrm>
            <a:off x="8534400" y="952500"/>
            <a:ext cx="190500" cy="217488"/>
          </a:xfrm>
          <a:prstGeom prst="rect">
            <a:avLst/>
          </a:prstGeom>
          <a:noFill/>
          <a:ln w="9525">
            <a:noFill/>
          </a:ln>
        </p:spPr>
      </p:pic>
      <p:pic>
        <p:nvPicPr>
          <p:cNvPr id="64522" name="Picture 13" descr="蓝灯"/>
          <p:cNvPicPr>
            <a:picLocks noChangeAspect="1"/>
          </p:cNvPicPr>
          <p:nvPr/>
        </p:nvPicPr>
        <p:blipFill>
          <a:blip r:embed="rId3"/>
          <a:stretch>
            <a:fillRect/>
          </a:stretch>
        </p:blipFill>
        <p:spPr>
          <a:xfrm>
            <a:off x="8534400" y="1162050"/>
            <a:ext cx="190500" cy="217488"/>
          </a:xfrm>
          <a:prstGeom prst="rect">
            <a:avLst/>
          </a:prstGeom>
          <a:noFill/>
          <a:ln w="9525">
            <a:noFill/>
          </a:ln>
        </p:spPr>
      </p:pic>
      <p:pic>
        <p:nvPicPr>
          <p:cNvPr id="64523" name="Picture 14" descr="蓝灯"/>
          <p:cNvPicPr>
            <a:picLocks noChangeAspect="1"/>
          </p:cNvPicPr>
          <p:nvPr/>
        </p:nvPicPr>
        <p:blipFill>
          <a:blip r:embed="rId3"/>
          <a:stretch>
            <a:fillRect/>
          </a:stretch>
        </p:blipFill>
        <p:spPr>
          <a:xfrm>
            <a:off x="8534400" y="1363663"/>
            <a:ext cx="190500" cy="217487"/>
          </a:xfrm>
          <a:prstGeom prst="rect">
            <a:avLst/>
          </a:prstGeom>
          <a:noFill/>
          <a:ln w="9525">
            <a:noFill/>
          </a:ln>
        </p:spPr>
      </p:pic>
      <p:pic>
        <p:nvPicPr>
          <p:cNvPr id="64524" name="Picture 15" descr="蓝灯"/>
          <p:cNvPicPr>
            <a:picLocks noChangeAspect="1"/>
          </p:cNvPicPr>
          <p:nvPr/>
        </p:nvPicPr>
        <p:blipFill>
          <a:blip r:embed="rId3"/>
          <a:stretch>
            <a:fillRect/>
          </a:stretch>
        </p:blipFill>
        <p:spPr>
          <a:xfrm>
            <a:off x="8534400" y="1581150"/>
            <a:ext cx="190500" cy="217488"/>
          </a:xfrm>
          <a:prstGeom prst="rect">
            <a:avLst/>
          </a:prstGeom>
          <a:noFill/>
          <a:ln w="9525">
            <a:noFill/>
          </a:ln>
        </p:spPr>
      </p:pic>
      <p:pic>
        <p:nvPicPr>
          <p:cNvPr id="64525" name="Picture 16" descr="蓝灯"/>
          <p:cNvPicPr>
            <a:picLocks noChangeAspect="1"/>
          </p:cNvPicPr>
          <p:nvPr/>
        </p:nvPicPr>
        <p:blipFill>
          <a:blip r:embed="rId3"/>
          <a:stretch>
            <a:fillRect/>
          </a:stretch>
        </p:blipFill>
        <p:spPr>
          <a:xfrm>
            <a:off x="8534400" y="1771650"/>
            <a:ext cx="190500" cy="217488"/>
          </a:xfrm>
          <a:prstGeom prst="rect">
            <a:avLst/>
          </a:prstGeom>
          <a:noFill/>
          <a:ln w="9525">
            <a:noFill/>
          </a:ln>
        </p:spPr>
      </p:pic>
      <p:pic>
        <p:nvPicPr>
          <p:cNvPr id="64526" name="Picture 17" descr="蓝灯"/>
          <p:cNvPicPr>
            <a:picLocks noChangeAspect="1"/>
          </p:cNvPicPr>
          <p:nvPr/>
        </p:nvPicPr>
        <p:blipFill>
          <a:blip r:embed="rId3"/>
          <a:stretch>
            <a:fillRect/>
          </a:stretch>
        </p:blipFill>
        <p:spPr>
          <a:xfrm>
            <a:off x="8534400" y="1989138"/>
            <a:ext cx="190500" cy="217487"/>
          </a:xfrm>
          <a:prstGeom prst="rect">
            <a:avLst/>
          </a:prstGeom>
          <a:noFill/>
          <a:ln w="9525">
            <a:noFill/>
          </a:ln>
        </p:spPr>
      </p:pic>
      <p:pic>
        <p:nvPicPr>
          <p:cNvPr id="64527" name="Picture 18" descr="蓝灯"/>
          <p:cNvPicPr>
            <a:picLocks noChangeAspect="1"/>
          </p:cNvPicPr>
          <p:nvPr/>
        </p:nvPicPr>
        <p:blipFill>
          <a:blip r:embed="rId3"/>
          <a:stretch>
            <a:fillRect/>
          </a:stretch>
        </p:blipFill>
        <p:spPr>
          <a:xfrm>
            <a:off x="8534400" y="2198688"/>
            <a:ext cx="190500" cy="217487"/>
          </a:xfrm>
          <a:prstGeom prst="rect">
            <a:avLst/>
          </a:prstGeom>
          <a:noFill/>
          <a:ln w="9525">
            <a:noFill/>
          </a:ln>
        </p:spPr>
      </p:pic>
      <p:pic>
        <p:nvPicPr>
          <p:cNvPr id="64528" name="Picture 19" descr="蓝灯"/>
          <p:cNvPicPr>
            <a:picLocks noChangeAspect="1"/>
          </p:cNvPicPr>
          <p:nvPr/>
        </p:nvPicPr>
        <p:blipFill>
          <a:blip r:embed="rId3"/>
          <a:stretch>
            <a:fillRect/>
          </a:stretch>
        </p:blipFill>
        <p:spPr>
          <a:xfrm>
            <a:off x="8534400" y="2408238"/>
            <a:ext cx="190500" cy="217487"/>
          </a:xfrm>
          <a:prstGeom prst="rect">
            <a:avLst/>
          </a:prstGeom>
          <a:noFill/>
          <a:ln w="9525">
            <a:noFill/>
          </a:ln>
        </p:spPr>
      </p:pic>
      <p:pic>
        <p:nvPicPr>
          <p:cNvPr id="64529" name="Picture 20" descr="蓝灯"/>
          <p:cNvPicPr>
            <a:picLocks noChangeAspect="1"/>
          </p:cNvPicPr>
          <p:nvPr/>
        </p:nvPicPr>
        <p:blipFill>
          <a:blip r:embed="rId3"/>
          <a:stretch>
            <a:fillRect/>
          </a:stretch>
        </p:blipFill>
        <p:spPr>
          <a:xfrm>
            <a:off x="8534400" y="2601913"/>
            <a:ext cx="190500" cy="217487"/>
          </a:xfrm>
          <a:prstGeom prst="rect">
            <a:avLst/>
          </a:prstGeom>
          <a:noFill/>
          <a:ln w="9525">
            <a:noFill/>
          </a:ln>
        </p:spPr>
      </p:pic>
      <p:pic>
        <p:nvPicPr>
          <p:cNvPr id="220181" name="Picture 21" descr="BD05030_"/>
          <p:cNvPicPr>
            <a:picLocks noChangeAspect="1"/>
          </p:cNvPicPr>
          <p:nvPr/>
        </p:nvPicPr>
        <p:blipFill>
          <a:blip r:embed="rId4"/>
          <a:stretch>
            <a:fillRect/>
          </a:stretch>
        </p:blipFill>
        <p:spPr>
          <a:xfrm>
            <a:off x="5638800" y="457200"/>
            <a:ext cx="457200" cy="457200"/>
          </a:xfrm>
          <a:prstGeom prst="rect">
            <a:avLst/>
          </a:prstGeom>
          <a:noFill/>
          <a:ln w="9525">
            <a:noFill/>
          </a:ln>
        </p:spPr>
      </p:pic>
      <p:pic>
        <p:nvPicPr>
          <p:cNvPr id="220182" name="Picture 22" descr="未命名"/>
          <p:cNvPicPr>
            <a:picLocks noChangeAspect="1"/>
          </p:cNvPicPr>
          <p:nvPr/>
        </p:nvPicPr>
        <p:blipFill>
          <a:blip r:embed="rId5"/>
          <a:stretch>
            <a:fillRect/>
          </a:stretch>
        </p:blipFill>
        <p:spPr>
          <a:xfrm>
            <a:off x="4953000" y="438150"/>
            <a:ext cx="1143000" cy="876300"/>
          </a:xfrm>
          <a:prstGeom prst="rect">
            <a:avLst/>
          </a:prstGeom>
          <a:noFill/>
          <a:ln w="9525">
            <a:noFill/>
          </a:ln>
        </p:spPr>
      </p:pic>
      <p:pic>
        <p:nvPicPr>
          <p:cNvPr id="220183" name="Picture 23" descr="红灯"/>
          <p:cNvPicPr>
            <a:picLocks noChangeAspect="1"/>
          </p:cNvPicPr>
          <p:nvPr/>
        </p:nvPicPr>
        <p:blipFill>
          <a:blip r:embed="rId6"/>
          <a:stretch>
            <a:fillRect/>
          </a:stretch>
        </p:blipFill>
        <p:spPr>
          <a:xfrm flipV="1">
            <a:off x="8543925" y="1771650"/>
            <a:ext cx="152400" cy="228600"/>
          </a:xfrm>
          <a:prstGeom prst="rect">
            <a:avLst/>
          </a:prstGeom>
          <a:noFill/>
          <a:ln w="9525">
            <a:noFill/>
          </a:ln>
        </p:spPr>
      </p:pic>
      <p:sp>
        <p:nvSpPr>
          <p:cNvPr id="220184" name="Rectangle 24"/>
          <p:cNvSpPr>
            <a:spLocks noChangeArrowheads="1"/>
          </p:cNvSpPr>
          <p:nvPr/>
        </p:nvSpPr>
        <p:spPr bwMode="auto">
          <a:xfrm>
            <a:off x="3505200" y="4419600"/>
            <a:ext cx="914400" cy="914400"/>
          </a:xfrm>
          <a:prstGeom prst="rect">
            <a:avLst/>
          </a:prstGeom>
          <a:noFill/>
          <a:ln w="9525">
            <a:noFill/>
            <a:miter lim="800000"/>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800" b="1"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220185" name="Rectangle 25"/>
          <p:cNvSpPr>
            <a:spLocks noChangeArrowheads="1"/>
          </p:cNvSpPr>
          <p:nvPr/>
        </p:nvSpPr>
        <p:spPr bwMode="auto">
          <a:xfrm>
            <a:off x="4953000" y="381000"/>
            <a:ext cx="3810000" cy="2514600"/>
          </a:xfrm>
          <a:prstGeom prst="rect">
            <a:avLst/>
          </a:prstGeom>
          <a:noFill/>
          <a:ln w="38100">
            <a:solidFill>
              <a:srgbClr val="333333"/>
            </a:solidFill>
            <a:miter lim="800000"/>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800" b="1"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220186" name="Line 26"/>
          <p:cNvSpPr>
            <a:spLocks noChangeShapeType="1"/>
          </p:cNvSpPr>
          <p:nvPr/>
        </p:nvSpPr>
        <p:spPr bwMode="auto">
          <a:xfrm>
            <a:off x="2743200" y="1828800"/>
            <a:ext cx="2209800" cy="0"/>
          </a:xfrm>
          <a:prstGeom prst="line">
            <a:avLst/>
          </a:prstGeom>
          <a:noFill/>
          <a:ln w="76200">
            <a:solidFill>
              <a:srgbClr val="FFFFCC"/>
            </a:solidFill>
            <a:round/>
            <a:tailEnd type="triangle" w="med" len="med"/>
          </a:ln>
          <a:effectLst/>
        </p:spPr>
        <p:txBody>
          <a:bodyP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800" b="1"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grpSp>
        <p:nvGrpSpPr>
          <p:cNvPr id="3" name="Group 27"/>
          <p:cNvGrpSpPr/>
          <p:nvPr/>
        </p:nvGrpSpPr>
        <p:grpSpPr>
          <a:xfrm>
            <a:off x="6553200" y="3617913"/>
            <a:ext cx="2057400" cy="2173287"/>
            <a:chOff x="720" y="1872"/>
            <a:chExt cx="1296" cy="1369"/>
          </a:xfrm>
        </p:grpSpPr>
        <p:pic>
          <p:nvPicPr>
            <p:cNvPr id="64569" name="Picture 28" descr="BS00570_"/>
            <p:cNvPicPr>
              <a:picLocks noChangeAspect="1"/>
            </p:cNvPicPr>
            <p:nvPr/>
          </p:nvPicPr>
          <p:blipFill>
            <a:blip r:embed="rId7"/>
            <a:stretch>
              <a:fillRect/>
            </a:stretch>
          </p:blipFill>
          <p:spPr>
            <a:xfrm>
              <a:off x="1200" y="2016"/>
              <a:ext cx="816" cy="1225"/>
            </a:xfrm>
            <a:prstGeom prst="rect">
              <a:avLst/>
            </a:prstGeom>
            <a:noFill/>
            <a:ln w="9525">
              <a:noFill/>
            </a:ln>
          </p:spPr>
        </p:pic>
        <p:pic>
          <p:nvPicPr>
            <p:cNvPr id="64570" name="Picture 29" descr="AG00029_"/>
            <p:cNvPicPr>
              <a:picLocks noChangeAspect="1"/>
            </p:cNvPicPr>
            <p:nvPr/>
          </p:nvPicPr>
          <p:blipFill>
            <a:blip r:embed="rId8"/>
            <a:stretch>
              <a:fillRect/>
            </a:stretch>
          </p:blipFill>
          <p:spPr>
            <a:xfrm>
              <a:off x="720" y="1872"/>
              <a:ext cx="1080" cy="857"/>
            </a:xfrm>
            <a:prstGeom prst="rect">
              <a:avLst/>
            </a:prstGeom>
            <a:noFill/>
            <a:ln w="9525">
              <a:noFill/>
            </a:ln>
          </p:spPr>
        </p:pic>
      </p:grpSp>
      <p:pic>
        <p:nvPicPr>
          <p:cNvPr id="220190" name="Picture 30" descr="AG00564_"/>
          <p:cNvPicPr>
            <a:picLocks noChangeAspect="1"/>
          </p:cNvPicPr>
          <p:nvPr/>
        </p:nvPicPr>
        <p:blipFill>
          <a:blip r:embed="rId9"/>
          <a:stretch>
            <a:fillRect/>
          </a:stretch>
        </p:blipFill>
        <p:spPr>
          <a:xfrm>
            <a:off x="4953000" y="395288"/>
            <a:ext cx="1089025" cy="754062"/>
          </a:xfrm>
          <a:prstGeom prst="rect">
            <a:avLst/>
          </a:prstGeom>
          <a:noFill/>
          <a:ln w="9525">
            <a:noFill/>
          </a:ln>
        </p:spPr>
      </p:pic>
      <p:sp>
        <p:nvSpPr>
          <p:cNvPr id="220191" name="Line 31"/>
          <p:cNvSpPr>
            <a:spLocks noChangeShapeType="1"/>
          </p:cNvSpPr>
          <p:nvPr/>
        </p:nvSpPr>
        <p:spPr bwMode="auto">
          <a:xfrm>
            <a:off x="7086600" y="2895600"/>
            <a:ext cx="0" cy="533400"/>
          </a:xfrm>
          <a:prstGeom prst="line">
            <a:avLst/>
          </a:prstGeom>
          <a:noFill/>
          <a:ln w="76200">
            <a:solidFill>
              <a:srgbClr val="FFFFCC"/>
            </a:solidFill>
            <a:round/>
            <a:tailEnd type="triangle" w="med" len="med"/>
          </a:ln>
          <a:effectLst/>
        </p:spPr>
        <p:txBody>
          <a:bodyP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800" b="1"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220192" name="Line 32"/>
          <p:cNvSpPr>
            <a:spLocks noChangeShapeType="1"/>
          </p:cNvSpPr>
          <p:nvPr/>
        </p:nvSpPr>
        <p:spPr bwMode="auto">
          <a:xfrm>
            <a:off x="2819400" y="1828800"/>
            <a:ext cx="2133600" cy="0"/>
          </a:xfrm>
          <a:prstGeom prst="line">
            <a:avLst/>
          </a:prstGeom>
          <a:noFill/>
          <a:ln w="76200">
            <a:solidFill>
              <a:srgbClr val="FF0066"/>
            </a:solidFill>
            <a:round/>
            <a:tailEnd type="triangle" w="med" len="med"/>
          </a:ln>
          <a:effectLst/>
        </p:spPr>
        <p:txBody>
          <a:bodyP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800" b="1"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220193" name="Line 33"/>
          <p:cNvSpPr>
            <a:spLocks noChangeShapeType="1"/>
          </p:cNvSpPr>
          <p:nvPr/>
        </p:nvSpPr>
        <p:spPr bwMode="auto">
          <a:xfrm>
            <a:off x="7086600" y="2895600"/>
            <a:ext cx="0" cy="533400"/>
          </a:xfrm>
          <a:prstGeom prst="line">
            <a:avLst/>
          </a:prstGeom>
          <a:noFill/>
          <a:ln w="76200">
            <a:solidFill>
              <a:srgbClr val="FF0066"/>
            </a:solidFill>
            <a:round/>
            <a:tailEnd type="triangle" w="med" len="med"/>
          </a:ln>
          <a:effectLst/>
        </p:spPr>
        <p:txBody>
          <a:bodyP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800" b="1"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pic>
        <p:nvPicPr>
          <p:cNvPr id="220194" name="Picture 34" descr="BD05030_"/>
          <p:cNvPicPr>
            <a:picLocks noChangeAspect="1"/>
          </p:cNvPicPr>
          <p:nvPr/>
        </p:nvPicPr>
        <p:blipFill>
          <a:blip r:embed="rId4"/>
          <a:stretch>
            <a:fillRect/>
          </a:stretch>
        </p:blipFill>
        <p:spPr>
          <a:xfrm>
            <a:off x="5638800" y="533400"/>
            <a:ext cx="457200" cy="457200"/>
          </a:xfrm>
          <a:prstGeom prst="rect">
            <a:avLst/>
          </a:prstGeom>
          <a:noFill/>
          <a:ln w="9525">
            <a:noFill/>
          </a:ln>
        </p:spPr>
      </p:pic>
      <p:pic>
        <p:nvPicPr>
          <p:cNvPr id="64542" name="Picture 35" descr="AG00154_"/>
          <p:cNvPicPr>
            <a:picLocks noChangeAspect="1"/>
          </p:cNvPicPr>
          <p:nvPr/>
        </p:nvPicPr>
        <p:blipFill>
          <a:blip r:embed="rId10"/>
          <a:stretch>
            <a:fillRect/>
          </a:stretch>
        </p:blipFill>
        <p:spPr>
          <a:xfrm>
            <a:off x="1447800" y="1085850"/>
            <a:ext cx="914400" cy="838200"/>
          </a:xfrm>
          <a:prstGeom prst="rect">
            <a:avLst/>
          </a:prstGeom>
          <a:noFill/>
          <a:ln w="9525">
            <a:noFill/>
          </a:ln>
        </p:spPr>
      </p:pic>
      <p:sp>
        <p:nvSpPr>
          <p:cNvPr id="220196" name="Line 36"/>
          <p:cNvSpPr>
            <a:spLocks noChangeShapeType="1"/>
          </p:cNvSpPr>
          <p:nvPr/>
        </p:nvSpPr>
        <p:spPr bwMode="auto">
          <a:xfrm flipH="1">
            <a:off x="4876800" y="2819400"/>
            <a:ext cx="1219200" cy="533400"/>
          </a:xfrm>
          <a:prstGeom prst="line">
            <a:avLst/>
          </a:prstGeom>
          <a:noFill/>
          <a:ln w="76200">
            <a:solidFill>
              <a:srgbClr val="FF0066"/>
            </a:solidFill>
            <a:round/>
            <a:tailEnd type="triangle" w="med" len="med"/>
          </a:ln>
          <a:effectLst/>
        </p:spPr>
        <p:txBody>
          <a:bodyP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800" b="1"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grpSp>
        <p:nvGrpSpPr>
          <p:cNvPr id="4" name="Group 37"/>
          <p:cNvGrpSpPr/>
          <p:nvPr/>
        </p:nvGrpSpPr>
        <p:grpSpPr>
          <a:xfrm>
            <a:off x="533400" y="2819400"/>
            <a:ext cx="4419600" cy="1600200"/>
            <a:chOff x="336" y="1776"/>
            <a:chExt cx="2784" cy="1008"/>
          </a:xfrm>
        </p:grpSpPr>
        <p:sp>
          <p:nvSpPr>
            <p:cNvPr id="220198" name="Oval 38"/>
            <p:cNvSpPr>
              <a:spLocks noChangeArrowheads="1"/>
            </p:cNvSpPr>
            <p:nvPr/>
          </p:nvSpPr>
          <p:spPr bwMode="auto">
            <a:xfrm>
              <a:off x="1248" y="1776"/>
              <a:ext cx="1872" cy="1008"/>
            </a:xfrm>
            <a:prstGeom prst="ellipse">
              <a:avLst/>
            </a:prstGeom>
            <a:noFill/>
            <a:ln w="57150">
              <a:solidFill>
                <a:srgbClr val="FFCC00"/>
              </a:solidFill>
              <a:round/>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800" b="1"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64568" name="Text Box 39"/>
            <p:cNvSpPr txBox="1"/>
            <p:nvPr/>
          </p:nvSpPr>
          <p:spPr>
            <a:xfrm>
              <a:off x="336" y="2208"/>
              <a:ext cx="1104" cy="405"/>
            </a:xfrm>
            <a:prstGeom prst="rect">
              <a:avLst/>
            </a:prstGeom>
            <a:noFill/>
            <a:ln w="9525">
              <a:noFill/>
            </a:ln>
          </p:spPr>
          <p:txBody>
            <a:bodyPr>
              <a:spAutoFit/>
            </a:bodyPr>
            <a:p>
              <a:pPr algn="ctr">
                <a:lnSpc>
                  <a:spcPct val="90000"/>
                </a:lnSpc>
                <a:spcBef>
                  <a:spcPct val="20000"/>
                </a:spcBef>
                <a:buNone/>
              </a:pPr>
              <a:r>
                <a:rPr lang="zh-CN" altLang="en-US" sz="1800" dirty="0">
                  <a:solidFill>
                    <a:srgbClr val="000000"/>
                  </a:solidFill>
                  <a:latin typeface="Times New Roman" panose="02020603050405020304" pitchFamily="18" charset="0"/>
                  <a:ea typeface="宋体" panose="02010600030101010101" pitchFamily="2" charset="-122"/>
                </a:rPr>
                <a:t>产生</a:t>
              </a:r>
              <a:endParaRPr lang="zh-CN" altLang="en-US" sz="1800" dirty="0">
                <a:solidFill>
                  <a:srgbClr val="000000"/>
                </a:solidFill>
                <a:latin typeface="Times New Roman" panose="02020603050405020304" pitchFamily="18" charset="0"/>
                <a:ea typeface="宋体" panose="02010600030101010101" pitchFamily="2" charset="-122"/>
              </a:endParaRPr>
            </a:p>
            <a:p>
              <a:pPr algn="ctr">
                <a:lnSpc>
                  <a:spcPct val="90000"/>
                </a:lnSpc>
                <a:spcBef>
                  <a:spcPct val="20000"/>
                </a:spcBef>
                <a:buNone/>
              </a:pPr>
              <a:r>
                <a:rPr lang="zh-CN" altLang="en-US" sz="1800" dirty="0">
                  <a:solidFill>
                    <a:srgbClr val="000000"/>
                  </a:solidFill>
                  <a:latin typeface="Times New Roman" panose="02020603050405020304" pitchFamily="18" charset="0"/>
                  <a:ea typeface="宋体" panose="02010600030101010101" pitchFamily="2" charset="-122"/>
                </a:rPr>
                <a:t>病情报告</a:t>
              </a:r>
              <a:endParaRPr lang="zh-CN" altLang="en-US" sz="1800" dirty="0">
                <a:solidFill>
                  <a:srgbClr val="000000"/>
                </a:solidFill>
                <a:latin typeface="Times New Roman" panose="02020603050405020304" pitchFamily="18" charset="0"/>
                <a:ea typeface="宋体" panose="02010600030101010101" pitchFamily="2" charset="-122"/>
              </a:endParaRPr>
            </a:p>
          </p:txBody>
        </p:sp>
      </p:grpSp>
      <p:sp>
        <p:nvSpPr>
          <p:cNvPr id="220200" name="Oval 40"/>
          <p:cNvSpPr>
            <a:spLocks noChangeArrowheads="1"/>
          </p:cNvSpPr>
          <p:nvPr/>
        </p:nvSpPr>
        <p:spPr bwMode="auto">
          <a:xfrm>
            <a:off x="1981200" y="1828800"/>
            <a:ext cx="133350" cy="76200"/>
          </a:xfrm>
          <a:prstGeom prst="ellipse">
            <a:avLst/>
          </a:prstGeom>
          <a:solidFill>
            <a:schemeClr val="bg1"/>
          </a:solidFill>
          <a:ln w="76200">
            <a:solidFill>
              <a:srgbClr val="000000"/>
            </a:solidFill>
            <a:round/>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800" b="1"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64546" name="Text Box 41"/>
          <p:cNvSpPr txBox="1"/>
          <p:nvPr/>
        </p:nvSpPr>
        <p:spPr>
          <a:xfrm>
            <a:off x="2613025" y="993775"/>
            <a:ext cx="1143000" cy="449263"/>
          </a:xfrm>
          <a:prstGeom prst="rect">
            <a:avLst/>
          </a:prstGeom>
          <a:noFill/>
          <a:ln w="9525">
            <a:noFill/>
          </a:ln>
        </p:spPr>
        <p:txBody>
          <a:bodyPr>
            <a:spAutoFit/>
          </a:bodyPr>
          <a:p>
            <a:pPr algn="ctr">
              <a:lnSpc>
                <a:spcPct val="130000"/>
              </a:lnSpc>
              <a:spcBef>
                <a:spcPct val="50000"/>
              </a:spcBef>
              <a:buNone/>
            </a:pPr>
            <a:r>
              <a:rPr lang="zh-CN" altLang="en-US" sz="1800" dirty="0">
                <a:solidFill>
                  <a:srgbClr val="000000"/>
                </a:solidFill>
                <a:latin typeface="Times New Roman" panose="02020603050405020304" pitchFamily="18" charset="0"/>
                <a:ea typeface="宋体" panose="02010600030101010101" pitchFamily="2" charset="-122"/>
              </a:rPr>
              <a:t>监视病情</a:t>
            </a:r>
            <a:endParaRPr lang="zh-CN" altLang="en-US" sz="1800" dirty="0">
              <a:solidFill>
                <a:srgbClr val="000000"/>
              </a:solidFill>
              <a:latin typeface="Times New Roman" panose="02020603050405020304" pitchFamily="18" charset="0"/>
              <a:ea typeface="宋体" panose="02010600030101010101" pitchFamily="2" charset="-122"/>
            </a:endParaRPr>
          </a:p>
        </p:txBody>
      </p:sp>
      <p:sp>
        <p:nvSpPr>
          <p:cNvPr id="220202" name="Text Box 42"/>
          <p:cNvSpPr txBox="1"/>
          <p:nvPr/>
        </p:nvSpPr>
        <p:spPr>
          <a:xfrm>
            <a:off x="6629400" y="5867400"/>
            <a:ext cx="1600200" cy="366713"/>
          </a:xfrm>
          <a:prstGeom prst="rect">
            <a:avLst/>
          </a:prstGeom>
          <a:noFill/>
          <a:ln w="9525">
            <a:noFill/>
          </a:ln>
        </p:spPr>
        <p:txBody>
          <a:bodyPr>
            <a:spAutoFit/>
          </a:bodyPr>
          <a:p>
            <a:pPr algn="ctr">
              <a:spcBef>
                <a:spcPct val="10000"/>
              </a:spcBef>
              <a:buNone/>
            </a:pPr>
            <a:r>
              <a:rPr lang="zh-CN" altLang="en-US" sz="1800" dirty="0">
                <a:solidFill>
                  <a:srgbClr val="000000"/>
                </a:solidFill>
                <a:latin typeface="Times New Roman" panose="02020603050405020304" pitchFamily="18" charset="0"/>
                <a:ea typeface="宋体" panose="02010600030101010101" pitchFamily="2" charset="-122"/>
              </a:rPr>
              <a:t>更新病历</a:t>
            </a:r>
            <a:endParaRPr lang="zh-CN" altLang="en-US" sz="1800" dirty="0">
              <a:solidFill>
                <a:srgbClr val="000000"/>
              </a:solidFill>
              <a:latin typeface="Times New Roman" panose="02020603050405020304" pitchFamily="18" charset="0"/>
              <a:ea typeface="宋体" panose="02010600030101010101" pitchFamily="2" charset="-122"/>
            </a:endParaRPr>
          </a:p>
        </p:txBody>
      </p:sp>
      <p:graphicFrame>
        <p:nvGraphicFramePr>
          <p:cNvPr id="220203" name="Object 43"/>
          <p:cNvGraphicFramePr>
            <a:graphicFrameLocks noChangeAspect="1"/>
          </p:cNvGraphicFramePr>
          <p:nvPr/>
        </p:nvGraphicFramePr>
        <p:xfrm>
          <a:off x="3429000" y="2819400"/>
          <a:ext cx="1143000" cy="1066800"/>
        </p:xfrm>
        <a:graphic>
          <a:graphicData uri="http://schemas.openxmlformats.org/presentationml/2006/ole">
            <mc:AlternateContent xmlns:mc="http://schemas.openxmlformats.org/markup-compatibility/2006">
              <mc:Choice xmlns:v="urn:schemas-microsoft-com:vml" Requires="v">
                <p:oleObj spid="_x0000_s3078" name="" r:id="rId11" imgW="1259840" imgH="1137285" progId="MS_ClipArt_Gallery.5">
                  <p:embed/>
                </p:oleObj>
              </mc:Choice>
              <mc:Fallback>
                <p:oleObj name="" r:id="rId11" imgW="1259840" imgH="1137285" progId="MS_ClipArt_Gallery.5">
                  <p:embed/>
                  <p:pic>
                    <p:nvPicPr>
                      <p:cNvPr id="0" name="图片 3077"/>
                      <p:cNvPicPr/>
                      <p:nvPr/>
                    </p:nvPicPr>
                    <p:blipFill>
                      <a:blip r:embed="rId12"/>
                      <a:stretch>
                        <a:fillRect/>
                      </a:stretch>
                    </p:blipFill>
                    <p:spPr>
                      <a:xfrm>
                        <a:off x="3429000" y="2819400"/>
                        <a:ext cx="1143000" cy="1066800"/>
                      </a:xfrm>
                      <a:prstGeom prst="rect">
                        <a:avLst/>
                      </a:prstGeom>
                      <a:noFill/>
                      <a:ln w="38100">
                        <a:noFill/>
                        <a:miter/>
                      </a:ln>
                    </p:spPr>
                  </p:pic>
                </p:oleObj>
              </mc:Fallback>
            </mc:AlternateContent>
          </a:graphicData>
        </a:graphic>
      </p:graphicFrame>
      <p:pic>
        <p:nvPicPr>
          <p:cNvPr id="220204" name="Picture 44" descr="红灯"/>
          <p:cNvPicPr>
            <a:picLocks noChangeAspect="1"/>
          </p:cNvPicPr>
          <p:nvPr/>
        </p:nvPicPr>
        <p:blipFill>
          <a:blip r:embed="rId6"/>
          <a:stretch>
            <a:fillRect/>
          </a:stretch>
        </p:blipFill>
        <p:spPr>
          <a:xfrm flipV="1">
            <a:off x="8502650" y="1752600"/>
            <a:ext cx="203200" cy="304800"/>
          </a:xfrm>
          <a:prstGeom prst="rect">
            <a:avLst/>
          </a:prstGeom>
          <a:noFill/>
          <a:ln w="9525">
            <a:noFill/>
          </a:ln>
        </p:spPr>
      </p:pic>
      <p:grpSp>
        <p:nvGrpSpPr>
          <p:cNvPr id="5" name="Group 45"/>
          <p:cNvGrpSpPr/>
          <p:nvPr/>
        </p:nvGrpSpPr>
        <p:grpSpPr>
          <a:xfrm>
            <a:off x="5943600" y="3465513"/>
            <a:ext cx="2647950" cy="2286000"/>
            <a:chOff x="3888" y="2160"/>
            <a:chExt cx="1644" cy="1440"/>
          </a:xfrm>
        </p:grpSpPr>
        <p:grpSp>
          <p:nvGrpSpPr>
            <p:cNvPr id="64561" name="Group 46"/>
            <p:cNvGrpSpPr/>
            <p:nvPr/>
          </p:nvGrpSpPr>
          <p:grpSpPr>
            <a:xfrm>
              <a:off x="3936" y="2832"/>
              <a:ext cx="588" cy="768"/>
              <a:chOff x="2196" y="2196"/>
              <a:chExt cx="588" cy="732"/>
            </a:xfrm>
          </p:grpSpPr>
          <p:sp>
            <p:nvSpPr>
              <p:cNvPr id="220207" name="AutoShape 47"/>
              <p:cNvSpPr>
                <a:spLocks noChangeArrowheads="1"/>
              </p:cNvSpPr>
              <p:nvPr/>
            </p:nvSpPr>
            <p:spPr bwMode="auto">
              <a:xfrm>
                <a:off x="2196" y="2196"/>
                <a:ext cx="582" cy="732"/>
              </a:xfrm>
              <a:prstGeom prst="flowChartMagneticDisk">
                <a:avLst/>
              </a:prstGeom>
              <a:gradFill rotWithShape="0">
                <a:gsLst>
                  <a:gs pos="0">
                    <a:srgbClr val="FFFFFF">
                      <a:gamma/>
                      <a:shade val="46275"/>
                      <a:invGamma/>
                    </a:srgbClr>
                  </a:gs>
                  <a:gs pos="50000">
                    <a:srgbClr val="FFFFFF"/>
                  </a:gs>
                  <a:gs pos="100000">
                    <a:srgbClr val="FFFFFF">
                      <a:gamma/>
                      <a:shade val="46275"/>
                      <a:invGamma/>
                    </a:srgbClr>
                  </a:gs>
                </a:gsLst>
                <a:lin ang="0" scaled="1"/>
              </a:gradFill>
              <a:ln w="9525">
                <a:solidFill>
                  <a:schemeClr val="bg2"/>
                </a:solidFill>
                <a:round/>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800" b="1"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220208" name="Oval 48"/>
              <p:cNvSpPr>
                <a:spLocks noChangeArrowheads="1"/>
              </p:cNvSpPr>
              <p:nvPr/>
            </p:nvSpPr>
            <p:spPr bwMode="auto">
              <a:xfrm>
                <a:off x="2208" y="2212"/>
                <a:ext cx="576" cy="188"/>
              </a:xfrm>
              <a:prstGeom prst="ellipse">
                <a:avLst/>
              </a:prstGeom>
              <a:solidFill>
                <a:srgbClr val="DDDDDD"/>
              </a:solidFill>
              <a:ln w="19050">
                <a:noFill/>
                <a:round/>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800" b="1"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grpSp>
        <p:sp>
          <p:nvSpPr>
            <p:cNvPr id="220209" name="AutoShape 49" descr="栎木"/>
            <p:cNvSpPr>
              <a:spLocks noChangeArrowheads="1"/>
            </p:cNvSpPr>
            <p:nvPr/>
          </p:nvSpPr>
          <p:spPr bwMode="auto">
            <a:xfrm>
              <a:off x="4284" y="2964"/>
              <a:ext cx="1164" cy="636"/>
            </a:xfrm>
            <a:prstGeom prst="cube">
              <a:avLst>
                <a:gd name="adj" fmla="val 21153"/>
              </a:avLst>
            </a:prstGeom>
            <a:blipFill dpi="0" rotWithShape="0">
              <a:blip r:embed="rId13"/>
              <a:srcRect/>
              <a:tile tx="0" ty="0" sx="100000" sy="100000" flip="none" algn="tl"/>
            </a:blipFill>
            <a:ln w="9525">
              <a:solidFill>
                <a:srgbClr val="663300"/>
              </a:solidFill>
              <a:miter lim="800000"/>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800" b="1"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220210" name="Rectangle 50"/>
            <p:cNvSpPr>
              <a:spLocks noChangeArrowheads="1"/>
            </p:cNvSpPr>
            <p:nvPr/>
          </p:nvSpPr>
          <p:spPr bwMode="auto">
            <a:xfrm>
              <a:off x="3900" y="2160"/>
              <a:ext cx="1632" cy="1440"/>
            </a:xfrm>
            <a:prstGeom prst="rect">
              <a:avLst/>
            </a:prstGeom>
            <a:noFill/>
            <a:ln w="38100">
              <a:solidFill>
                <a:srgbClr val="FFCC00"/>
              </a:solidFill>
              <a:miter lim="800000"/>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800" b="1"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pic>
          <p:nvPicPr>
            <p:cNvPr id="64564" name="Picture 51" descr="BS00359_"/>
            <p:cNvPicPr>
              <a:picLocks noChangeAspect="1"/>
            </p:cNvPicPr>
            <p:nvPr/>
          </p:nvPicPr>
          <p:blipFill>
            <a:blip r:embed="rId14"/>
            <a:stretch>
              <a:fillRect/>
            </a:stretch>
          </p:blipFill>
          <p:spPr>
            <a:xfrm>
              <a:off x="3888" y="2448"/>
              <a:ext cx="593" cy="556"/>
            </a:xfrm>
            <a:prstGeom prst="rect">
              <a:avLst/>
            </a:prstGeom>
            <a:noFill/>
            <a:ln w="9525">
              <a:noFill/>
            </a:ln>
          </p:spPr>
        </p:pic>
      </p:grpSp>
      <p:pic>
        <p:nvPicPr>
          <p:cNvPr id="220212" name="Picture 52" descr="AG00333_"/>
          <p:cNvPicPr>
            <a:picLocks noChangeAspect="1"/>
          </p:cNvPicPr>
          <p:nvPr/>
        </p:nvPicPr>
        <p:blipFill>
          <a:blip r:embed="rId15"/>
          <a:stretch>
            <a:fillRect/>
          </a:stretch>
        </p:blipFill>
        <p:spPr>
          <a:xfrm>
            <a:off x="7848600" y="4133850"/>
            <a:ext cx="381000" cy="742950"/>
          </a:xfrm>
          <a:prstGeom prst="rect">
            <a:avLst/>
          </a:prstGeom>
          <a:noFill/>
          <a:ln w="9525">
            <a:noFill/>
          </a:ln>
        </p:spPr>
      </p:pic>
      <p:pic>
        <p:nvPicPr>
          <p:cNvPr id="220213" name="char1097.WAV">
            <a:hlinkClick r:id="" action="ppaction://media"/>
          </p:cNvPr>
          <p:cNvPicPr>
            <a:picLocks noChangeAspect="1"/>
          </p:cNvPicPr>
          <p:nvPr>
            <a:wavAudioFile r:embed="rId16" name="44E97C99.WAV"/>
          </p:nvPr>
        </p:nvPicPr>
        <p:blipFill>
          <a:blip r:embed="rId17"/>
          <a:stretch>
            <a:fillRect/>
          </a:stretch>
        </p:blipFill>
        <p:spPr>
          <a:xfrm>
            <a:off x="4953000" y="2438400"/>
            <a:ext cx="304800" cy="304800"/>
          </a:xfrm>
          <a:prstGeom prst="rect">
            <a:avLst/>
          </a:prstGeom>
          <a:noFill/>
          <a:ln w="9525">
            <a:noFill/>
          </a:ln>
        </p:spPr>
      </p:pic>
      <p:pic>
        <p:nvPicPr>
          <p:cNvPr id="220214" name="Picture 54" descr="BD05030_"/>
          <p:cNvPicPr>
            <a:picLocks noChangeAspect="1"/>
          </p:cNvPicPr>
          <p:nvPr/>
        </p:nvPicPr>
        <p:blipFill>
          <a:blip r:embed="rId4"/>
          <a:stretch>
            <a:fillRect/>
          </a:stretch>
        </p:blipFill>
        <p:spPr>
          <a:xfrm>
            <a:off x="4876800" y="2438400"/>
            <a:ext cx="457200" cy="431800"/>
          </a:xfrm>
          <a:prstGeom prst="rect">
            <a:avLst/>
          </a:prstGeom>
          <a:noFill/>
          <a:ln w="9525">
            <a:noFill/>
          </a:ln>
        </p:spPr>
      </p:pic>
      <p:sp>
        <p:nvSpPr>
          <p:cNvPr id="220218" name="Rectangle 58"/>
          <p:cNvSpPr/>
          <p:nvPr/>
        </p:nvSpPr>
        <p:spPr>
          <a:xfrm>
            <a:off x="174625" y="0"/>
            <a:ext cx="2654300" cy="327025"/>
          </a:xfrm>
          <a:prstGeom prst="rect">
            <a:avLst/>
          </a:prstGeom>
          <a:noFill/>
          <a:ln w="9525">
            <a:noFill/>
          </a:ln>
        </p:spPr>
        <p:txBody>
          <a:bodyPr anchor="ctr" anchorCtr="0"/>
          <a:p>
            <a:pPr eaLnBrk="1" hangingPunct="1">
              <a:buNone/>
            </a:pPr>
            <a:r>
              <a:rPr lang="en-US" altLang="zh-CN" sz="900" b="0" dirty="0">
                <a:solidFill>
                  <a:srgbClr val="E7BC07"/>
                </a:solidFill>
                <a:latin typeface="宋体" panose="02010600030101010101" pitchFamily="2" charset="-122"/>
                <a:ea typeface="宋体" panose="02010600030101010101" pitchFamily="2" charset="-122"/>
              </a:rPr>
              <a:t>2.2.3 </a:t>
            </a:r>
            <a:r>
              <a:rPr lang="zh-CN" altLang="en-US" sz="900" b="0" dirty="0">
                <a:solidFill>
                  <a:srgbClr val="E7BC07"/>
                </a:solidFill>
                <a:latin typeface="宋体" panose="02010600030101010101" pitchFamily="2" charset="-122"/>
                <a:ea typeface="宋体" panose="02010600030101010101" pitchFamily="2" charset="-122"/>
              </a:rPr>
              <a:t>实例：医院病房监护系统</a:t>
            </a:r>
            <a:endParaRPr lang="zh-CN" altLang="en-US" sz="900" b="0" dirty="0">
              <a:solidFill>
                <a:srgbClr val="E7BC07"/>
              </a:solidFill>
              <a:latin typeface="宋体" panose="02010600030101010101" pitchFamily="2" charset="-122"/>
              <a:ea typeface="宋体" panose="02010600030101010101" pitchFamily="2" charset="-122"/>
            </a:endParaRPr>
          </a:p>
        </p:txBody>
      </p:sp>
      <p:pic>
        <p:nvPicPr>
          <p:cNvPr id="220219" name="Picture 59" descr="AG00169_"/>
          <p:cNvPicPr>
            <a:picLocks noChangeAspect="1"/>
          </p:cNvPicPr>
          <p:nvPr/>
        </p:nvPicPr>
        <p:blipFill>
          <a:blip r:embed="rId18"/>
          <a:stretch>
            <a:fillRect/>
          </a:stretch>
        </p:blipFill>
        <p:spPr>
          <a:xfrm>
            <a:off x="1905000" y="3124200"/>
            <a:ext cx="1676400" cy="1219200"/>
          </a:xfrm>
          <a:prstGeom prst="rect">
            <a:avLst/>
          </a:prstGeom>
          <a:noFill/>
          <a:ln w="9525">
            <a:noFill/>
          </a:ln>
        </p:spPr>
      </p:pic>
      <p:sp>
        <p:nvSpPr>
          <p:cNvPr id="220220" name="Text Box 60"/>
          <p:cNvSpPr txBox="1"/>
          <p:nvPr/>
        </p:nvSpPr>
        <p:spPr>
          <a:xfrm>
            <a:off x="3270250" y="6210300"/>
            <a:ext cx="3816350" cy="647700"/>
          </a:xfrm>
          <a:prstGeom prst="rect">
            <a:avLst/>
          </a:prstGeom>
          <a:noFill/>
          <a:ln w="28575">
            <a:noFill/>
          </a:ln>
        </p:spPr>
        <p:txBody>
          <a:bodyPr>
            <a:spAutoFit/>
          </a:bodyPr>
          <a:p>
            <a:pPr algn="ctr">
              <a:lnSpc>
                <a:spcPct val="130000"/>
              </a:lnSpc>
              <a:spcBef>
                <a:spcPct val="50000"/>
              </a:spcBef>
              <a:buNone/>
            </a:pPr>
            <a:r>
              <a:rPr lang="zh-CN" altLang="en-US" dirty="0">
                <a:solidFill>
                  <a:srgbClr val="000000"/>
                </a:solidFill>
                <a:latin typeface="Times New Roman" panose="02020603050405020304" pitchFamily="18" charset="0"/>
                <a:ea typeface="宋体" panose="02010600030101010101" pitchFamily="2" charset="-122"/>
              </a:rPr>
              <a:t>请分析软件</a:t>
            </a:r>
            <a:r>
              <a:rPr lang="zh-CN" altLang="en-US" sz="2800" dirty="0">
                <a:solidFill>
                  <a:srgbClr val="000000"/>
                </a:solidFill>
                <a:latin typeface="Times New Roman" panose="02020603050405020304" pitchFamily="18" charset="0"/>
                <a:ea typeface="宋体" panose="02010600030101010101" pitchFamily="2" charset="-122"/>
              </a:rPr>
              <a:t>系统</a:t>
            </a:r>
            <a:r>
              <a:rPr lang="zh-CN" altLang="en-US" dirty="0">
                <a:solidFill>
                  <a:srgbClr val="000000"/>
                </a:solidFill>
                <a:latin typeface="Times New Roman" panose="02020603050405020304" pitchFamily="18" charset="0"/>
                <a:ea typeface="宋体" panose="02010600030101010101" pitchFamily="2" charset="-122"/>
              </a:rPr>
              <a:t>需求</a:t>
            </a:r>
            <a:r>
              <a:rPr lang="en-US" altLang="zh-CN" dirty="0">
                <a:solidFill>
                  <a:srgbClr val="000000"/>
                </a:solidFill>
                <a:latin typeface="Times New Roman" panose="02020603050405020304" pitchFamily="18" charset="0"/>
                <a:ea typeface="宋体" panose="02010600030101010101" pitchFamily="2" charset="-122"/>
              </a:rPr>
              <a:t>!</a:t>
            </a:r>
            <a:endParaRPr lang="en-US" altLang="zh-CN" dirty="0">
              <a:solidFill>
                <a:srgbClr val="000000"/>
              </a:solidFill>
              <a:latin typeface="Times New Roman" panose="02020603050405020304" pitchFamily="18" charset="0"/>
              <a:ea typeface="宋体" panose="02010600030101010101" pitchFamily="2" charset="-122"/>
            </a:endParaRPr>
          </a:p>
        </p:txBody>
      </p:sp>
      <p:sp>
        <p:nvSpPr>
          <p:cNvPr id="220221" name="Rectangle 61">
            <a:hlinkClick r:id="" action="ppaction://hlinkshowjump?jump=previousslide"/>
          </p:cNvPr>
          <p:cNvSpPr>
            <a:spLocks noChangeArrowheads="1"/>
          </p:cNvSpPr>
          <p:nvPr/>
        </p:nvSpPr>
        <p:spPr bwMode="auto">
          <a:xfrm>
            <a:off x="6515100" y="6278563"/>
            <a:ext cx="457200" cy="379413"/>
          </a:xfrm>
          <a:prstGeom prst="rect">
            <a:avLst/>
          </a:prstGeom>
          <a:noFill/>
          <a:ln w="9525">
            <a:noFill/>
            <a:miter lim="800000"/>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800" b="1"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220222" name="Rectangle 62">
            <a:hlinkClick r:id="" action="ppaction://hlinkshowjump?jump=nextslide"/>
          </p:cNvPr>
          <p:cNvSpPr>
            <a:spLocks noChangeArrowheads="1"/>
          </p:cNvSpPr>
          <p:nvPr/>
        </p:nvSpPr>
        <p:spPr bwMode="auto">
          <a:xfrm>
            <a:off x="7105650" y="6278563"/>
            <a:ext cx="457200" cy="379413"/>
          </a:xfrm>
          <a:prstGeom prst="rect">
            <a:avLst/>
          </a:prstGeom>
          <a:noFill/>
          <a:ln w="9525">
            <a:noFill/>
            <a:miter lim="800000"/>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800" b="1"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220223" name="Oval 63"/>
          <p:cNvSpPr>
            <a:spLocks noChangeArrowheads="1"/>
          </p:cNvSpPr>
          <p:nvPr/>
        </p:nvSpPr>
        <p:spPr bwMode="auto">
          <a:xfrm>
            <a:off x="7802563" y="6275388"/>
            <a:ext cx="1011238" cy="377825"/>
          </a:xfrm>
          <a:prstGeom prst="ellipse">
            <a:avLst/>
          </a:prstGeom>
          <a:noFill/>
          <a:ln w="9525">
            <a:noFill/>
            <a:round/>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800" b="1"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64560" name="灯片编号占位符 1"/>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r" eaLnBrk="1" hangingPunct="1">
              <a:lnSpc>
                <a:spcPct val="130000"/>
              </a:lnSpc>
              <a:spcBef>
                <a:spcPct val="20000"/>
              </a:spcBef>
            </a:pPr>
            <a:fld id="{9A0DB2DC-4C9A-4742-B13C-FB6460FD3503}" type="slidenum">
              <a:rPr lang="" altLang="zh-CN" sz="1800" dirty="0">
                <a:solidFill>
                  <a:srgbClr val="FFFFFF"/>
                </a:solidFill>
                <a:latin typeface="Times New Roman" panose="02020603050405020304" pitchFamily="18" charset="0"/>
                <a:ea typeface="楷体_GB2312"/>
              </a:rPr>
            </a:fld>
            <a:endParaRPr lang="" altLang="zh-CN" sz="1800" dirty="0">
              <a:solidFill>
                <a:srgbClr val="FFFFFF"/>
              </a:solidFill>
              <a:latin typeface="Times New Roman" panose="02020603050405020304" pitchFamily="18" charset="0"/>
              <a:ea typeface="楷体_GB231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20163"/>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220218"/>
                                        </p:tgtEl>
                                        <p:attrNameLst>
                                          <p:attrName>style.visibility</p:attrName>
                                        </p:attrNameLst>
                                      </p:cBhvr>
                                      <p:to>
                                        <p:strVal val="visible"/>
                                      </p:to>
                                    </p:set>
                                  </p:childTnLst>
                                  <p:subTnLst>
                                    <p:audio>
                                      <p:cMediaNode>
                                        <p:cTn display="0" masterRel="sameClick">
                                          <p:stCondLst>
                                            <p:cond evt="begin" delay="0">
                                              <p:tn val="8"/>
                                            </p:cond>
                                          </p:stCondLst>
                                          <p:endCondLst>
                                            <p:cond evt="onStopAudio" delay="0">
                                              <p:tgtEl>
                                                <p:sldTgt/>
                                              </p:tgtEl>
                                            </p:cond>
                                          </p:endCondLst>
                                        </p:cTn>
                                        <p:tgtEl>
                                          <p:sndTgt r:embed="rId16" name="s2.2.2-5.wav"/>
                                        </p:tgtEl>
                                      </p:cMediaNode>
                                    </p:audio>
                                  </p:subTnLst>
                                </p:cTn>
                              </p:par>
                            </p:childTnLst>
                          </p:cTn>
                        </p:par>
                        <p:par>
                          <p:cTn id="10" fill="hold">
                            <p:stCondLst>
                              <p:cond delay="1000"/>
                            </p:stCondLst>
                            <p:childTnLst>
                              <p:par>
                                <p:cTn id="11" presetID="22" presetClass="entr" presetSubtype="8" fill="hold" nodeType="afterEffect">
                                  <p:stCondLst>
                                    <p:cond delay="9000"/>
                                  </p:stCondLst>
                                  <p:childTnLst>
                                    <p:set>
                                      <p:cBhvr>
                                        <p:cTn id="12" dur="1" fill="hold">
                                          <p:stCondLst>
                                            <p:cond delay="0"/>
                                          </p:stCondLst>
                                        </p:cTn>
                                        <p:tgtEl>
                                          <p:spTgt spid="220186"/>
                                        </p:tgtEl>
                                        <p:attrNameLst>
                                          <p:attrName>style.visibility</p:attrName>
                                        </p:attrNameLst>
                                      </p:cBhvr>
                                      <p:to>
                                        <p:strVal val="visible"/>
                                      </p:to>
                                    </p:set>
                                    <p:animEffect transition="in" filter="wipe(left)">
                                      <p:cBhvr>
                                        <p:cTn id="13" dur="500"/>
                                        <p:tgtEl>
                                          <p:spTgt spid="220186"/>
                                        </p:tgtEl>
                                      </p:cBhvr>
                                    </p:animEffect>
                                  </p:childTnLst>
                                </p:cTn>
                              </p:par>
                            </p:childTnLst>
                          </p:cTn>
                        </p:par>
                        <p:par>
                          <p:cTn id="14" fill="hold">
                            <p:stCondLst>
                              <p:cond delay="10500"/>
                            </p:stCondLst>
                            <p:childTnLst>
                              <p:par>
                                <p:cTn id="15" presetID="22" presetClass="entr" presetSubtype="8" fill="hold" nodeType="afterEffect">
                                  <p:stCondLst>
                                    <p:cond delay="0"/>
                                  </p:stCondLst>
                                  <p:childTnLst>
                                    <p:set>
                                      <p:cBhvr>
                                        <p:cTn id="16" dur="1" fill="hold">
                                          <p:stCondLst>
                                            <p:cond delay="0"/>
                                          </p:stCondLst>
                                        </p:cTn>
                                        <p:tgtEl>
                                          <p:spTgt spid="220192"/>
                                        </p:tgtEl>
                                        <p:attrNameLst>
                                          <p:attrName>style.visibility</p:attrName>
                                        </p:attrNameLst>
                                      </p:cBhvr>
                                      <p:to>
                                        <p:strVal val="visible"/>
                                      </p:to>
                                    </p:set>
                                    <p:animEffect transition="in" filter="wipe(left)">
                                      <p:cBhvr>
                                        <p:cTn id="17" dur="500"/>
                                        <p:tgtEl>
                                          <p:spTgt spid="220192"/>
                                        </p:tgtEl>
                                      </p:cBhvr>
                                    </p:animEffect>
                                  </p:childTnLst>
                                </p:cTn>
                              </p:par>
                            </p:childTnLst>
                          </p:cTn>
                        </p:par>
                        <p:par>
                          <p:cTn id="18" fill="hold">
                            <p:stCondLst>
                              <p:cond delay="11000"/>
                            </p:stCondLst>
                            <p:childTnLst>
                              <p:par>
                                <p:cTn id="19" presetID="22" presetClass="entr" presetSubtype="2" fill="hold" nodeType="afterEffect">
                                  <p:stCondLst>
                                    <p:cond delay="6000"/>
                                  </p:stCondLst>
                                  <p:childTnLst>
                                    <p:set>
                                      <p:cBhvr>
                                        <p:cTn id="20" dur="1" fill="hold">
                                          <p:stCondLst>
                                            <p:cond delay="0"/>
                                          </p:stCondLst>
                                        </p:cTn>
                                        <p:tgtEl>
                                          <p:spTgt spid="220196"/>
                                        </p:tgtEl>
                                        <p:attrNameLst>
                                          <p:attrName>style.visibility</p:attrName>
                                        </p:attrNameLst>
                                      </p:cBhvr>
                                      <p:to>
                                        <p:strVal val="visible"/>
                                      </p:to>
                                    </p:set>
                                    <p:animEffect transition="in" filter="wipe(right)">
                                      <p:cBhvr>
                                        <p:cTn id="21" dur="500"/>
                                        <p:tgtEl>
                                          <p:spTgt spid="220196"/>
                                        </p:tgtEl>
                                      </p:cBhvr>
                                    </p:animEffect>
                                  </p:childTnLst>
                                  <p:subTnLst>
                                    <p:audio>
                                      <p:cMediaNode>
                                        <p:cTn display="0" masterRel="sameClick">
                                          <p:stCondLst>
                                            <p:cond evt="begin" delay="0">
                                              <p:tn val="19"/>
                                            </p:cond>
                                          </p:stCondLst>
                                          <p:endCondLst>
                                            <p:cond evt="onStopAudio" delay="0">
                                              <p:tgtEl>
                                                <p:sldTgt/>
                                              </p:tgtEl>
                                            </p:cond>
                                          </p:endCondLst>
                                        </p:cTn>
                                        <p:tgtEl>
                                          <p:sndTgt r:embed="rId19" name="s2.2.2-6.wav"/>
                                        </p:tgtEl>
                                      </p:cMediaNode>
                                    </p:audio>
                                  </p:subTnLst>
                                </p:cTn>
                              </p:par>
                            </p:childTnLst>
                          </p:cTn>
                        </p:par>
                        <p:par>
                          <p:cTn id="22" fill="hold">
                            <p:stCondLst>
                              <p:cond delay="17500"/>
                            </p:stCondLst>
                            <p:childTnLst>
                              <p:par>
                                <p:cTn id="23" presetID="1" presetClass="entr" presetSubtype="0" fill="hold" nodeType="afterEffect">
                                  <p:stCondLst>
                                    <p:cond delay="0"/>
                                  </p:stCondLst>
                                  <p:childTnLst>
                                    <p:set>
                                      <p:cBhvr>
                                        <p:cTn id="24" dur="1" fill="hold">
                                          <p:stCondLst>
                                            <p:cond delay="499"/>
                                          </p:stCondLst>
                                        </p:cTn>
                                        <p:tgtEl>
                                          <p:spTgt spid="220203"/>
                                        </p:tgtEl>
                                        <p:attrNameLst>
                                          <p:attrName>style.visibility</p:attrName>
                                        </p:attrNameLst>
                                      </p:cBhvr>
                                      <p:to>
                                        <p:strVal val="visible"/>
                                      </p:to>
                                    </p:set>
                                  </p:childTnLst>
                                </p:cTn>
                              </p:par>
                            </p:childTnLst>
                          </p:cTn>
                        </p:par>
                        <p:par>
                          <p:cTn id="25" fill="hold">
                            <p:stCondLst>
                              <p:cond delay="18000"/>
                            </p:stCondLst>
                            <p:childTnLst>
                              <p:par>
                                <p:cTn id="26" presetID="9" presetClass="entr" presetSubtype="0" fill="hold"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dissolve">
                                      <p:cBhvr>
                                        <p:cTn id="28" dur="500"/>
                                        <p:tgtEl>
                                          <p:spTgt spid="4"/>
                                        </p:tgtEl>
                                      </p:cBhvr>
                                    </p:animEffect>
                                  </p:childTnLst>
                                </p:cTn>
                              </p:par>
                            </p:childTnLst>
                          </p:cTn>
                        </p:par>
                        <p:par>
                          <p:cTn id="29" fill="hold">
                            <p:stCondLst>
                              <p:cond delay="18500"/>
                            </p:stCondLst>
                            <p:childTnLst>
                              <p:par>
                                <p:cTn id="30" presetID="1" presetClass="entr" presetSubtype="0" fill="hold" nodeType="afterEffect">
                                  <p:stCondLst>
                                    <p:cond delay="0"/>
                                  </p:stCondLst>
                                  <p:childTnLst>
                                    <p:set>
                                      <p:cBhvr>
                                        <p:cTn id="31" dur="1" fill="hold">
                                          <p:stCondLst>
                                            <p:cond delay="499"/>
                                          </p:stCondLst>
                                        </p:cTn>
                                        <p:tgtEl>
                                          <p:spTgt spid="220219"/>
                                        </p:tgtEl>
                                        <p:attrNameLst>
                                          <p:attrName>style.visibility</p:attrName>
                                        </p:attrNameLst>
                                      </p:cBhvr>
                                      <p:to>
                                        <p:strVal val="visible"/>
                                      </p:to>
                                    </p:set>
                                  </p:childTnLst>
                                </p:cTn>
                              </p:par>
                            </p:childTnLst>
                          </p:cTn>
                        </p:par>
                        <p:par>
                          <p:cTn id="32" fill="hold">
                            <p:stCondLst>
                              <p:cond delay="19000"/>
                            </p:stCondLst>
                            <p:childTnLst>
                              <p:par>
                                <p:cTn id="33" presetID="22" presetClass="entr" presetSubtype="1" fill="hold" nodeType="afterEffect">
                                  <p:stCondLst>
                                    <p:cond delay="9000"/>
                                  </p:stCondLst>
                                  <p:childTnLst>
                                    <p:set>
                                      <p:cBhvr>
                                        <p:cTn id="34" dur="1" fill="hold">
                                          <p:stCondLst>
                                            <p:cond delay="0"/>
                                          </p:stCondLst>
                                        </p:cTn>
                                        <p:tgtEl>
                                          <p:spTgt spid="220191"/>
                                        </p:tgtEl>
                                        <p:attrNameLst>
                                          <p:attrName>style.visibility</p:attrName>
                                        </p:attrNameLst>
                                      </p:cBhvr>
                                      <p:to>
                                        <p:strVal val="visible"/>
                                      </p:to>
                                    </p:set>
                                    <p:animEffect transition="in" filter="wipe(up)">
                                      <p:cBhvr>
                                        <p:cTn id="35" dur="500"/>
                                        <p:tgtEl>
                                          <p:spTgt spid="220191"/>
                                        </p:tgtEl>
                                      </p:cBhvr>
                                    </p:animEffect>
                                  </p:childTnLst>
                                </p:cTn>
                              </p:par>
                            </p:childTnLst>
                          </p:cTn>
                        </p:par>
                        <p:par>
                          <p:cTn id="36" fill="hold">
                            <p:stCondLst>
                              <p:cond delay="28500"/>
                            </p:stCondLst>
                            <p:childTnLst>
                              <p:par>
                                <p:cTn id="37" presetID="22" presetClass="entr" presetSubtype="1" fill="hold" nodeType="afterEffect">
                                  <p:stCondLst>
                                    <p:cond delay="0"/>
                                  </p:stCondLst>
                                  <p:childTnLst>
                                    <p:set>
                                      <p:cBhvr>
                                        <p:cTn id="38" dur="1" fill="hold">
                                          <p:stCondLst>
                                            <p:cond delay="0"/>
                                          </p:stCondLst>
                                        </p:cTn>
                                        <p:tgtEl>
                                          <p:spTgt spid="220193"/>
                                        </p:tgtEl>
                                        <p:attrNameLst>
                                          <p:attrName>style.visibility</p:attrName>
                                        </p:attrNameLst>
                                      </p:cBhvr>
                                      <p:to>
                                        <p:strVal val="visible"/>
                                      </p:to>
                                    </p:set>
                                    <p:animEffect transition="in" filter="wipe(up)">
                                      <p:cBhvr>
                                        <p:cTn id="39" dur="500"/>
                                        <p:tgtEl>
                                          <p:spTgt spid="220193"/>
                                        </p:tgtEl>
                                      </p:cBhvr>
                                    </p:animEffect>
                                  </p:childTnLst>
                                  <p:subTnLst>
                                    <p:audio>
                                      <p:cMediaNode>
                                        <p:cTn display="0" masterRel="sameClick">
                                          <p:stCondLst>
                                            <p:cond evt="begin" delay="0">
                                              <p:tn val="37"/>
                                            </p:cond>
                                          </p:stCondLst>
                                          <p:endCondLst>
                                            <p:cond evt="onStopAudio" delay="0">
                                              <p:tgtEl>
                                                <p:sldTgt/>
                                              </p:tgtEl>
                                            </p:cond>
                                          </p:endCondLst>
                                        </p:cTn>
                                        <p:tgtEl>
                                          <p:sndTgt r:embed="rId20" name="s2.2.2-7.wav"/>
                                        </p:tgtEl>
                                      </p:cMediaNode>
                                    </p:audio>
                                  </p:subTnLst>
                                </p:cTn>
                              </p:par>
                            </p:childTnLst>
                          </p:cTn>
                        </p:par>
                        <p:par>
                          <p:cTn id="40" fill="hold">
                            <p:stCondLst>
                              <p:cond delay="29000"/>
                            </p:stCondLst>
                            <p:childTnLst>
                              <p:par>
                                <p:cTn id="41" presetID="1" presetClass="entr" presetSubtype="0" fill="hold" nodeType="afterEffect">
                                  <p:stCondLst>
                                    <p:cond delay="0"/>
                                  </p:stCondLst>
                                  <p:childTnLst>
                                    <p:set>
                                      <p:cBhvr>
                                        <p:cTn id="42" dur="1" fill="hold">
                                          <p:stCondLst>
                                            <p:cond delay="499"/>
                                          </p:stCondLst>
                                        </p:cTn>
                                        <p:tgtEl>
                                          <p:spTgt spid="3"/>
                                        </p:tgtEl>
                                        <p:attrNameLst>
                                          <p:attrName>style.visibility</p:attrName>
                                        </p:attrNameLst>
                                      </p:cBhvr>
                                      <p:to>
                                        <p:strVal val="visible"/>
                                      </p:to>
                                    </p:set>
                                  </p:childTnLst>
                                </p:cTn>
                              </p:par>
                            </p:childTnLst>
                          </p:cTn>
                        </p:par>
                        <p:par>
                          <p:cTn id="43" fill="hold">
                            <p:stCondLst>
                              <p:cond delay="29500"/>
                            </p:stCondLst>
                            <p:childTnLst>
                              <p:par>
                                <p:cTn id="44" presetID="1" presetClass="entr" presetSubtype="0" fill="hold" nodeType="afterEffect">
                                  <p:stCondLst>
                                    <p:cond delay="0"/>
                                  </p:stCondLst>
                                  <p:childTnLst>
                                    <p:set>
                                      <p:cBhvr>
                                        <p:cTn id="45" dur="1" fill="hold">
                                          <p:stCondLst>
                                            <p:cond delay="499"/>
                                          </p:stCondLst>
                                        </p:cTn>
                                        <p:tgtEl>
                                          <p:spTgt spid="5"/>
                                        </p:tgtEl>
                                        <p:attrNameLst>
                                          <p:attrName>style.visibility</p:attrName>
                                        </p:attrNameLst>
                                      </p:cBhvr>
                                      <p:to>
                                        <p:strVal val="visible"/>
                                      </p:to>
                                    </p:set>
                                  </p:childTnLst>
                                </p:cTn>
                              </p:par>
                            </p:childTnLst>
                          </p:cTn>
                        </p:par>
                        <p:par>
                          <p:cTn id="46" fill="hold">
                            <p:stCondLst>
                              <p:cond delay="30000"/>
                            </p:stCondLst>
                            <p:childTnLst>
                              <p:par>
                                <p:cTn id="47" presetID="1" presetClass="entr" presetSubtype="0" fill="hold" grpId="0" nodeType="afterEffect">
                                  <p:stCondLst>
                                    <p:cond delay="0"/>
                                  </p:stCondLst>
                                  <p:childTnLst>
                                    <p:set>
                                      <p:cBhvr>
                                        <p:cTn id="48" dur="1" fill="hold">
                                          <p:stCondLst>
                                            <p:cond delay="499"/>
                                          </p:stCondLst>
                                        </p:cTn>
                                        <p:tgtEl>
                                          <p:spTgt spid="220202"/>
                                        </p:tgtEl>
                                        <p:attrNameLst>
                                          <p:attrName>style.visibility</p:attrName>
                                        </p:attrNameLst>
                                      </p:cBhvr>
                                      <p:to>
                                        <p:strVal val="visible"/>
                                      </p:to>
                                    </p:set>
                                  </p:childTnLst>
                                </p:cTn>
                              </p:par>
                            </p:childTnLst>
                          </p:cTn>
                        </p:par>
                        <p:par>
                          <p:cTn id="49" fill="hold">
                            <p:stCondLst>
                              <p:cond delay="30500"/>
                            </p:stCondLst>
                            <p:childTnLst>
                              <p:par>
                                <p:cTn id="50" presetID="1" presetClass="entr" presetSubtype="0" fill="hold" nodeType="afterEffect">
                                  <p:stCondLst>
                                    <p:cond delay="0"/>
                                  </p:stCondLst>
                                  <p:childTnLst>
                                    <p:set>
                                      <p:cBhvr>
                                        <p:cTn id="51" dur="1" fill="hold">
                                          <p:stCondLst>
                                            <p:cond delay="499"/>
                                          </p:stCondLst>
                                        </p:cTn>
                                        <p:tgtEl>
                                          <p:spTgt spid="220212"/>
                                        </p:tgtEl>
                                        <p:attrNameLst>
                                          <p:attrName>style.visibility</p:attrName>
                                        </p:attrNameLst>
                                      </p:cBhvr>
                                      <p:to>
                                        <p:strVal val="visible"/>
                                      </p:to>
                                    </p:set>
                                  </p:childTnLst>
                                </p:cTn>
                              </p:par>
                            </p:childTnLst>
                          </p:cTn>
                        </p:par>
                        <p:par>
                          <p:cTn id="52" fill="hold">
                            <p:stCondLst>
                              <p:cond delay="31000"/>
                            </p:stCondLst>
                            <p:childTnLst>
                              <p:par>
                                <p:cTn id="53" presetID="9" presetClass="entr" presetSubtype="0" fill="hold" nodeType="afterEffect">
                                  <p:stCondLst>
                                    <p:cond delay="4000"/>
                                  </p:stCondLst>
                                  <p:childTnLst>
                                    <p:set>
                                      <p:cBhvr>
                                        <p:cTn id="54" dur="1" fill="hold">
                                          <p:stCondLst>
                                            <p:cond delay="0"/>
                                          </p:stCondLst>
                                        </p:cTn>
                                        <p:tgtEl>
                                          <p:spTgt spid="220183"/>
                                        </p:tgtEl>
                                        <p:attrNameLst>
                                          <p:attrName>style.visibility</p:attrName>
                                        </p:attrNameLst>
                                      </p:cBhvr>
                                      <p:to>
                                        <p:strVal val="visible"/>
                                      </p:to>
                                    </p:set>
                                    <p:animEffect transition="in" filter="dissolve">
                                      <p:cBhvr>
                                        <p:cTn id="55" dur="500"/>
                                        <p:tgtEl>
                                          <p:spTgt spid="220183"/>
                                        </p:tgtEl>
                                      </p:cBhvr>
                                    </p:animEffect>
                                  </p:childTnLst>
                                  <p:subTnLst>
                                    <p:audio>
                                      <p:cMediaNode>
                                        <p:cTn display="0" masterRel="sameClick">
                                          <p:stCondLst>
                                            <p:cond evt="begin" delay="0">
                                              <p:tn val="53"/>
                                            </p:cond>
                                          </p:stCondLst>
                                          <p:endCondLst>
                                            <p:cond evt="onStopAudio" delay="0">
                                              <p:tgtEl>
                                                <p:sldTgt/>
                                              </p:tgtEl>
                                            </p:cond>
                                          </p:endCondLst>
                                        </p:cTn>
                                        <p:tgtEl>
                                          <p:sndTgt r:embed="rId21" name="LASER.WAV"/>
                                        </p:tgtEl>
                                      </p:cMediaNode>
                                    </p:audio>
                                  </p:subTnLst>
                                </p:cTn>
                              </p:par>
                            </p:childTnLst>
                          </p:cTn>
                        </p:par>
                        <p:par>
                          <p:cTn id="56" fill="hold">
                            <p:stCondLst>
                              <p:cond delay="35500"/>
                            </p:stCondLst>
                            <p:childTnLst>
                              <p:par>
                                <p:cTn id="57" presetID="11" presetClass="entr" presetSubtype="0" fill="hold" nodeType="afterEffect">
                                  <p:stCondLst>
                                    <p:cond delay="0"/>
                                  </p:stCondLst>
                                  <p:childTnLst>
                                    <p:set>
                                      <p:cBhvr>
                                        <p:cTn id="58" dur="1000">
                                          <p:stCondLst>
                                            <p:cond delay="0"/>
                                          </p:stCondLst>
                                        </p:cTn>
                                        <p:tgtEl>
                                          <p:spTgt spid="220204"/>
                                        </p:tgtEl>
                                        <p:attrNameLst>
                                          <p:attrName>style.visibility</p:attrName>
                                        </p:attrNameLst>
                                      </p:cBhvr>
                                      <p:to>
                                        <p:strVal val="visible"/>
                                      </p:to>
                                    </p:set>
                                  </p:childTnLst>
                                  <p:subTnLst>
                                    <p:audio>
                                      <p:cMediaNode>
                                        <p:cTn display="0" masterRel="sameClick">
                                          <p:stCondLst>
                                            <p:cond evt="begin" delay="0">
                                              <p:tn val="57"/>
                                            </p:cond>
                                          </p:stCondLst>
                                          <p:endCondLst>
                                            <p:cond evt="onStopAudio" delay="0">
                                              <p:tgtEl>
                                                <p:sldTgt/>
                                              </p:tgtEl>
                                            </p:cond>
                                          </p:endCondLst>
                                        </p:cTn>
                                        <p:tgtEl>
                                          <p:sndTgt r:embed="rId21" name="LASER.WAV"/>
                                        </p:tgtEl>
                                      </p:cMediaNode>
                                    </p:audio>
                                  </p:subTnLst>
                                </p:cTn>
                              </p:par>
                            </p:childTnLst>
                          </p:cTn>
                        </p:par>
                        <p:par>
                          <p:cTn id="59" fill="hold">
                            <p:stCondLst>
                              <p:cond delay="36500"/>
                            </p:stCondLst>
                            <p:childTnLst>
                              <p:par>
                                <p:cTn id="60" presetID="1" presetClass="entr" presetSubtype="0" fill="hold" nodeType="afterEffect">
                                  <p:stCondLst>
                                    <p:cond delay="0"/>
                                  </p:stCondLst>
                                  <p:childTnLst>
                                    <p:set>
                                      <p:cBhvr>
                                        <p:cTn id="61" dur="1" fill="hold">
                                          <p:stCondLst>
                                            <p:cond delay="499"/>
                                          </p:stCondLst>
                                        </p:cTn>
                                        <p:tgtEl>
                                          <p:spTgt spid="220214"/>
                                        </p:tgtEl>
                                        <p:attrNameLst>
                                          <p:attrName>style.visibility</p:attrName>
                                        </p:attrNameLst>
                                      </p:cBhvr>
                                      <p:to>
                                        <p:strVal val="visible"/>
                                      </p:to>
                                    </p:set>
                                  </p:childTnLst>
                                </p:cTn>
                              </p:par>
                            </p:childTnLst>
                          </p:cTn>
                        </p:par>
                        <p:par>
                          <p:cTn id="62" fill="hold">
                            <p:stCondLst>
                              <p:cond delay="37000"/>
                            </p:stCondLst>
                            <p:childTnLst>
                              <p:par>
                                <p:cTn id="63" presetID="1" presetClass="entr" presetSubtype="0" fill="hold" nodeType="afterEffect">
                                  <p:stCondLst>
                                    <p:cond delay="0"/>
                                  </p:stCondLst>
                                  <p:childTnLst>
                                    <p:set>
                                      <p:cBhvr>
                                        <p:cTn id="64" dur="1" fill="hold">
                                          <p:stCondLst>
                                            <p:cond delay="499"/>
                                          </p:stCondLst>
                                        </p:cTn>
                                        <p:tgtEl>
                                          <p:spTgt spid="220213"/>
                                        </p:tgtEl>
                                        <p:attrNameLst>
                                          <p:attrName>style.visibility</p:attrName>
                                        </p:attrNameLst>
                                      </p:cBhvr>
                                      <p:to>
                                        <p:strVal val="visible"/>
                                      </p:to>
                                    </p:set>
                                  </p:childTnLst>
                                </p:cTn>
                              </p:par>
                            </p:childTnLst>
                          </p:cTn>
                        </p:par>
                        <p:par>
                          <p:cTn id="65" fill="hold">
                            <p:stCondLst>
                              <p:cond delay="37500"/>
                            </p:stCondLst>
                            <p:childTnLst>
                              <p:par>
                                <p:cTn id="66" presetID="1" presetClass="mediacall" presetSubtype="0" fill="hold" nodeType="afterEffect">
                                  <p:stCondLst>
                                    <p:cond delay="0"/>
                                  </p:stCondLst>
                                  <p:childTnLst>
                                    <p:cmd type="call" cmd="playFrom(0.0)">
                                      <p:cBhvr>
                                        <p:cTn id="67" dur="1860" fill="hold"/>
                                        <p:tgtEl>
                                          <p:spTgt spid="220213"/>
                                        </p:tgtEl>
                                      </p:cBhvr>
                                    </p:cmd>
                                  </p:childTnLst>
                                </p:cTn>
                              </p:par>
                            </p:childTnLst>
                          </p:cTn>
                        </p:par>
                        <p:par>
                          <p:cTn id="68" fill="hold">
                            <p:stCondLst>
                              <p:cond delay="39500"/>
                            </p:stCondLst>
                            <p:childTnLst>
                              <p:par>
                                <p:cTn id="69" presetID="11" presetClass="entr" presetSubtype="0" fill="hold" nodeType="afterEffect">
                                  <p:stCondLst>
                                    <p:cond delay="0"/>
                                  </p:stCondLst>
                                  <p:childTnLst>
                                    <p:set>
                                      <p:cBhvr>
                                        <p:cTn id="70" dur="1000">
                                          <p:stCondLst>
                                            <p:cond delay="0"/>
                                          </p:stCondLst>
                                        </p:cTn>
                                        <p:tgtEl>
                                          <p:spTgt spid="220181"/>
                                        </p:tgtEl>
                                        <p:attrNameLst>
                                          <p:attrName>style.visibility</p:attrName>
                                        </p:attrNameLst>
                                      </p:cBhvr>
                                      <p:to>
                                        <p:strVal val="visible"/>
                                      </p:to>
                                    </p:set>
                                  </p:childTnLst>
                                  <p:subTnLst>
                                    <p:audio>
                                      <p:cMediaNode>
                                        <p:cTn display="0" masterRel="sameClick">
                                          <p:stCondLst>
                                            <p:cond evt="begin" delay="0">
                                              <p:tn val="69"/>
                                            </p:cond>
                                          </p:stCondLst>
                                          <p:endCondLst>
                                            <p:cond evt="onStopAudio" delay="0">
                                              <p:tgtEl>
                                                <p:sldTgt/>
                                              </p:tgtEl>
                                            </p:cond>
                                          </p:endCondLst>
                                        </p:cTn>
                                        <p:tgtEl>
                                          <p:sndTgt r:embed="rId22" name="j0074717.wav"/>
                                        </p:tgtEl>
                                      </p:cMediaNode>
                                    </p:audio>
                                  </p:subTnLst>
                                </p:cTn>
                              </p:par>
                            </p:childTnLst>
                          </p:cTn>
                        </p:par>
                        <p:par>
                          <p:cTn id="71" fill="hold">
                            <p:stCondLst>
                              <p:cond delay="40500"/>
                            </p:stCondLst>
                            <p:childTnLst>
                              <p:par>
                                <p:cTn id="72" presetID="11" presetClass="entr" presetSubtype="0" fill="hold" nodeType="afterEffect">
                                  <p:stCondLst>
                                    <p:cond delay="0"/>
                                  </p:stCondLst>
                                  <p:childTnLst>
                                    <p:set>
                                      <p:cBhvr>
                                        <p:cTn id="73" dur="1000">
                                          <p:stCondLst>
                                            <p:cond delay="0"/>
                                          </p:stCondLst>
                                        </p:cTn>
                                        <p:tgtEl>
                                          <p:spTgt spid="220194"/>
                                        </p:tgtEl>
                                        <p:attrNameLst>
                                          <p:attrName>style.visibility</p:attrName>
                                        </p:attrNameLst>
                                      </p:cBhvr>
                                      <p:to>
                                        <p:strVal val="visible"/>
                                      </p:to>
                                    </p:set>
                                  </p:childTnLst>
                                  <p:subTnLst>
                                    <p:audio>
                                      <p:cMediaNode>
                                        <p:cTn display="0" masterRel="sameClick">
                                          <p:stCondLst>
                                            <p:cond evt="begin" delay="0">
                                              <p:tn val="72"/>
                                            </p:cond>
                                          </p:stCondLst>
                                          <p:endCondLst>
                                            <p:cond evt="onStopAudio" delay="0">
                                              <p:tgtEl>
                                                <p:sldTgt/>
                                              </p:tgtEl>
                                            </p:cond>
                                          </p:endCondLst>
                                        </p:cTn>
                                        <p:tgtEl>
                                          <p:sndTgt r:embed="rId22" name="j0074717.wav"/>
                                        </p:tgtEl>
                                      </p:cMediaNode>
                                    </p:audio>
                                  </p:subTnLst>
                                </p:cTn>
                              </p:par>
                            </p:childTnLst>
                          </p:cTn>
                        </p:par>
                        <p:par>
                          <p:cTn id="74" fill="hold">
                            <p:stCondLst>
                              <p:cond delay="41500"/>
                            </p:stCondLst>
                            <p:childTnLst>
                              <p:par>
                                <p:cTn id="75" presetID="1" presetClass="entr" presetSubtype="0" fill="hold" nodeType="afterEffect">
                                  <p:stCondLst>
                                    <p:cond delay="1000"/>
                                  </p:stCondLst>
                                  <p:childTnLst>
                                    <p:set>
                                      <p:cBhvr>
                                        <p:cTn id="76" dur="1" fill="hold">
                                          <p:stCondLst>
                                            <p:cond delay="499"/>
                                          </p:stCondLst>
                                        </p:cTn>
                                        <p:tgtEl>
                                          <p:spTgt spid="220190"/>
                                        </p:tgtEl>
                                        <p:attrNameLst>
                                          <p:attrName>style.visibility</p:attrName>
                                        </p:attrNameLst>
                                      </p:cBhvr>
                                      <p:to>
                                        <p:strVal val="visible"/>
                                      </p:to>
                                    </p:set>
                                  </p:childTnLst>
                                  <p:subTnLst>
                                    <p:set>
                                      <p:cBhvr override="childStyle">
                                        <p:cTn dur="1" fill="hold" display="0" masterRel="sameClick" afterEffect="1">
                                          <p:stCondLst>
                                            <p:cond evt="end" delay="0">
                                              <p:tn val="75"/>
                                            </p:cond>
                                          </p:stCondLst>
                                        </p:cTn>
                                        <p:tgtEl>
                                          <p:spTgt spid="220190"/>
                                        </p:tgtEl>
                                        <p:attrNameLst>
                                          <p:attrName>style.visibility</p:attrName>
                                        </p:attrNameLst>
                                      </p:cBhvr>
                                      <p:to>
                                        <p:strVal val="hidden"/>
                                      </p:to>
                                    </p:set>
                                    <p:audio>
                                      <p:cMediaNode>
                                        <p:cTn display="0" masterRel="sameClick">
                                          <p:stCondLst>
                                            <p:cond evt="begin" delay="0">
                                              <p:tn val="75"/>
                                            </p:cond>
                                          </p:stCondLst>
                                          <p:endCondLst>
                                            <p:cond evt="onStopAudio" delay="0">
                                              <p:tgtEl>
                                                <p:sldTgt/>
                                              </p:tgtEl>
                                            </p:cond>
                                          </p:endCondLst>
                                        </p:cTn>
                                        <p:tgtEl>
                                          <p:sndTgt r:embed="rId23" name="s2.2.2-8.wav"/>
                                        </p:tgtEl>
                                      </p:cMediaNode>
                                    </p:audio>
                                  </p:subTnLst>
                                </p:cTn>
                              </p:par>
                            </p:childTnLst>
                          </p:cTn>
                        </p:par>
                        <p:par>
                          <p:cTn id="77" fill="hold">
                            <p:stCondLst>
                              <p:cond delay="43000"/>
                            </p:stCondLst>
                            <p:childTnLst>
                              <p:par>
                                <p:cTn id="78" presetID="9" presetClass="entr" presetSubtype="0" fill="hold" nodeType="afterEffect">
                                  <p:stCondLst>
                                    <p:cond delay="0"/>
                                  </p:stCondLst>
                                  <p:childTnLst>
                                    <p:set>
                                      <p:cBhvr>
                                        <p:cTn id="79" dur="1" fill="hold">
                                          <p:stCondLst>
                                            <p:cond delay="0"/>
                                          </p:stCondLst>
                                        </p:cTn>
                                        <p:tgtEl>
                                          <p:spTgt spid="220182"/>
                                        </p:tgtEl>
                                        <p:attrNameLst>
                                          <p:attrName>style.visibility</p:attrName>
                                        </p:attrNameLst>
                                      </p:cBhvr>
                                      <p:to>
                                        <p:strVal val="visible"/>
                                      </p:to>
                                    </p:set>
                                    <p:animEffect transition="in" filter="dissolve">
                                      <p:cBhvr>
                                        <p:cTn id="80" dur="500"/>
                                        <p:tgtEl>
                                          <p:spTgt spid="220182"/>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4" fill="hold" grpId="0" nodeType="clickEffect">
                                  <p:stCondLst>
                                    <p:cond delay="0"/>
                                  </p:stCondLst>
                                  <p:childTnLst>
                                    <p:set>
                                      <p:cBhvr>
                                        <p:cTn id="84" dur="1" fill="hold">
                                          <p:stCondLst>
                                            <p:cond delay="0"/>
                                          </p:stCondLst>
                                        </p:cTn>
                                        <p:tgtEl>
                                          <p:spTgt spid="220220"/>
                                        </p:tgtEl>
                                        <p:attrNameLst>
                                          <p:attrName>style.visibility</p:attrName>
                                        </p:attrNameLst>
                                      </p:cBhvr>
                                      <p:to>
                                        <p:strVal val="visible"/>
                                      </p:to>
                                    </p:set>
                                    <p:animEffect transition="in" filter="wipe(down)">
                                      <p:cBhvr>
                                        <p:cTn id="85" dur="1000"/>
                                        <p:tgtEl>
                                          <p:spTgt spid="220220"/>
                                        </p:tgtEl>
                                      </p:cBhvr>
                                    </p:animEffect>
                                  </p:childTnLst>
                                  <p:subTnLst>
                                    <p:set>
                                      <p:cBhvr override="childStyle">
                                        <p:cTn dur="1" fill="hold" display="0" masterRel="nextClick" afterEffect="1"/>
                                        <p:tgtEl>
                                          <p:spTgt spid="220220"/>
                                        </p:tgtEl>
                                        <p:attrNameLst>
                                          <p:attrName>style.visibility</p:attrName>
                                        </p:attrNameLst>
                                      </p:cBhvr>
                                      <p:to>
                                        <p:strVal val="hidden"/>
                                      </p:to>
                                    </p:set>
                                  </p:subTnLst>
                                </p:cTn>
                              </p:par>
                            </p:childTnLst>
                          </p:cTn>
                        </p:par>
                      </p:childTnLst>
                    </p:cTn>
                  </p:par>
                  <p:par>
                    <p:cTn id="86" fill="hold">
                      <p:stCondLst>
                        <p:cond delay="indefinite"/>
                      </p:stCondLst>
                      <p:childTnLst>
                        <p:par>
                          <p:cTn id="87" fill="hold">
                            <p:stCondLst>
                              <p:cond delay="0"/>
                            </p:stCondLst>
                            <p:childTnLst>
                              <p:par>
                                <p:cTn id="88" presetID="22" presetClass="entr" presetSubtype="1" fill="hold" grpId="0" nodeType="clickEffect">
                                  <p:stCondLst>
                                    <p:cond delay="0"/>
                                  </p:stCondLst>
                                  <p:childTnLst>
                                    <p:set>
                                      <p:cBhvr>
                                        <p:cTn id="89" dur="1" fill="hold">
                                          <p:stCondLst>
                                            <p:cond delay="0"/>
                                          </p:stCondLst>
                                        </p:cTn>
                                        <p:tgtEl>
                                          <p:spTgt spid="220162"/>
                                        </p:tgtEl>
                                        <p:attrNameLst>
                                          <p:attrName>style.visibility</p:attrName>
                                        </p:attrNameLst>
                                      </p:cBhvr>
                                      <p:to>
                                        <p:strVal val="visible"/>
                                      </p:to>
                                    </p:set>
                                    <p:animEffect transition="in" filter="wipe(up)">
                                      <p:cBhvr>
                                        <p:cTn id="90" dur="1000"/>
                                        <p:tgtEl>
                                          <p:spTgt spid="220162"/>
                                        </p:tgtEl>
                                      </p:cBhvr>
                                    </p:animEffect>
                                  </p:childTnLst>
                                  <p:subTnLst>
                                    <p:audio>
                                      <p:cMediaNode>
                                        <p:cTn display="0" masterRel="sameClick">
                                          <p:stCondLst>
                                            <p:cond evt="begin" delay="0">
                                              <p:tn val="88"/>
                                            </p:cond>
                                          </p:stCondLst>
                                          <p:endCondLst>
                                            <p:cond evt="onStopAudio" delay="0">
                                              <p:tgtEl>
                                                <p:sldTgt/>
                                              </p:tgtEl>
                                            </p:cond>
                                          </p:endCondLst>
                                        </p:cTn>
                                        <p:tgtEl>
                                          <p:sndTgt r:embed="rId24" name="s2.2.2-9.wav"/>
                                        </p:tgtEl>
                                      </p:cMediaNode>
                                    </p:audio>
                                  </p:subTnLst>
                                </p:cTn>
                              </p:par>
                            </p:childTnLst>
                          </p:cTn>
                        </p:par>
                      </p:childTnLst>
                    </p:cTn>
                  </p:par>
                </p:childTnLst>
              </p:cTn>
              <p:prevCondLst>
                <p:cond evt="onPrev" delay="0">
                  <p:tgtEl>
                    <p:sldTgt/>
                  </p:tgtEl>
                </p:cond>
              </p:prevCondLst>
              <p:nextCondLst>
                <p:cond evt="onNext" delay="0">
                  <p:tgtEl>
                    <p:sldTgt/>
                  </p:tgtEl>
                </p:cond>
              </p:nextCondLst>
            </p:seq>
            <p:audio>
              <p:cMediaNode>
                <p:cTn id="91" fill="hold" display="0">
                  <p:stCondLst>
                    <p:cond delay="indefinite"/>
                  </p:stCondLst>
                  <p:endCondLst>
                    <p:cond evt="onNext" delay="0">
                      <p:tgtEl>
                        <p:sldTgt/>
                      </p:tgtEl>
                    </p:cond>
                    <p:cond evt="onPrev" delay="0">
                      <p:tgtEl>
                        <p:sldTgt/>
                      </p:tgtEl>
                    </p:cond>
                    <p:cond evt="onStopAudio" delay="0">
                      <p:tgtEl>
                        <p:sldTgt/>
                      </p:tgtEl>
                    </p:cond>
                  </p:endCondLst>
                </p:cTn>
                <p:tgtEl>
                  <p:spTgt spid="220213"/>
                </p:tgtEl>
              </p:cMediaNode>
            </p:audio>
          </p:childTnLst>
        </p:cTn>
      </p:par>
    </p:tnLst>
    <p:bldLst>
      <p:bldP spid="220162" grpId="0"/>
      <p:bldP spid="220163" grpId="0"/>
      <p:bldP spid="220202" grpId="0"/>
      <p:bldP spid="220218" grpId="0"/>
      <p:bldP spid="22022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标题 1"/>
          <p:cNvSpPr>
            <a:spLocks noGrp="1"/>
          </p:cNvSpPr>
          <p:nvPr>
            <p:ph type="title"/>
          </p:nvPr>
        </p:nvSpPr>
        <p:spPr>
          <a:ln/>
        </p:spPr>
        <p:txBody>
          <a:bodyPr vert="horz" wrap="square" lIns="91440" tIns="45720" rIns="91440" bIns="45720" anchor="ctr" anchorCtr="0"/>
          <a:p>
            <a:r>
              <a:rPr lang="zh-CN" altLang="en-US" dirty="0"/>
              <a:t>系统功能需求</a:t>
            </a:r>
            <a:endParaRPr lang="zh-CN" altLang="en-US" dirty="0"/>
          </a:p>
        </p:txBody>
      </p:sp>
      <p:sp>
        <p:nvSpPr>
          <p:cNvPr id="21507" name="内容占位符 2"/>
          <p:cNvSpPr>
            <a:spLocks noGrp="1"/>
          </p:cNvSpPr>
          <p:nvPr>
            <p:ph idx="1"/>
          </p:nvPr>
        </p:nvSpPr>
        <p:spPr>
          <a:xfrm>
            <a:off x="827088" y="1052513"/>
            <a:ext cx="7391400" cy="5707063"/>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1</a:t>
            </a: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、监视病员的病症</a:t>
            </a:r>
            <a:r>
              <a:rPr kumimoji="0" lang="en-US" altLang="zh-CN"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局部监视</a:t>
            </a:r>
            <a:endPar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u"/>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采集病症信号</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血压、体温、脉搏等</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u"/>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组合病症信号。</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u"/>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将模拟病症信号转换为数字信号（</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A-D</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转换）。</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2</a:t>
            </a: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、定时更新病历</a:t>
            </a:r>
            <a:r>
              <a:rPr kumimoji="0" lang="en-US" altLang="zh-CN"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更新日志</a:t>
            </a:r>
            <a:endPar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u"/>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将病症信号进行格式化并加入更新日期、时间。</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u"/>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更新病历库中病人的信息。</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u"/>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可人工设定更新病历的时间间隔。</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3</a:t>
            </a: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、病情出现异常情况时报警</a:t>
            </a:r>
            <a:endPar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u"/>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根据标准病症信号库中的值，判断是否报警。</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u"/>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将报警信号转换为各种模拟信号（</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D-A</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转换）。</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u"/>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实时打印病情报告，立即更新病历。</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4</a:t>
            </a: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、随机地产生某一病员的病情报告</a:t>
            </a:r>
            <a:r>
              <a:rPr kumimoji="0" lang="en-US" altLang="zh-CN"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产生病情报告</a:t>
            </a:r>
            <a:endPar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None/>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6554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标题 1"/>
          <p:cNvSpPr>
            <a:spLocks noGrp="1"/>
          </p:cNvSpPr>
          <p:nvPr>
            <p:ph type="title"/>
          </p:nvPr>
        </p:nvSpPr>
        <p:spPr>
          <a:ln/>
        </p:spPr>
        <p:txBody>
          <a:bodyPr vert="horz" wrap="square" lIns="91440" tIns="45720" rIns="91440" bIns="45720" anchor="ctr" anchorCtr="0"/>
          <a:p>
            <a:r>
              <a:rPr lang="zh-CN" altLang="en-US" dirty="0"/>
              <a:t>非功能需求</a:t>
            </a:r>
            <a:endParaRPr lang="zh-CN" altLang="en-US" dirty="0"/>
          </a:p>
        </p:txBody>
      </p:sp>
      <p:sp>
        <p:nvSpPr>
          <p:cNvPr id="66563" name="内容占位符 2"/>
          <p:cNvSpPr>
            <a:spLocks noGrp="1"/>
          </p:cNvSpPr>
          <p:nvPr>
            <p:ph idx="1"/>
          </p:nvPr>
        </p:nvSpPr>
        <p:spPr>
          <a:xfrm>
            <a:off x="682625" y="1341438"/>
            <a:ext cx="7705725" cy="2841625"/>
          </a:xfrm>
          <a:ln/>
        </p:spPr>
        <p:txBody>
          <a:bodyPr vert="horz" wrap="square" lIns="91440" tIns="45720" rIns="91440" bIns="45720" anchor="t" anchorCtr="0">
            <a:spAutoFit/>
          </a:bodyPr>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1</a:t>
            </a:r>
            <a:r>
              <a:rPr lang="zh-CN" altLang="en-US" dirty="0">
                <a:latin typeface="华文中宋" panose="02010600040101010101" pitchFamily="2" charset="-122"/>
                <a:ea typeface="华文中宋" panose="02010600040101010101" pitchFamily="2" charset="-122"/>
                <a:cs typeface="+mn-cs"/>
              </a:rPr>
              <a:t>、监视器与网络的</a:t>
            </a:r>
            <a:r>
              <a:rPr lang="zh-CN" altLang="en-US" dirty="0">
                <a:solidFill>
                  <a:srgbClr val="3333CC"/>
                </a:solidFill>
                <a:latin typeface="华文中宋" panose="02010600040101010101" pitchFamily="2" charset="-122"/>
                <a:ea typeface="华文中宋" panose="02010600040101010101" pitchFamily="2" charset="-122"/>
                <a:cs typeface="+mn-cs"/>
              </a:rPr>
              <a:t>可靠性要求</a:t>
            </a:r>
            <a:r>
              <a:rPr lang="zh-CN" altLang="en-US" dirty="0">
                <a:latin typeface="华文中宋" panose="02010600040101010101" pitchFamily="2" charset="-122"/>
                <a:ea typeface="华文中宋" panose="02010600040101010101" pitchFamily="2" charset="-122"/>
                <a:cs typeface="+mn-cs"/>
              </a:rPr>
              <a:t>，涉及人的生命安全。</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2</a:t>
            </a:r>
            <a:r>
              <a:rPr lang="zh-CN" altLang="en-US" dirty="0">
                <a:latin typeface="华文中宋" panose="02010600040101010101" pitchFamily="2" charset="-122"/>
                <a:ea typeface="华文中宋" panose="02010600040101010101" pitchFamily="2" charset="-122"/>
                <a:cs typeface="+mn-cs"/>
              </a:rPr>
              <a:t>、</a:t>
            </a:r>
            <a:r>
              <a:rPr lang="zh-CN" altLang="en-US" dirty="0">
                <a:solidFill>
                  <a:srgbClr val="3333CC"/>
                </a:solidFill>
                <a:latin typeface="华文中宋" panose="02010600040101010101" pitchFamily="2" charset="-122"/>
                <a:ea typeface="华文中宋" panose="02010600040101010101" pitchFamily="2" charset="-122"/>
                <a:cs typeface="+mn-cs"/>
              </a:rPr>
              <a:t>效率需求</a:t>
            </a:r>
            <a:r>
              <a:rPr lang="zh-CN" altLang="en-US" dirty="0">
                <a:latin typeface="华文中宋" panose="02010600040101010101" pitchFamily="2" charset="-122"/>
                <a:ea typeface="华文中宋" panose="02010600040101010101" pitchFamily="2" charset="-122"/>
                <a:cs typeface="+mn-cs"/>
              </a:rPr>
              <a:t>中对时间、空间的需求，所采集的病症信号数据量大。</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3</a:t>
            </a:r>
            <a:r>
              <a:rPr lang="zh-CN" altLang="en-US" dirty="0">
                <a:latin typeface="华文中宋" panose="02010600040101010101" pitchFamily="2" charset="-122"/>
                <a:ea typeface="华文中宋" panose="02010600040101010101" pitchFamily="2" charset="-122"/>
                <a:cs typeface="+mn-cs"/>
              </a:rPr>
              <a:t>、</a:t>
            </a:r>
            <a:r>
              <a:rPr lang="zh-CN" altLang="en-US" dirty="0">
                <a:solidFill>
                  <a:srgbClr val="3333CC"/>
                </a:solidFill>
                <a:latin typeface="华文中宋" panose="02010600040101010101" pitchFamily="2" charset="-122"/>
                <a:ea typeface="华文中宋" panose="02010600040101010101" pitchFamily="2" charset="-122"/>
                <a:cs typeface="+mn-cs"/>
              </a:rPr>
              <a:t>互操作需求</a:t>
            </a:r>
            <a:r>
              <a:rPr lang="en-US"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如要求监视器采样频率可人工调整等。</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4</a:t>
            </a:r>
            <a:r>
              <a:rPr lang="zh-CN" altLang="en-US" dirty="0">
                <a:latin typeface="华文中宋" panose="02010600040101010101" pitchFamily="2" charset="-122"/>
                <a:ea typeface="华文中宋" panose="02010600040101010101" pitchFamily="2" charset="-122"/>
                <a:cs typeface="+mn-cs"/>
              </a:rPr>
              <a:t>、对病人病历的</a:t>
            </a:r>
            <a:r>
              <a:rPr lang="zh-CN" altLang="en-US" dirty="0">
                <a:solidFill>
                  <a:srgbClr val="3333CC"/>
                </a:solidFill>
                <a:latin typeface="华文中宋" panose="02010600040101010101" pitchFamily="2" charset="-122"/>
                <a:ea typeface="华文中宋" panose="02010600040101010101" pitchFamily="2" charset="-122"/>
                <a:cs typeface="+mn-cs"/>
              </a:rPr>
              <a:t>隐私的要求。</a:t>
            </a:r>
            <a:endParaRPr lang="zh-CN" altLang="en-US" dirty="0">
              <a:solidFill>
                <a:srgbClr val="3333CC"/>
              </a:solidFill>
              <a:latin typeface="华文中宋" panose="02010600040101010101" pitchFamily="2" charset="-122"/>
              <a:ea typeface="华文中宋" panose="02010600040101010101" pitchFamily="2" charset="-122"/>
              <a:cs typeface="+mn-cs"/>
            </a:endParaRPr>
          </a:p>
        </p:txBody>
      </p:sp>
      <p:sp>
        <p:nvSpPr>
          <p:cNvPr id="6656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标题 1"/>
          <p:cNvSpPr>
            <a:spLocks noGrp="1"/>
          </p:cNvSpPr>
          <p:nvPr>
            <p:ph type="title"/>
          </p:nvPr>
        </p:nvSpPr>
        <p:spPr>
          <a:ln/>
        </p:spPr>
        <p:txBody>
          <a:bodyPr vert="horz" wrap="square" lIns="91440" tIns="45720" rIns="91440" bIns="45720" anchor="ctr" anchorCtr="0"/>
          <a:p>
            <a:r>
              <a:rPr lang="zh-CN" altLang="en-US" dirty="0"/>
              <a:t>医院病房监护系统分层</a:t>
            </a:r>
            <a:r>
              <a:rPr lang="en-US" altLang="zh-CN" dirty="0"/>
              <a:t>DFD</a:t>
            </a:r>
            <a:r>
              <a:rPr lang="zh-CN" altLang="en-US" dirty="0"/>
              <a:t>图</a:t>
            </a:r>
            <a:endParaRPr lang="zh-CN" altLang="en-US" dirty="0"/>
          </a:p>
        </p:txBody>
      </p:sp>
      <p:sp>
        <p:nvSpPr>
          <p:cNvPr id="67587"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21" name="Text Box 19"/>
          <p:cNvSpPr txBox="1">
            <a:spLocks noChangeArrowheads="1"/>
          </p:cNvSpPr>
          <p:nvPr/>
        </p:nvSpPr>
        <p:spPr bwMode="auto">
          <a:xfrm>
            <a:off x="3568700" y="2036763"/>
            <a:ext cx="2179638" cy="449263"/>
          </a:xfrm>
          <a:prstGeom prst="rect">
            <a:avLst/>
          </a:prstGeom>
          <a:solidFill>
            <a:schemeClr val="accent2">
              <a:lumMod val="20000"/>
              <a:lumOff val="80000"/>
            </a:schemeClr>
          </a:solidFill>
          <a:ln>
            <a:noFill/>
          </a:ln>
        </p:spPr>
        <p:txBody>
          <a:bodyPr>
            <a:spAutoFit/>
          </a:bodyPr>
          <a:lstStyle>
            <a:lvl1pPr>
              <a:defRPr sz="2800" b="1">
                <a:solidFill>
                  <a:schemeClr val="tx1"/>
                </a:solidFill>
                <a:latin typeface="Times New Roman" panose="02020603050405020304" pitchFamily="18" charset="0"/>
                <a:ea typeface="楷体_GB2312" pitchFamily="49" charset="-122"/>
              </a:defRPr>
            </a:lvl1pPr>
            <a:lvl2pPr marL="742950" indent="-285750">
              <a:defRPr sz="2800" b="1">
                <a:solidFill>
                  <a:schemeClr val="tx1"/>
                </a:solidFill>
                <a:latin typeface="Times New Roman" panose="02020603050405020304" pitchFamily="18" charset="0"/>
                <a:ea typeface="楷体_GB2312" pitchFamily="49" charset="-122"/>
              </a:defRPr>
            </a:lvl2pPr>
            <a:lvl3pPr marL="1143000" indent="-228600">
              <a:defRPr sz="2800" b="1">
                <a:solidFill>
                  <a:schemeClr val="tx1"/>
                </a:solidFill>
                <a:latin typeface="Times New Roman" panose="02020603050405020304" pitchFamily="18" charset="0"/>
                <a:ea typeface="楷体_GB2312" pitchFamily="49" charset="-122"/>
              </a:defRPr>
            </a:lvl3pPr>
            <a:lvl4pPr marL="1600200" indent="-228600">
              <a:defRPr sz="2800" b="1">
                <a:solidFill>
                  <a:schemeClr val="tx1"/>
                </a:solidFill>
                <a:latin typeface="Times New Roman" panose="02020603050405020304" pitchFamily="18" charset="0"/>
                <a:ea typeface="楷体_GB2312" pitchFamily="49" charset="-122"/>
              </a:defRPr>
            </a:lvl4pPr>
            <a:lvl5pPr marL="2057400" indent="-228600">
              <a:defRPr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30000"/>
              </a:lnSpc>
              <a:spcBef>
                <a:spcPct val="2000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顶 层</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DFD</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图</a:t>
            </a:r>
            <a:endParaRPr kumimoji="0"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aphicFrame>
        <p:nvGraphicFramePr>
          <p:cNvPr id="67589" name="对象 2"/>
          <p:cNvGraphicFramePr>
            <a:graphicFrameLocks noChangeAspect="1"/>
          </p:cNvGraphicFramePr>
          <p:nvPr/>
        </p:nvGraphicFramePr>
        <p:xfrm>
          <a:off x="1479550" y="2924175"/>
          <a:ext cx="6419850" cy="2017713"/>
        </p:xfrm>
        <a:graphic>
          <a:graphicData uri="http://schemas.openxmlformats.org/presentationml/2006/ole">
            <mc:AlternateContent xmlns:mc="http://schemas.openxmlformats.org/markup-compatibility/2006">
              <mc:Choice xmlns:v="urn:schemas-microsoft-com:vml" Requires="v">
                <p:oleObj spid="_x0000_s3079" name="" r:id="rId1" imgW="6152515" imgH="1938020" progId="Visio.Drawing.15">
                  <p:embed/>
                </p:oleObj>
              </mc:Choice>
              <mc:Fallback>
                <p:oleObj name="" r:id="rId1" imgW="6152515" imgH="1938020" progId="Visio.Drawing.15">
                  <p:embed/>
                  <p:pic>
                    <p:nvPicPr>
                      <p:cNvPr id="0" name="图片 3078"/>
                      <p:cNvPicPr/>
                      <p:nvPr/>
                    </p:nvPicPr>
                    <p:blipFill>
                      <a:blip r:embed="rId2"/>
                      <a:stretch>
                        <a:fillRect/>
                      </a:stretch>
                    </p:blipFill>
                    <p:spPr>
                      <a:xfrm>
                        <a:off x="1479550" y="2924175"/>
                        <a:ext cx="6419850" cy="2017713"/>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dissolve">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8610" name="对象 2"/>
          <p:cNvGraphicFramePr>
            <a:graphicFrameLocks noChangeAspect="1"/>
          </p:cNvGraphicFramePr>
          <p:nvPr/>
        </p:nvGraphicFramePr>
        <p:xfrm>
          <a:off x="1331913" y="1773238"/>
          <a:ext cx="6302375" cy="3887787"/>
        </p:xfrm>
        <a:graphic>
          <a:graphicData uri="http://schemas.openxmlformats.org/presentationml/2006/ole">
            <mc:AlternateContent xmlns:mc="http://schemas.openxmlformats.org/markup-compatibility/2006">
              <mc:Choice xmlns:v="urn:schemas-microsoft-com:vml" Requires="v">
                <p:oleObj spid="_x0000_s3080" name="" r:id="rId1" imgW="9563100" imgH="5905500" progId="Visio.Drawing.15">
                  <p:embed/>
                </p:oleObj>
              </mc:Choice>
              <mc:Fallback>
                <p:oleObj name="" r:id="rId1" imgW="9563100" imgH="5905500" progId="Visio.Drawing.15">
                  <p:embed/>
                  <p:pic>
                    <p:nvPicPr>
                      <p:cNvPr id="0" name="图片 3079"/>
                      <p:cNvPicPr/>
                      <p:nvPr/>
                    </p:nvPicPr>
                    <p:blipFill>
                      <a:blip r:embed="rId2"/>
                      <a:stretch>
                        <a:fillRect/>
                      </a:stretch>
                    </p:blipFill>
                    <p:spPr>
                      <a:xfrm>
                        <a:off x="1331913" y="1773238"/>
                        <a:ext cx="6302375" cy="3887787"/>
                      </a:xfrm>
                      <a:prstGeom prst="rect">
                        <a:avLst/>
                      </a:prstGeom>
                      <a:noFill/>
                      <a:ln w="38100">
                        <a:noFill/>
                        <a:miter/>
                      </a:ln>
                    </p:spPr>
                  </p:pic>
                </p:oleObj>
              </mc:Fallback>
            </mc:AlternateContent>
          </a:graphicData>
        </a:graphic>
      </p:graphicFrame>
      <p:sp>
        <p:nvSpPr>
          <p:cNvPr id="74" name="Rectangle 48"/>
          <p:cNvSpPr>
            <a:spLocks noChangeArrowheads="1"/>
          </p:cNvSpPr>
          <p:nvPr/>
        </p:nvSpPr>
        <p:spPr bwMode="auto">
          <a:xfrm>
            <a:off x="4356100" y="2708275"/>
            <a:ext cx="1673225" cy="1354138"/>
          </a:xfrm>
          <a:prstGeom prst="rect">
            <a:avLst/>
          </a:prstGeom>
          <a:noFill/>
          <a:ln w="38100">
            <a:solidFill>
              <a:srgbClr val="FF0000"/>
            </a:solidFill>
            <a:miter lim="800000"/>
            <a:tailEnd type="none" w="sm" len="med"/>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2800" b="1"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68612" name="标题 1"/>
          <p:cNvSpPr>
            <a:spLocks noGrp="1"/>
          </p:cNvSpPr>
          <p:nvPr>
            <p:ph type="title"/>
          </p:nvPr>
        </p:nvSpPr>
        <p:spPr>
          <a:ln/>
        </p:spPr>
        <p:txBody>
          <a:bodyPr vert="horz" wrap="square" lIns="91440" tIns="45720" rIns="91440" bIns="45720" anchor="ctr" anchorCtr="0"/>
          <a:p>
            <a:r>
              <a:rPr lang="zh-CN" altLang="en-US" dirty="0"/>
              <a:t>医院病房监护系统顶层</a:t>
            </a:r>
            <a:r>
              <a:rPr lang="en-US" altLang="zh-CN" dirty="0"/>
              <a:t>DFD</a:t>
            </a:r>
            <a:r>
              <a:rPr lang="zh-CN" altLang="en-US" dirty="0"/>
              <a:t>图</a:t>
            </a:r>
            <a:endParaRPr lang="zh-CN" altLang="en-US" dirty="0"/>
          </a:p>
        </p:txBody>
      </p:sp>
      <p:sp>
        <p:nvSpPr>
          <p:cNvPr id="68613"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标题 1"/>
          <p:cNvSpPr>
            <a:spLocks noGrp="1"/>
          </p:cNvSpPr>
          <p:nvPr>
            <p:ph type="title"/>
          </p:nvPr>
        </p:nvSpPr>
        <p:spPr>
          <a:ln/>
        </p:spPr>
        <p:txBody>
          <a:bodyPr vert="horz" wrap="square" lIns="91440" tIns="45720" rIns="91440" bIns="45720" anchor="ctr" anchorCtr="0"/>
          <a:p>
            <a:r>
              <a:rPr lang="zh-CN" altLang="en-US" b="0" dirty="0"/>
              <a:t>练习</a:t>
            </a:r>
            <a:r>
              <a:rPr lang="en-US" altLang="zh-CN" b="0" dirty="0"/>
              <a:t>:  </a:t>
            </a:r>
            <a:r>
              <a:rPr lang="zh-CN" altLang="en-US" b="0" dirty="0"/>
              <a:t>医院病房监护系统二层</a:t>
            </a:r>
            <a:r>
              <a:rPr lang="en-US" altLang="zh-CN" b="0" dirty="0"/>
              <a:t>DFD</a:t>
            </a:r>
            <a:r>
              <a:rPr lang="zh-CN" altLang="en-US" b="0" dirty="0"/>
              <a:t>图</a:t>
            </a:r>
            <a:endParaRPr lang="zh-CN" altLang="en-US" b="0" dirty="0"/>
          </a:p>
        </p:txBody>
      </p:sp>
      <p:sp>
        <p:nvSpPr>
          <p:cNvPr id="69635" name="内容占位符 2"/>
          <p:cNvSpPr>
            <a:spLocks noGrp="1"/>
          </p:cNvSpPr>
          <p:nvPr>
            <p:ph idx="1"/>
          </p:nvPr>
        </p:nvSpPr>
        <p:spPr>
          <a:xfrm>
            <a:off x="827088" y="981075"/>
            <a:ext cx="7391400" cy="554038"/>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第二层：加工“中央监视”分解</a:t>
            </a:r>
            <a:endParaRPr lang="zh-CN" altLang="en-US" dirty="0">
              <a:latin typeface="华文中宋" panose="02010600040101010101" pitchFamily="2" charset="-122"/>
              <a:ea typeface="华文中宋" panose="02010600040101010101" pitchFamily="2" charset="-122"/>
              <a:cs typeface="+mn-cs"/>
            </a:endParaRPr>
          </a:p>
        </p:txBody>
      </p:sp>
      <p:sp>
        <p:nvSpPr>
          <p:cNvPr id="6963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b="0" dirty="0">
                <a:latin typeface="Times New Roman" panose="02020603050405020304" pitchFamily="18" charset="0"/>
                <a:ea typeface="宋体" panose="02010600030101010101" pitchFamily="2" charset="-122"/>
              </a:rPr>
              <a:t>　　</a:t>
            </a:r>
            <a:fld id="{9A0DB2DC-4C9A-4742-B13C-FB6460FD3503}" type="slidenum">
              <a:rPr lang="en-US" altLang="zh-CN" sz="1800" b="0" dirty="0">
                <a:latin typeface="Times New Roman" panose="02020603050405020304" pitchFamily="18" charset="0"/>
                <a:ea typeface="宋体" panose="02010600030101010101" pitchFamily="2" charset="-122"/>
              </a:rPr>
            </a:fld>
            <a:r>
              <a:rPr lang="zh-CN" altLang="zh-CN" sz="1800" b="0" dirty="0">
                <a:latin typeface="Times New Roman" panose="02020603050405020304" pitchFamily="18" charset="0"/>
                <a:ea typeface="宋体" panose="02010600030101010101" pitchFamily="2" charset="-122"/>
              </a:rPr>
              <a:t>　　　　　　</a:t>
            </a:r>
            <a:endParaRPr lang="zh-CN" altLang="zh-CN" sz="1800" b="0" dirty="0">
              <a:latin typeface="Times New Roman" panose="02020603050405020304" pitchFamily="18" charset="0"/>
              <a:ea typeface="宋体" panose="02010600030101010101" pitchFamily="2" charset="-122"/>
            </a:endParaRPr>
          </a:p>
        </p:txBody>
      </p:sp>
      <p:sp>
        <p:nvSpPr>
          <p:cNvPr id="116" name="Freeform 53"/>
          <p:cNvSpPr/>
          <p:nvPr/>
        </p:nvSpPr>
        <p:spPr bwMode="auto">
          <a:xfrm>
            <a:off x="1830388" y="1844675"/>
            <a:ext cx="5830888" cy="4062413"/>
          </a:xfrm>
          <a:custGeom>
            <a:avLst/>
            <a:gdLst/>
            <a:ahLst/>
            <a:cxnLst>
              <a:cxn ang="0">
                <a:pos x="552" y="75"/>
              </a:cxn>
              <a:cxn ang="0">
                <a:pos x="360" y="231"/>
              </a:cxn>
              <a:cxn ang="0">
                <a:pos x="305" y="313"/>
              </a:cxn>
              <a:cxn ang="0">
                <a:pos x="204" y="414"/>
              </a:cxn>
              <a:cxn ang="0">
                <a:pos x="158" y="469"/>
              </a:cxn>
              <a:cxn ang="0">
                <a:pos x="140" y="523"/>
              </a:cxn>
              <a:cxn ang="0">
                <a:pos x="131" y="551"/>
              </a:cxn>
              <a:cxn ang="0">
                <a:pos x="85" y="1867"/>
              </a:cxn>
              <a:cxn ang="0">
                <a:pos x="259" y="2571"/>
              </a:cxn>
              <a:cxn ang="0">
                <a:pos x="533" y="2663"/>
              </a:cxn>
              <a:cxn ang="0">
                <a:pos x="707" y="2718"/>
              </a:cxn>
              <a:cxn ang="0">
                <a:pos x="1265" y="2745"/>
              </a:cxn>
              <a:cxn ang="0">
                <a:pos x="1475" y="2782"/>
              </a:cxn>
              <a:cxn ang="0">
                <a:pos x="1557" y="2809"/>
              </a:cxn>
              <a:cxn ang="0">
                <a:pos x="1585" y="2818"/>
              </a:cxn>
              <a:cxn ang="0">
                <a:pos x="1850" y="2919"/>
              </a:cxn>
              <a:cxn ang="0">
                <a:pos x="2499" y="2965"/>
              </a:cxn>
              <a:cxn ang="0">
                <a:pos x="3057" y="2891"/>
              </a:cxn>
              <a:cxn ang="0">
                <a:pos x="3240" y="2873"/>
              </a:cxn>
              <a:cxn ang="0">
                <a:pos x="3395" y="2827"/>
              </a:cxn>
              <a:cxn ang="0">
                <a:pos x="3468" y="2782"/>
              </a:cxn>
              <a:cxn ang="0">
                <a:pos x="3633" y="2645"/>
              </a:cxn>
              <a:cxn ang="0">
                <a:pos x="3733" y="2617"/>
              </a:cxn>
              <a:cxn ang="0">
                <a:pos x="3779" y="2581"/>
              </a:cxn>
              <a:cxn ang="0">
                <a:pos x="3843" y="2507"/>
              </a:cxn>
              <a:cxn ang="0">
                <a:pos x="3989" y="2379"/>
              </a:cxn>
              <a:cxn ang="0">
                <a:pos x="4017" y="2325"/>
              </a:cxn>
              <a:cxn ang="0">
                <a:pos x="4044" y="2197"/>
              </a:cxn>
              <a:cxn ang="0">
                <a:pos x="4035" y="1584"/>
              </a:cxn>
              <a:cxn ang="0">
                <a:pos x="3998" y="1438"/>
              </a:cxn>
              <a:cxn ang="0">
                <a:pos x="3889" y="1145"/>
              </a:cxn>
              <a:cxn ang="0">
                <a:pos x="3825" y="1081"/>
              </a:cxn>
              <a:cxn ang="0">
                <a:pos x="3697" y="953"/>
              </a:cxn>
              <a:cxn ang="0">
                <a:pos x="3514" y="779"/>
              </a:cxn>
              <a:cxn ang="0">
                <a:pos x="3404" y="725"/>
              </a:cxn>
              <a:cxn ang="0">
                <a:pos x="3249" y="679"/>
              </a:cxn>
              <a:cxn ang="0">
                <a:pos x="2892" y="670"/>
              </a:cxn>
              <a:cxn ang="0">
                <a:pos x="2700" y="624"/>
              </a:cxn>
              <a:cxn ang="0">
                <a:pos x="2645" y="587"/>
              </a:cxn>
              <a:cxn ang="0">
                <a:pos x="2590" y="569"/>
              </a:cxn>
              <a:cxn ang="0">
                <a:pos x="2453" y="469"/>
              </a:cxn>
              <a:cxn ang="0">
                <a:pos x="2371" y="423"/>
              </a:cxn>
              <a:cxn ang="0">
                <a:pos x="2316" y="405"/>
              </a:cxn>
              <a:cxn ang="0">
                <a:pos x="2225" y="368"/>
              </a:cxn>
              <a:cxn ang="0">
                <a:pos x="2078" y="295"/>
              </a:cxn>
              <a:cxn ang="0">
                <a:pos x="2024" y="277"/>
              </a:cxn>
              <a:cxn ang="0">
                <a:pos x="1667" y="222"/>
              </a:cxn>
              <a:cxn ang="0">
                <a:pos x="1530" y="185"/>
              </a:cxn>
              <a:cxn ang="0">
                <a:pos x="1164" y="112"/>
              </a:cxn>
              <a:cxn ang="0">
                <a:pos x="936" y="48"/>
              </a:cxn>
              <a:cxn ang="0">
                <a:pos x="506" y="85"/>
              </a:cxn>
              <a:cxn ang="0">
                <a:pos x="488" y="112"/>
              </a:cxn>
              <a:cxn ang="0">
                <a:pos x="469" y="130"/>
              </a:cxn>
              <a:cxn ang="0">
                <a:pos x="552" y="75"/>
              </a:cxn>
            </a:cxnLst>
            <a:rect l="0" t="0" r="r" b="b"/>
            <a:pathLst>
              <a:path w="4044" h="2981">
                <a:moveTo>
                  <a:pt x="552" y="75"/>
                </a:moveTo>
                <a:cubicBezTo>
                  <a:pt x="451" y="139"/>
                  <a:pt x="411" y="197"/>
                  <a:pt x="360" y="231"/>
                </a:cubicBezTo>
                <a:cubicBezTo>
                  <a:pt x="317" y="295"/>
                  <a:pt x="335" y="268"/>
                  <a:pt x="305" y="313"/>
                </a:cubicBezTo>
                <a:cubicBezTo>
                  <a:pt x="279" y="352"/>
                  <a:pt x="233" y="377"/>
                  <a:pt x="204" y="414"/>
                </a:cubicBezTo>
                <a:cubicBezTo>
                  <a:pt x="158" y="472"/>
                  <a:pt x="218" y="409"/>
                  <a:pt x="158" y="469"/>
                </a:cubicBezTo>
                <a:cubicBezTo>
                  <a:pt x="152" y="487"/>
                  <a:pt x="146" y="505"/>
                  <a:pt x="140" y="523"/>
                </a:cubicBezTo>
                <a:cubicBezTo>
                  <a:pt x="137" y="532"/>
                  <a:pt x="131" y="551"/>
                  <a:pt x="131" y="551"/>
                </a:cubicBezTo>
                <a:cubicBezTo>
                  <a:pt x="124" y="1459"/>
                  <a:pt x="154" y="1373"/>
                  <a:pt x="85" y="1867"/>
                </a:cubicBezTo>
                <a:cubicBezTo>
                  <a:pt x="88" y="2029"/>
                  <a:pt x="0" y="2485"/>
                  <a:pt x="259" y="2571"/>
                </a:cubicBezTo>
                <a:cubicBezTo>
                  <a:pt x="342" y="2658"/>
                  <a:pt x="417" y="2653"/>
                  <a:pt x="533" y="2663"/>
                </a:cubicBezTo>
                <a:cubicBezTo>
                  <a:pt x="555" y="2670"/>
                  <a:pt x="702" y="2716"/>
                  <a:pt x="707" y="2718"/>
                </a:cubicBezTo>
                <a:cubicBezTo>
                  <a:pt x="872" y="2764"/>
                  <a:pt x="1203" y="2744"/>
                  <a:pt x="1265" y="2745"/>
                </a:cubicBezTo>
                <a:cubicBezTo>
                  <a:pt x="1338" y="2753"/>
                  <a:pt x="1405" y="2758"/>
                  <a:pt x="1475" y="2782"/>
                </a:cubicBezTo>
                <a:cubicBezTo>
                  <a:pt x="1502" y="2791"/>
                  <a:pt x="1530" y="2800"/>
                  <a:pt x="1557" y="2809"/>
                </a:cubicBezTo>
                <a:cubicBezTo>
                  <a:pt x="1566" y="2812"/>
                  <a:pt x="1585" y="2818"/>
                  <a:pt x="1585" y="2818"/>
                </a:cubicBezTo>
                <a:cubicBezTo>
                  <a:pt x="1640" y="2877"/>
                  <a:pt x="1771" y="2906"/>
                  <a:pt x="1850" y="2919"/>
                </a:cubicBezTo>
                <a:cubicBezTo>
                  <a:pt x="2037" y="2981"/>
                  <a:pt x="2353" y="2962"/>
                  <a:pt x="2499" y="2965"/>
                </a:cubicBezTo>
                <a:cubicBezTo>
                  <a:pt x="2713" y="2959"/>
                  <a:pt x="2865" y="2953"/>
                  <a:pt x="3057" y="2891"/>
                </a:cubicBezTo>
                <a:cubicBezTo>
                  <a:pt x="3129" y="2840"/>
                  <a:pt x="3062" y="2891"/>
                  <a:pt x="3240" y="2873"/>
                </a:cubicBezTo>
                <a:cubicBezTo>
                  <a:pt x="3285" y="2869"/>
                  <a:pt x="3352" y="2849"/>
                  <a:pt x="3395" y="2827"/>
                </a:cubicBezTo>
                <a:cubicBezTo>
                  <a:pt x="3424" y="2812"/>
                  <a:pt x="3436" y="2793"/>
                  <a:pt x="3468" y="2782"/>
                </a:cubicBezTo>
                <a:cubicBezTo>
                  <a:pt x="3518" y="2730"/>
                  <a:pt x="3581" y="2696"/>
                  <a:pt x="3633" y="2645"/>
                </a:cubicBezTo>
                <a:cubicBezTo>
                  <a:pt x="3639" y="2640"/>
                  <a:pt x="3722" y="2620"/>
                  <a:pt x="3733" y="2617"/>
                </a:cubicBezTo>
                <a:cubicBezTo>
                  <a:pt x="3747" y="2604"/>
                  <a:pt x="3765" y="2595"/>
                  <a:pt x="3779" y="2581"/>
                </a:cubicBezTo>
                <a:cubicBezTo>
                  <a:pt x="3827" y="2531"/>
                  <a:pt x="3752" y="2567"/>
                  <a:pt x="3843" y="2507"/>
                </a:cubicBezTo>
                <a:cubicBezTo>
                  <a:pt x="3882" y="2481"/>
                  <a:pt x="3953" y="2417"/>
                  <a:pt x="3989" y="2379"/>
                </a:cubicBezTo>
                <a:cubicBezTo>
                  <a:pt x="4013" y="2308"/>
                  <a:pt x="3980" y="2398"/>
                  <a:pt x="4017" y="2325"/>
                </a:cubicBezTo>
                <a:cubicBezTo>
                  <a:pt x="4036" y="2288"/>
                  <a:pt x="4039" y="2236"/>
                  <a:pt x="4044" y="2197"/>
                </a:cubicBezTo>
                <a:cubicBezTo>
                  <a:pt x="4041" y="1993"/>
                  <a:pt x="4043" y="1788"/>
                  <a:pt x="4035" y="1584"/>
                </a:cubicBezTo>
                <a:cubicBezTo>
                  <a:pt x="4033" y="1542"/>
                  <a:pt x="4010" y="1479"/>
                  <a:pt x="3998" y="1438"/>
                </a:cubicBezTo>
                <a:cubicBezTo>
                  <a:pt x="3973" y="1348"/>
                  <a:pt x="3973" y="1201"/>
                  <a:pt x="3889" y="1145"/>
                </a:cubicBezTo>
                <a:cubicBezTo>
                  <a:pt x="3869" y="1116"/>
                  <a:pt x="3854" y="1101"/>
                  <a:pt x="3825" y="1081"/>
                </a:cubicBezTo>
                <a:cubicBezTo>
                  <a:pt x="3807" y="1027"/>
                  <a:pt x="3740" y="991"/>
                  <a:pt x="3697" y="953"/>
                </a:cubicBezTo>
                <a:cubicBezTo>
                  <a:pt x="3635" y="899"/>
                  <a:pt x="3572" y="837"/>
                  <a:pt x="3514" y="779"/>
                </a:cubicBezTo>
                <a:cubicBezTo>
                  <a:pt x="3488" y="753"/>
                  <a:pt x="3437" y="739"/>
                  <a:pt x="3404" y="725"/>
                </a:cubicBezTo>
                <a:cubicBezTo>
                  <a:pt x="3357" y="704"/>
                  <a:pt x="3301" y="681"/>
                  <a:pt x="3249" y="679"/>
                </a:cubicBezTo>
                <a:cubicBezTo>
                  <a:pt x="3130" y="673"/>
                  <a:pt x="3011" y="673"/>
                  <a:pt x="2892" y="670"/>
                </a:cubicBezTo>
                <a:cubicBezTo>
                  <a:pt x="2826" y="661"/>
                  <a:pt x="2763" y="644"/>
                  <a:pt x="2700" y="624"/>
                </a:cubicBezTo>
                <a:cubicBezTo>
                  <a:pt x="2682" y="612"/>
                  <a:pt x="2663" y="599"/>
                  <a:pt x="2645" y="587"/>
                </a:cubicBezTo>
                <a:cubicBezTo>
                  <a:pt x="2629" y="576"/>
                  <a:pt x="2590" y="569"/>
                  <a:pt x="2590" y="569"/>
                </a:cubicBezTo>
                <a:cubicBezTo>
                  <a:pt x="2550" y="528"/>
                  <a:pt x="2509" y="487"/>
                  <a:pt x="2453" y="469"/>
                </a:cubicBezTo>
                <a:cubicBezTo>
                  <a:pt x="2428" y="452"/>
                  <a:pt x="2398" y="435"/>
                  <a:pt x="2371" y="423"/>
                </a:cubicBezTo>
                <a:cubicBezTo>
                  <a:pt x="2353" y="415"/>
                  <a:pt x="2316" y="405"/>
                  <a:pt x="2316" y="405"/>
                </a:cubicBezTo>
                <a:cubicBezTo>
                  <a:pt x="2285" y="383"/>
                  <a:pt x="2262" y="377"/>
                  <a:pt x="2225" y="368"/>
                </a:cubicBezTo>
                <a:cubicBezTo>
                  <a:pt x="2180" y="339"/>
                  <a:pt x="2126" y="316"/>
                  <a:pt x="2078" y="295"/>
                </a:cubicBezTo>
                <a:cubicBezTo>
                  <a:pt x="2061" y="287"/>
                  <a:pt x="2024" y="277"/>
                  <a:pt x="2024" y="277"/>
                </a:cubicBezTo>
                <a:cubicBezTo>
                  <a:pt x="1957" y="210"/>
                  <a:pt x="1721" y="224"/>
                  <a:pt x="1667" y="222"/>
                </a:cubicBezTo>
                <a:cubicBezTo>
                  <a:pt x="1621" y="213"/>
                  <a:pt x="1576" y="193"/>
                  <a:pt x="1530" y="185"/>
                </a:cubicBezTo>
                <a:cubicBezTo>
                  <a:pt x="1407" y="163"/>
                  <a:pt x="1287" y="132"/>
                  <a:pt x="1164" y="112"/>
                </a:cubicBezTo>
                <a:cubicBezTo>
                  <a:pt x="1089" y="87"/>
                  <a:pt x="1012" y="67"/>
                  <a:pt x="936" y="48"/>
                </a:cubicBezTo>
                <a:cubicBezTo>
                  <a:pt x="798" y="51"/>
                  <a:pt x="627" y="0"/>
                  <a:pt x="506" y="85"/>
                </a:cubicBezTo>
                <a:cubicBezTo>
                  <a:pt x="500" y="94"/>
                  <a:pt x="495" y="104"/>
                  <a:pt x="488" y="112"/>
                </a:cubicBezTo>
                <a:cubicBezTo>
                  <a:pt x="482" y="119"/>
                  <a:pt x="475" y="136"/>
                  <a:pt x="469" y="130"/>
                </a:cubicBezTo>
                <a:cubicBezTo>
                  <a:pt x="460" y="122"/>
                  <a:pt x="552" y="87"/>
                  <a:pt x="552" y="75"/>
                </a:cubicBezTo>
                <a:close/>
              </a:path>
            </a:pathLst>
          </a:custGeom>
          <a:noFill/>
          <a:ln w="28575" cap="flat" cmpd="sng">
            <a:solidFill>
              <a:srgbClr val="53548A"/>
            </a:solidFill>
            <a:prstDash val="solid"/>
            <a:round/>
            <a:headEnd type="none" w="med" len="me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graphicFrame>
        <p:nvGraphicFramePr>
          <p:cNvPr id="69638" name="对象 4"/>
          <p:cNvGraphicFramePr>
            <a:graphicFrameLocks noChangeAspect="1"/>
          </p:cNvGraphicFramePr>
          <p:nvPr/>
        </p:nvGraphicFramePr>
        <p:xfrm>
          <a:off x="1390650" y="1524000"/>
          <a:ext cx="6264275" cy="4367213"/>
        </p:xfrm>
        <a:graphic>
          <a:graphicData uri="http://schemas.openxmlformats.org/presentationml/2006/ole">
            <mc:AlternateContent xmlns:mc="http://schemas.openxmlformats.org/markup-compatibility/2006">
              <mc:Choice xmlns:v="urn:schemas-microsoft-com:vml" Requires="v">
                <p:oleObj spid="_x0000_s3076" name="" r:id="rId1" imgW="8610600" imgH="6019800" progId="Visio.Drawing.15">
                  <p:embed/>
                </p:oleObj>
              </mc:Choice>
              <mc:Fallback>
                <p:oleObj name="" r:id="rId1" imgW="8610600" imgH="6019800" progId="Visio.Drawing.15">
                  <p:embed/>
                  <p:pic>
                    <p:nvPicPr>
                      <p:cNvPr id="0" name="图片 3075"/>
                      <p:cNvPicPr/>
                      <p:nvPr/>
                    </p:nvPicPr>
                    <p:blipFill>
                      <a:blip r:embed="rId2"/>
                      <a:stretch>
                        <a:fillRect/>
                      </a:stretch>
                    </p:blipFill>
                    <p:spPr>
                      <a:xfrm>
                        <a:off x="1390650" y="1524000"/>
                        <a:ext cx="6264275" cy="4367213"/>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标题 1"/>
          <p:cNvSpPr>
            <a:spLocks noGrp="1"/>
          </p:cNvSpPr>
          <p:nvPr>
            <p:ph type="title"/>
          </p:nvPr>
        </p:nvSpPr>
        <p:spPr>
          <a:ln/>
        </p:spPr>
        <p:txBody>
          <a:bodyPr vert="horz" wrap="square" lIns="91440" tIns="45720" rIns="91440" bIns="45720" anchor="ctr" anchorCtr="0"/>
          <a:p>
            <a:r>
              <a:rPr lang="en-US" altLang="zh-CN" dirty="0"/>
              <a:t>5. </a:t>
            </a:r>
            <a:r>
              <a:rPr lang="zh-CN" altLang="en-US" dirty="0"/>
              <a:t>安全需求</a:t>
            </a:r>
            <a:endParaRPr lang="zh-CN" altLang="en-US" dirty="0"/>
          </a:p>
        </p:txBody>
      </p:sp>
      <p:sp>
        <p:nvSpPr>
          <p:cNvPr id="70659" name="页脚占位符 3"/>
          <p:cNvSpPr txBox="1">
            <a:spLocks noGrp="1"/>
          </p:cNvSpPr>
          <p:nvPr>
            <p:ph type="ftr" sz="quarter" idx="3"/>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ea typeface="+mn-ea"/>
                <a:cs typeface="+mn-cs"/>
              </a:rPr>
              <a:t>　　</a:t>
            </a:r>
            <a:fld id="{9A0DB2DC-4C9A-4742-B13C-FB6460FD3503}" type="slidenum">
              <a:rPr lang="en-US" altLang="zh-CN" sz="1800" b="1" dirty="0">
                <a:solidFill>
                  <a:schemeClr val="accent2"/>
                </a:solidFill>
                <a:latin typeface="Times New Roman" panose="02020603050405020304" pitchFamily="18" charset="0"/>
                <a:ea typeface="+mn-ea"/>
                <a:cs typeface="+mn-cs"/>
              </a:rPr>
            </a:fld>
            <a:r>
              <a:rPr lang="zh-CN" altLang="zh-CN" sz="1800" b="1" dirty="0">
                <a:solidFill>
                  <a:schemeClr val="accent2"/>
                </a:solidFill>
                <a:latin typeface="Times New Roman" panose="02020603050405020304" pitchFamily="18" charset="0"/>
                <a:ea typeface="+mn-ea"/>
                <a:cs typeface="+mn-cs"/>
              </a:rPr>
              <a:t>　　　　　　</a:t>
            </a:r>
            <a:endParaRPr lang="zh-CN" altLang="zh-CN" sz="1800" b="1" dirty="0">
              <a:solidFill>
                <a:schemeClr val="accent2"/>
              </a:solidFill>
              <a:latin typeface="Times New Roman" panose="02020603050405020304" pitchFamily="18" charset="0"/>
              <a:ea typeface="+mn-ea"/>
              <a:cs typeface="+mn-cs"/>
            </a:endParaRPr>
          </a:p>
        </p:txBody>
      </p:sp>
      <p:sp>
        <p:nvSpPr>
          <p:cNvPr id="70660" name="内容占位符 2"/>
          <p:cNvSpPr>
            <a:spLocks noGrp="1"/>
          </p:cNvSpPr>
          <p:nvPr>
            <p:ph idx="1"/>
          </p:nvPr>
        </p:nvSpPr>
        <p:spPr>
          <a:xfrm>
            <a:off x="467360" y="1411923"/>
            <a:ext cx="8229600" cy="4398010"/>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某些有重要任务的系统和涉及人类生命的系统的开发者很早就意识到质量的重要性。然而在其他系统上质量需求常被忽略。</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安全需求的目标是确保软件可以预防和抵挡攻击。</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信息安全的重要属性：</a:t>
            </a:r>
            <a:endParaRPr lang="en-US" altLang="zh-CN" dirty="0">
              <a:latin typeface="华文中宋" panose="02010600040101010101" pitchFamily="2" charset="-122"/>
              <a:ea typeface="华文中宋" panose="02010600040101010101" pitchFamily="2" charset="-122"/>
              <a:cs typeface="+mn-cs"/>
            </a:endParaRPr>
          </a:p>
          <a:p>
            <a:pPr lvl="1">
              <a:buSzPct val="70000"/>
            </a:pPr>
            <a:r>
              <a:rPr lang="zh-CN" altLang="en-US" dirty="0">
                <a:latin typeface="华文中宋" panose="02010600040101010101" pitchFamily="2" charset="-122"/>
                <a:ea typeface="华文中宋" panose="02010600040101010101" pitchFamily="2" charset="-122"/>
              </a:rPr>
              <a:t>机密性、完整性、可用性</a:t>
            </a:r>
            <a:endParaRPr lang="en-US" altLang="zh-CN" dirty="0">
              <a:latin typeface="华文中宋" panose="02010600040101010101" pitchFamily="2" charset="-122"/>
              <a:ea typeface="华文中宋" panose="02010600040101010101" pitchFamily="2" charset="-122"/>
            </a:endParaRPr>
          </a:p>
          <a:p>
            <a:pPr>
              <a:buSzPct val="70000"/>
            </a:pPr>
            <a:r>
              <a:rPr lang="zh-CN" altLang="en-US" dirty="0">
                <a:latin typeface="华文中宋" panose="02010600040101010101" pitchFamily="2" charset="-122"/>
                <a:ea typeface="华文中宋" panose="02010600040101010101" pitchFamily="2" charset="-122"/>
                <a:cs typeface="+mn-cs"/>
              </a:rPr>
              <a:t>从软件角度讲，还应当有软件自身特点的安全属性：</a:t>
            </a:r>
            <a:endParaRPr lang="en-US" altLang="zh-CN" dirty="0">
              <a:latin typeface="华文中宋" panose="02010600040101010101" pitchFamily="2" charset="-122"/>
              <a:ea typeface="华文中宋" panose="02010600040101010101" pitchFamily="2" charset="-122"/>
              <a:cs typeface="+mn-cs"/>
            </a:endParaRPr>
          </a:p>
          <a:p>
            <a:pPr lvl="1">
              <a:buSzPct val="70000"/>
            </a:pPr>
            <a:r>
              <a:rPr lang="zh-CN" altLang="en-US" dirty="0">
                <a:latin typeface="华文中宋" panose="02010600040101010101" pitchFamily="2" charset="-122"/>
                <a:ea typeface="华文中宋" panose="02010600040101010101" pitchFamily="2" charset="-122"/>
              </a:rPr>
              <a:t>审计性、抗抵赖性、可预测性、可靠性</a:t>
            </a:r>
            <a:endParaRPr lang="en-US" altLang="zh-CN" dirty="0">
              <a:latin typeface="华文中宋" panose="02010600040101010101" pitchFamily="2" charset="-122"/>
              <a:ea typeface="华文中宋" panose="02010600040101010101" pitchFamily="2" charset="-122"/>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标题 1"/>
          <p:cNvSpPr>
            <a:spLocks noGrp="1"/>
          </p:cNvSpPr>
          <p:nvPr>
            <p:ph type="title"/>
          </p:nvPr>
        </p:nvSpPr>
        <p:spPr>
          <a:ln/>
        </p:spPr>
        <p:txBody>
          <a:bodyPr vert="horz" wrap="square" lIns="91440" tIns="45720" rIns="91440" bIns="45720" anchor="ctr" anchorCtr="0"/>
          <a:p>
            <a:r>
              <a:rPr lang="en-US" altLang="zh-CN" dirty="0"/>
              <a:t>5.1</a:t>
            </a:r>
            <a:r>
              <a:rPr lang="zh-CN" altLang="en-US" dirty="0"/>
              <a:t>安全需求</a:t>
            </a:r>
            <a:endParaRPr lang="zh-CN" altLang="en-US" dirty="0"/>
          </a:p>
        </p:txBody>
      </p:sp>
      <p:sp>
        <p:nvSpPr>
          <p:cNvPr id="71683" name="页脚占位符 3"/>
          <p:cNvSpPr txBox="1">
            <a:spLocks noGrp="1"/>
          </p:cNvSpPr>
          <p:nvPr>
            <p:ph type="ftr" sz="quarter" idx="3"/>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ea typeface="+mn-ea"/>
                <a:cs typeface="+mn-cs"/>
              </a:rPr>
              <a:t>　　</a:t>
            </a:r>
            <a:fld id="{9A0DB2DC-4C9A-4742-B13C-FB6460FD3503}" type="slidenum">
              <a:rPr lang="en-US" altLang="zh-CN" sz="1800" b="1" dirty="0">
                <a:solidFill>
                  <a:schemeClr val="accent2"/>
                </a:solidFill>
                <a:latin typeface="Times New Roman" panose="02020603050405020304" pitchFamily="18" charset="0"/>
                <a:ea typeface="+mn-ea"/>
                <a:cs typeface="+mn-cs"/>
              </a:rPr>
            </a:fld>
            <a:r>
              <a:rPr lang="zh-CN" altLang="zh-CN" sz="1800" b="1" dirty="0">
                <a:solidFill>
                  <a:schemeClr val="accent2"/>
                </a:solidFill>
                <a:latin typeface="Times New Roman" panose="02020603050405020304" pitchFamily="18" charset="0"/>
                <a:ea typeface="+mn-ea"/>
                <a:cs typeface="+mn-cs"/>
              </a:rPr>
              <a:t>　　　　　　</a:t>
            </a:r>
            <a:endParaRPr lang="zh-CN" altLang="zh-CN" sz="1800" b="1" dirty="0">
              <a:solidFill>
                <a:schemeClr val="accent2"/>
              </a:solidFill>
              <a:latin typeface="Times New Roman" panose="02020603050405020304" pitchFamily="18" charset="0"/>
              <a:ea typeface="+mn-ea"/>
              <a:cs typeface="+mn-cs"/>
            </a:endParaRPr>
          </a:p>
        </p:txBody>
      </p:sp>
      <p:sp>
        <p:nvSpPr>
          <p:cNvPr id="71684" name="内容占位符 2"/>
          <p:cNvSpPr>
            <a:spLocks noGrp="1"/>
          </p:cNvSpPr>
          <p:nvPr>
            <p:ph idx="1"/>
          </p:nvPr>
        </p:nvSpPr>
        <p:spPr>
          <a:xfrm>
            <a:off x="395288" y="1184275"/>
            <a:ext cx="8229600" cy="4967288"/>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审计性：所有与安全相关的行为都必须被跟踪和记录，并进行审计和责任归因。</a:t>
            </a:r>
            <a:endParaRPr lang="zh-CN"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抗抵赖性：软件能防止用户否认执行了某项行为的功能，以保证责任性不被破坏。</a:t>
            </a:r>
            <a:endParaRPr lang="zh-CN"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可预测性：只要软件运行（其环境、输入）情况可预测，软件的功能、属性、和行为就可以预测。</a:t>
            </a:r>
            <a:endParaRPr lang="zh-CN"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可靠性：软件保持可预测性、正确运行的能力，不管无意的缺陷、漏洞和环境的变化。高可靠性软件也称为可信软件或者容错软件（意味着采取了容错技术）。</a:t>
            </a:r>
            <a:endParaRPr lang="en-US" altLang="zh-CN" dirty="0">
              <a:latin typeface="华文中宋" panose="02010600040101010101" pitchFamily="2" charset="-122"/>
              <a:ea typeface="华文中宋" panose="02010600040101010101" pitchFamily="2" charset="-122"/>
              <a:cs typeface="+mn-cs"/>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标题 1"/>
          <p:cNvSpPr>
            <a:spLocks noGrp="1"/>
          </p:cNvSpPr>
          <p:nvPr>
            <p:ph type="title"/>
          </p:nvPr>
        </p:nvSpPr>
        <p:spPr>
          <a:xfrm>
            <a:off x="1198563" y="269875"/>
            <a:ext cx="6623050" cy="685800"/>
          </a:xfrm>
          <a:ln/>
        </p:spPr>
        <p:txBody>
          <a:bodyPr vert="horz" wrap="square" lIns="91440" tIns="45720" rIns="91440" bIns="45720" anchor="ctr" anchorCtr="0"/>
          <a:p>
            <a:r>
              <a:rPr lang="en-US" altLang="zh-CN" dirty="0"/>
              <a:t>IBM</a:t>
            </a:r>
            <a:r>
              <a:rPr lang="zh-CN" altLang="zh-CN" dirty="0"/>
              <a:t>公司安全开发过程提出九类安全需求</a:t>
            </a:r>
            <a:endParaRPr lang="zh-CN" altLang="en-US" dirty="0"/>
          </a:p>
        </p:txBody>
      </p:sp>
      <p:sp>
        <p:nvSpPr>
          <p:cNvPr id="72707" name="页脚占位符 3"/>
          <p:cNvSpPr txBox="1">
            <a:spLocks noGrp="1"/>
          </p:cNvSpPr>
          <p:nvPr>
            <p:ph type="ftr" sz="quarter" idx="3"/>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ea typeface="+mn-ea"/>
                <a:cs typeface="+mn-cs"/>
              </a:rPr>
              <a:t>　　</a:t>
            </a:r>
            <a:fld id="{9A0DB2DC-4C9A-4742-B13C-FB6460FD3503}" type="slidenum">
              <a:rPr lang="en-US" altLang="zh-CN" sz="1800" b="1" dirty="0">
                <a:solidFill>
                  <a:schemeClr val="accent2"/>
                </a:solidFill>
                <a:latin typeface="Times New Roman" panose="02020603050405020304" pitchFamily="18" charset="0"/>
                <a:ea typeface="+mn-ea"/>
                <a:cs typeface="+mn-cs"/>
              </a:rPr>
            </a:fld>
            <a:r>
              <a:rPr lang="zh-CN" altLang="zh-CN" sz="1800" b="1" dirty="0">
                <a:solidFill>
                  <a:schemeClr val="accent2"/>
                </a:solidFill>
                <a:latin typeface="Times New Roman" panose="02020603050405020304" pitchFamily="18" charset="0"/>
                <a:ea typeface="+mn-ea"/>
                <a:cs typeface="+mn-cs"/>
              </a:rPr>
              <a:t>　　　　　　</a:t>
            </a:r>
            <a:endParaRPr lang="zh-CN" altLang="zh-CN" sz="1800" b="1" dirty="0">
              <a:solidFill>
                <a:schemeClr val="accent2"/>
              </a:solidFill>
              <a:latin typeface="Times New Roman" panose="02020603050405020304" pitchFamily="18" charset="0"/>
              <a:ea typeface="+mn-ea"/>
              <a:cs typeface="+mn-cs"/>
            </a:endParaRPr>
          </a:p>
        </p:txBody>
      </p:sp>
      <p:sp>
        <p:nvSpPr>
          <p:cNvPr id="72708" name="内容占位符 2"/>
          <p:cNvSpPr>
            <a:spLocks noGrp="1"/>
          </p:cNvSpPr>
          <p:nvPr>
            <p:ph idx="1"/>
          </p:nvPr>
        </p:nvSpPr>
        <p:spPr>
          <a:xfrm>
            <a:off x="539750" y="1050925"/>
            <a:ext cx="8229600" cy="5337175"/>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审计和日志记录</a:t>
            </a:r>
            <a:endParaRPr lang="zh-CN"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身份验证</a:t>
            </a:r>
            <a:endParaRPr lang="zh-CN"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会话管理</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输入验证和输出编码</a:t>
            </a:r>
            <a:r>
              <a:rPr lang="zh-CN" altLang="en-US"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用户提供的数据要通过验证。</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异常处理</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加密技术</a:t>
            </a:r>
            <a:r>
              <a:rPr lang="zh-CN" altLang="en-US"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受行业支持的加密算法极其重要</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存储数据</a:t>
            </a:r>
            <a:r>
              <a:rPr lang="zh-CN" altLang="en-US"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任何敏感数据都要加密</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传输数据</a:t>
            </a:r>
            <a:r>
              <a:rPr lang="zh-CN" altLang="en-US"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所有通信内容必须予以加密</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配置管理。</a:t>
            </a:r>
            <a:endParaRPr lang="en-US" altLang="zh-CN" dirty="0">
              <a:latin typeface="华文中宋" panose="02010600040101010101" pitchFamily="2" charset="-122"/>
              <a:ea typeface="华文中宋" panose="02010600040101010101" pitchFamily="2" charset="-122"/>
              <a:cs typeface="+mn-cs"/>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5.2 </a:t>
            </a: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安全需求分析方法</a:t>
            </a:r>
            <a:endPar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73731" name="页脚占位符 3"/>
          <p:cNvSpPr txBox="1">
            <a:spLocks noGrp="1"/>
          </p:cNvSpPr>
          <p:nvPr>
            <p:ph type="ftr" sz="quarter" idx="3"/>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ea typeface="+mn-ea"/>
                <a:cs typeface="+mn-cs"/>
              </a:rPr>
              <a:t>　　</a:t>
            </a:r>
            <a:fld id="{9A0DB2DC-4C9A-4742-B13C-FB6460FD3503}" type="slidenum">
              <a:rPr lang="en-US" altLang="zh-CN" sz="1800" b="1" dirty="0">
                <a:solidFill>
                  <a:schemeClr val="accent2"/>
                </a:solidFill>
                <a:latin typeface="Times New Roman" panose="02020603050405020304" pitchFamily="18" charset="0"/>
                <a:ea typeface="+mn-ea"/>
                <a:cs typeface="+mn-cs"/>
              </a:rPr>
            </a:fld>
            <a:r>
              <a:rPr lang="zh-CN" altLang="zh-CN" sz="1800" b="1" dirty="0">
                <a:solidFill>
                  <a:schemeClr val="accent2"/>
                </a:solidFill>
                <a:latin typeface="Times New Roman" panose="02020603050405020304" pitchFamily="18" charset="0"/>
                <a:ea typeface="+mn-ea"/>
                <a:cs typeface="+mn-cs"/>
              </a:rPr>
              <a:t>　　　　　　</a:t>
            </a:r>
            <a:endParaRPr lang="zh-CN" altLang="zh-CN" sz="1800" b="1" dirty="0">
              <a:solidFill>
                <a:schemeClr val="accent2"/>
              </a:solidFill>
              <a:latin typeface="Times New Roman" panose="02020603050405020304" pitchFamily="18" charset="0"/>
              <a:ea typeface="+mn-ea"/>
              <a:cs typeface="+mn-cs"/>
            </a:endParaRPr>
          </a:p>
        </p:txBody>
      </p:sp>
      <p:sp>
        <p:nvSpPr>
          <p:cNvPr id="6" name="内容占位符 1"/>
          <p:cNvSpPr txBox="1"/>
          <p:nvPr/>
        </p:nvSpPr>
        <p:spPr bwMode="auto">
          <a:xfrm>
            <a:off x="544513" y="1400175"/>
            <a:ext cx="8229600" cy="4525963"/>
          </a:xfrm>
          <a:prstGeom prst="rect">
            <a:avLst/>
          </a:prstGeom>
          <a:noFill/>
          <a:ln w="9525">
            <a:noFill/>
            <a:miter lim="800000"/>
          </a:ln>
          <a:effectLst/>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n"/>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7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a:lstStyle>
          <a:p>
            <a:pPr marL="342900" marR="0" lvl="0" indent="-342900" algn="l" defTabSz="914400" rtl="0" eaLnBrk="0" fontAlgn="base" latinLnBrk="0" hangingPunct="0">
              <a:lnSpc>
                <a:spcPct val="150000"/>
              </a:lnSpc>
              <a:spcBef>
                <a:spcPct val="20000"/>
              </a:spcBef>
              <a:spcAft>
                <a:spcPct val="0"/>
              </a:spcAft>
              <a:buClr>
                <a:srgbClr val="FFCC00"/>
              </a:buClr>
              <a:buSzPct val="70000"/>
              <a:buFont typeface="Wingdings" panose="05000000000000000000" pitchFamily="2" charset="2"/>
              <a:buChar char="n"/>
              <a:defRPr/>
            </a:pPr>
            <a:r>
              <a:rPr kumimoji="0" lang="zh-CN" altLang="zh-CN" sz="2400" b="1" i="0" u="none" strike="noStrike" kern="1200" cap="none" spc="0" normalizeH="0" baseline="0" noProof="0" dirty="0">
                <a:ln>
                  <a:noFill/>
                </a:ln>
                <a:solidFill>
                  <a:schemeClr val="tx1"/>
                </a:solidFill>
                <a:effectLst/>
                <a:uLnTx/>
                <a:uFillTx/>
                <a:latin typeface="+mn-lt"/>
                <a:ea typeface="+mn-ea"/>
                <a:cs typeface="+mn-cs"/>
              </a:rPr>
              <a:t>安全需求与一般需求的一个不同之处在于：安全需求并不是从使用者的兴趣出发，而是由系统的客观属性所决定的，这也决定了安全需求并不能依赖用户提出和定义。</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50000"/>
              </a:lnSpc>
              <a:spcBef>
                <a:spcPct val="20000"/>
              </a:spcBef>
              <a:spcAft>
                <a:spcPct val="0"/>
              </a:spcAft>
              <a:buClr>
                <a:srgbClr val="FFCC00"/>
              </a:buClr>
              <a:buSzPct val="70000"/>
              <a:buFont typeface="Wingdings" panose="05000000000000000000" pitchFamily="2" charset="2"/>
              <a:buChar char="n"/>
              <a:defRPr/>
            </a:pPr>
            <a:r>
              <a:rPr kumimoji="0" lang="zh-CN" altLang="zh-CN" sz="2400" b="1" i="0" u="none" strike="noStrike" kern="1200" cap="none" spc="0" normalizeH="0" baseline="0" noProof="0" dirty="0">
                <a:ln>
                  <a:noFill/>
                </a:ln>
                <a:solidFill>
                  <a:schemeClr val="tx1"/>
                </a:solidFill>
                <a:effectLst/>
                <a:uLnTx/>
                <a:uFillTx/>
                <a:latin typeface="+mn-lt"/>
                <a:ea typeface="+mn-ea"/>
                <a:cs typeface="+mn-cs"/>
              </a:rPr>
              <a:t>当进行安全需求分析时，除了从用户角度提出的保密性、完整性、可靠性等安全属性以外，还应该从攻击者的角度出发考虑系统存在的漏洞或开展攻击的途径，这就是误用或滥用案例。</a:t>
            </a:r>
            <a:endParaRPr kumimoji="0" lang="zh-CN" altLang="en-US" sz="2400" b="0" i="0" u="none" strike="noStrike" kern="0" cap="none" spc="0" normalizeH="0" baseline="0" noProof="0" dirty="0">
              <a:ln>
                <a:noFill/>
              </a:ln>
              <a:solidFill>
                <a:srgbClr val="FFFFFF"/>
              </a:solidFill>
              <a:effectLst>
                <a:outerShdw blurRad="38100" dist="38100" dir="2700000" algn="tl">
                  <a:srgbClr val="000000"/>
                </a:outerShdw>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rgbClr val="FFCC00"/>
              </a:buClr>
              <a:buSzPct val="70000"/>
              <a:buFont typeface="Wingdings" panose="05000000000000000000" pitchFamily="2" charset="2"/>
              <a:buChar char="n"/>
              <a:defRPr/>
            </a:pPr>
            <a:endParaRPr kumimoji="0" lang="zh-CN" altLang="en-US" sz="2400" b="0" i="0" u="none" strike="noStrike" kern="0" cap="none" spc="0" normalizeH="0" baseline="0" noProof="0" dirty="0">
              <a:ln>
                <a:noFill/>
              </a:ln>
              <a:solidFill>
                <a:srgbClr val="FFFFFF"/>
              </a:solidFill>
              <a:effectLst>
                <a:outerShdw blurRad="38100" dist="38100" dir="2700000" algn="tl">
                  <a:srgbClr val="000000"/>
                </a:outerShdw>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标题 1"/>
          <p:cNvSpPr>
            <a:spLocks noGrp="1"/>
          </p:cNvSpPr>
          <p:nvPr>
            <p:ph type="title"/>
          </p:nvPr>
        </p:nvSpPr>
        <p:spPr>
          <a:ln/>
        </p:spPr>
        <p:txBody>
          <a:bodyPr vert="horz" wrap="square" lIns="91440" tIns="45720" rIns="91440" bIns="45720" anchor="ctr" anchorCtr="0"/>
          <a:p>
            <a:r>
              <a:rPr lang="zh-CN" altLang="en-US" dirty="0"/>
              <a:t>误用（滥用）案例</a:t>
            </a:r>
            <a:endParaRPr lang="zh-CN" altLang="en-US" dirty="0"/>
          </a:p>
        </p:txBody>
      </p:sp>
      <p:sp>
        <p:nvSpPr>
          <p:cNvPr id="74755" name="页脚占位符 3"/>
          <p:cNvSpPr txBox="1">
            <a:spLocks noGrp="1"/>
          </p:cNvSpPr>
          <p:nvPr>
            <p:ph type="ftr" sz="quarter" idx="3"/>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ea typeface="+mn-ea"/>
                <a:cs typeface="+mn-cs"/>
              </a:rPr>
              <a:t>　　</a:t>
            </a:r>
            <a:fld id="{9A0DB2DC-4C9A-4742-B13C-FB6460FD3503}" type="slidenum">
              <a:rPr lang="en-US" altLang="zh-CN" sz="1800" b="1" dirty="0">
                <a:solidFill>
                  <a:schemeClr val="accent2"/>
                </a:solidFill>
                <a:latin typeface="Times New Roman" panose="02020603050405020304" pitchFamily="18" charset="0"/>
                <a:ea typeface="+mn-ea"/>
                <a:cs typeface="+mn-cs"/>
              </a:rPr>
            </a:fld>
            <a:r>
              <a:rPr lang="zh-CN" altLang="zh-CN" sz="1800" b="1" dirty="0">
                <a:solidFill>
                  <a:schemeClr val="accent2"/>
                </a:solidFill>
                <a:latin typeface="Times New Roman" panose="02020603050405020304" pitchFamily="18" charset="0"/>
                <a:ea typeface="+mn-ea"/>
                <a:cs typeface="+mn-cs"/>
              </a:rPr>
              <a:t>　　　　　　</a:t>
            </a:r>
            <a:endParaRPr lang="zh-CN" altLang="zh-CN" sz="1800" b="1" dirty="0">
              <a:solidFill>
                <a:schemeClr val="accent2"/>
              </a:solidFill>
              <a:latin typeface="Times New Roman" panose="02020603050405020304" pitchFamily="18" charset="0"/>
              <a:ea typeface="+mn-ea"/>
              <a:cs typeface="+mn-cs"/>
            </a:endParaRPr>
          </a:p>
        </p:txBody>
      </p:sp>
      <p:sp>
        <p:nvSpPr>
          <p:cNvPr id="74756" name="内容占位符 2"/>
          <p:cNvSpPr>
            <a:spLocks noGrp="1"/>
          </p:cNvSpPr>
          <p:nvPr>
            <p:ph idx="1"/>
          </p:nvPr>
        </p:nvSpPr>
        <p:spPr>
          <a:xfrm>
            <a:off x="544513" y="1341438"/>
            <a:ext cx="8229600" cy="3951287"/>
          </a:xfrm>
          <a:ln/>
        </p:spPr>
        <p:txBody>
          <a:bodyPr vert="horz" wrap="square" lIns="91440" tIns="45720" rIns="91440" bIns="45720" anchor="t" anchorCtr="0">
            <a:spAutoFit/>
          </a:bodyPr>
          <a:p>
            <a:pPr>
              <a:buSzPct val="70000"/>
            </a:pPr>
            <a:r>
              <a:rPr lang="zh-CN" altLang="en-US" dirty="0">
                <a:solidFill>
                  <a:srgbClr val="C00000"/>
                </a:solidFill>
                <a:latin typeface="华文中宋" panose="02010600040101010101" pitchFamily="2" charset="-122"/>
                <a:ea typeface="华文中宋" panose="02010600040101010101" pitchFamily="2" charset="-122"/>
                <a:cs typeface="+mn-cs"/>
              </a:rPr>
              <a:t>误用或滥用案例就是考虑非正规的行为。</a:t>
            </a:r>
            <a:endParaRPr lang="en-US" altLang="zh-CN" dirty="0">
              <a:solidFill>
                <a:srgbClr val="C00000"/>
              </a:solidFill>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误用或滥用案例帮助把软件置于和攻击者所做的一样的状态，通过</a:t>
            </a:r>
            <a:r>
              <a:rPr lang="zh-CN" altLang="en-US" dirty="0">
                <a:solidFill>
                  <a:srgbClr val="C00000"/>
                </a:solidFill>
                <a:latin typeface="华文中宋" panose="02010600040101010101" pitchFamily="2" charset="-122"/>
                <a:ea typeface="华文中宋" panose="02010600040101010101" pitchFamily="2" charset="-122"/>
                <a:cs typeface="+mn-cs"/>
              </a:rPr>
              <a:t>超越正常思维</a:t>
            </a:r>
            <a:r>
              <a:rPr lang="zh-CN" altLang="en-US" dirty="0">
                <a:latin typeface="华文中宋" panose="02010600040101010101" pitchFamily="2" charset="-122"/>
                <a:ea typeface="华文中宋" panose="02010600040101010101" pitchFamily="2" charset="-122"/>
                <a:cs typeface="+mn-cs"/>
              </a:rPr>
              <a:t>，并注意意料之外的事件，可以更好的理解怎样开发安全的软件。</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目标就是先验地决定软件如何应对非法使用。</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最简单和可行的方法是</a:t>
            </a:r>
            <a:r>
              <a:rPr lang="zh-CN" altLang="en-US" dirty="0">
                <a:solidFill>
                  <a:srgbClr val="C00000"/>
                </a:solidFill>
                <a:latin typeface="华文中宋" panose="02010600040101010101" pitchFamily="2" charset="-122"/>
                <a:ea typeface="华文中宋" panose="02010600040101010101" pitchFamily="2" charset="-122"/>
                <a:cs typeface="+mn-cs"/>
              </a:rPr>
              <a:t>“头脑风暴”</a:t>
            </a:r>
            <a:r>
              <a:rPr lang="zh-CN" altLang="en-US" dirty="0">
                <a:latin typeface="华文中宋" panose="02010600040101010101" pitchFamily="2" charset="-122"/>
                <a:ea typeface="华文中宋" panose="02010600040101010101" pitchFamily="2" charset="-122"/>
                <a:cs typeface="+mn-cs"/>
              </a:rPr>
              <a:t>。</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复制攻击者的思考方法</a:t>
            </a:r>
            <a:endParaRPr lang="zh-CN" altLang="en-US" dirty="0">
              <a:latin typeface="华文中宋" panose="02010600040101010101" pitchFamily="2" charset="-122"/>
              <a:ea typeface="华文中宋" panose="02010600040101010101" pitchFamily="2" charset="-122"/>
              <a:cs typeface="+mn-cs"/>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标题 1"/>
          <p:cNvSpPr>
            <a:spLocks noGrp="1"/>
          </p:cNvSpPr>
          <p:nvPr>
            <p:ph type="title"/>
          </p:nvPr>
        </p:nvSpPr>
        <p:spPr>
          <a:ln/>
        </p:spPr>
        <p:txBody>
          <a:bodyPr vert="horz" wrap="square" lIns="91440" tIns="45720" rIns="91440" bIns="45720" anchor="ctr" anchorCtr="0"/>
          <a:p>
            <a:r>
              <a:rPr lang="zh-CN" altLang="en-US" dirty="0"/>
              <a:t>误用举例</a:t>
            </a:r>
            <a:endParaRPr lang="zh-CN" altLang="en-US" dirty="0"/>
          </a:p>
        </p:txBody>
      </p:sp>
      <p:sp>
        <p:nvSpPr>
          <p:cNvPr id="75779" name="页脚占位符 3"/>
          <p:cNvSpPr txBox="1">
            <a:spLocks noGrp="1"/>
          </p:cNvSpPr>
          <p:nvPr>
            <p:ph type="ftr" sz="quarter" idx="3"/>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ea typeface="+mn-ea"/>
                <a:cs typeface="+mn-cs"/>
              </a:rPr>
              <a:t>　　</a:t>
            </a:r>
            <a:fld id="{9A0DB2DC-4C9A-4742-B13C-FB6460FD3503}" type="slidenum">
              <a:rPr lang="en-US" altLang="zh-CN" sz="1800" b="1" dirty="0">
                <a:solidFill>
                  <a:schemeClr val="accent2"/>
                </a:solidFill>
                <a:latin typeface="Times New Roman" panose="02020603050405020304" pitchFamily="18" charset="0"/>
                <a:ea typeface="+mn-ea"/>
                <a:cs typeface="+mn-cs"/>
              </a:rPr>
            </a:fld>
            <a:r>
              <a:rPr lang="zh-CN" altLang="zh-CN" sz="1800" b="1" dirty="0">
                <a:solidFill>
                  <a:schemeClr val="accent2"/>
                </a:solidFill>
                <a:latin typeface="Times New Roman" panose="02020603050405020304" pitchFamily="18" charset="0"/>
                <a:ea typeface="+mn-ea"/>
                <a:cs typeface="+mn-cs"/>
              </a:rPr>
              <a:t>　　　　　　</a:t>
            </a:r>
            <a:endParaRPr lang="zh-CN" altLang="zh-CN" sz="1800" b="1" dirty="0">
              <a:solidFill>
                <a:schemeClr val="accent2"/>
              </a:solidFill>
              <a:latin typeface="Times New Roman" panose="02020603050405020304" pitchFamily="18" charset="0"/>
              <a:ea typeface="+mn-ea"/>
              <a:cs typeface="+mn-cs"/>
            </a:endParaRPr>
          </a:p>
        </p:txBody>
      </p:sp>
      <p:sp>
        <p:nvSpPr>
          <p:cNvPr id="6" name="标题 1"/>
          <p:cNvSpPr txBox="1"/>
          <p:nvPr/>
        </p:nvSpPr>
        <p:spPr bwMode="auto">
          <a:xfrm>
            <a:off x="457200" y="946150"/>
            <a:ext cx="8229600" cy="1143000"/>
          </a:xfrm>
          <a:prstGeom prst="rect">
            <a:avLst/>
          </a:prstGeom>
          <a:noFill/>
          <a:ln w="9525">
            <a:noFill/>
            <a:miter lim="800000"/>
          </a:ln>
          <a:effectLst/>
        </p:spPr>
        <p:txBody>
          <a:bodyPr lIns="0" tIns="0" rIns="0" bIns="0" anchor="ctr">
            <a:normAutofit fontScale="97500"/>
          </a:bodyPr>
          <a:lst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j-cs"/>
              </a:rPr>
              <a:t>误用举例：基于</a:t>
            </a:r>
            <a:r>
              <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j-cs"/>
              </a:rPr>
              <a:t>web</a:t>
            </a: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j-cs"/>
              </a:rPr>
              <a:t>的工资应用程序</a:t>
            </a:r>
            <a:endPar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j-cs"/>
            </a:endParaRPr>
          </a:p>
        </p:txBody>
      </p:sp>
      <p:sp>
        <p:nvSpPr>
          <p:cNvPr id="7" name="object 32"/>
          <p:cNvSpPr txBox="1"/>
          <p:nvPr/>
        </p:nvSpPr>
        <p:spPr>
          <a:xfrm>
            <a:off x="544513" y="1844675"/>
            <a:ext cx="8229600" cy="4362450"/>
          </a:xfrm>
          <a:prstGeom prst="rect">
            <a:avLst/>
          </a:prstGeom>
        </p:spPr>
        <p:txBody>
          <a:bodyPr lIns="0" tIns="0" rIns="0" bIns="0">
            <a:spAutoFit/>
          </a:bodyPr>
          <a:lstStyle/>
          <a:p>
            <a:pPr marL="12700" marR="0" defTabSz="914400" eaLnBrk="1" hangingPunct="1">
              <a:lnSpc>
                <a:spcPct val="150000"/>
              </a:lnSpc>
              <a:buClrTx/>
              <a:buSzTx/>
              <a:buFontTx/>
              <a:buNone/>
              <a:tabLst>
                <a:tab pos="354965" algn="l"/>
              </a:tabLst>
              <a:defRPr/>
            </a:pPr>
            <a:r>
              <a:rPr kumimoji="0" b="0" kern="1200" cap="none" spc="-20" normalizeH="0" baseline="0" noProof="0" dirty="0">
                <a:solidFill>
                  <a:schemeClr val="tx1"/>
                </a:solidFill>
                <a:latin typeface="华文中宋" panose="02010600040101010101" pitchFamily="2" charset="-122"/>
                <a:ea typeface="华文中宋" panose="02010600040101010101" pitchFamily="2" charset="-122"/>
                <a:cs typeface="Wingdings" panose="05000000000000000000"/>
              </a:rPr>
              <a:t></a:t>
            </a:r>
            <a:r>
              <a:rPr kumimoji="0" lang="zh-CN" altLang="en-US" b="0" kern="1200" cap="none" spc="-20" normalizeH="0" baseline="0" noProof="0" dirty="0">
                <a:solidFill>
                  <a:schemeClr val="tx1"/>
                </a:solidFill>
                <a:latin typeface="华文中宋" panose="02010600040101010101" pitchFamily="2" charset="-122"/>
                <a:ea typeface="华文中宋" panose="02010600040101010101" pitchFamily="2" charset="-122"/>
                <a:cs typeface="Times New Roman" panose="02020603050405020304"/>
              </a:rPr>
              <a:t>一个恶意用户，在从</a:t>
            </a:r>
            <a:r>
              <a:rPr kumimoji="0" lang="en-US" altLang="zh-CN" b="0" kern="1200" cap="none" spc="-20" normalizeH="0" baseline="0" noProof="0" dirty="0">
                <a:solidFill>
                  <a:schemeClr val="tx1"/>
                </a:solidFill>
                <a:latin typeface="华文中宋" panose="02010600040101010101" pitchFamily="2" charset="-122"/>
                <a:ea typeface="华文中宋" panose="02010600040101010101" pitchFamily="2" charset="-122"/>
                <a:cs typeface="Times New Roman" panose="02020603050405020304"/>
              </a:rPr>
              <a:t>web</a:t>
            </a:r>
            <a:r>
              <a:rPr kumimoji="0" lang="zh-CN" altLang="en-US" b="0" kern="1200" cap="none" spc="-20" normalizeH="0" baseline="0" noProof="0" dirty="0">
                <a:solidFill>
                  <a:schemeClr val="tx1"/>
                </a:solidFill>
                <a:latin typeface="华文中宋" panose="02010600040101010101" pitchFamily="2" charset="-122"/>
                <a:ea typeface="华文中宋" panose="02010600040101010101" pitchFamily="2" charset="-122"/>
                <a:cs typeface="Times New Roman" panose="02020603050405020304"/>
              </a:rPr>
              <a:t>服务器到客户端的途中，或从客户端到服务器的途中，查看或修改个人工资数据</a:t>
            </a:r>
            <a:endParaRPr kumimoji="0" lang="zh-CN" altLang="en-US" b="0" kern="1200" cap="none" spc="-20" normalizeH="0" baseline="0" noProof="0" dirty="0">
              <a:solidFill>
                <a:schemeClr val="tx1"/>
              </a:solidFill>
              <a:latin typeface="华文中宋" panose="02010600040101010101" pitchFamily="2" charset="-122"/>
              <a:ea typeface="华文中宋" panose="02010600040101010101" pitchFamily="2" charset="-122"/>
              <a:cs typeface="Times New Roman" panose="02020603050405020304"/>
            </a:endParaRPr>
          </a:p>
          <a:p>
            <a:pPr marL="12700" marR="0" defTabSz="914400" eaLnBrk="1" hangingPunct="1">
              <a:lnSpc>
                <a:spcPct val="150000"/>
              </a:lnSpc>
              <a:buClrTx/>
              <a:buSzTx/>
              <a:buFont typeface="Wingdings" panose="05000000000000000000" pitchFamily="2" charset="2"/>
              <a:buChar char="n"/>
              <a:tabLst>
                <a:tab pos="354965" algn="l"/>
              </a:tabLst>
              <a:defRPr/>
            </a:pPr>
            <a:r>
              <a:rPr kumimoji="0" lang="zh-CN" altLang="en-US" b="0" kern="1200" cap="none" spc="-20" normalizeH="0" baseline="0" noProof="0" dirty="0">
                <a:solidFill>
                  <a:schemeClr val="tx1"/>
                </a:solidFill>
                <a:latin typeface="华文中宋" panose="02010600040101010101" pitchFamily="2" charset="-122"/>
                <a:ea typeface="华文中宋" panose="02010600040101010101" pitchFamily="2" charset="-122"/>
                <a:cs typeface="Times New Roman" panose="02020603050405020304"/>
              </a:rPr>
              <a:t>一个恶意用户，在从</a:t>
            </a:r>
            <a:r>
              <a:rPr kumimoji="0" lang="en-US" altLang="zh-CN" b="0" kern="1200" cap="none" spc="-20" normalizeH="0" baseline="0" noProof="0" dirty="0">
                <a:solidFill>
                  <a:schemeClr val="tx1"/>
                </a:solidFill>
                <a:latin typeface="华文中宋" panose="02010600040101010101" pitchFamily="2" charset="-122"/>
                <a:ea typeface="华文中宋" panose="02010600040101010101" pitchFamily="2" charset="-122"/>
                <a:cs typeface="Times New Roman" panose="02020603050405020304"/>
              </a:rPr>
              <a:t>web</a:t>
            </a:r>
            <a:r>
              <a:rPr kumimoji="0" lang="zh-CN" altLang="en-US" b="0" kern="1200" cap="none" spc="-20" normalizeH="0" baseline="0" noProof="0" dirty="0">
                <a:solidFill>
                  <a:schemeClr val="tx1"/>
                </a:solidFill>
                <a:latin typeface="华文中宋" panose="02010600040101010101" pitchFamily="2" charset="-122"/>
                <a:ea typeface="华文中宋" panose="02010600040101010101" pitchFamily="2" charset="-122"/>
                <a:cs typeface="Times New Roman" panose="02020603050405020304"/>
              </a:rPr>
              <a:t>服务器到</a:t>
            </a:r>
            <a:r>
              <a:rPr kumimoji="0" lang="en-US" altLang="zh-CN" b="0" kern="1200" cap="none" spc="-20" normalizeH="0" baseline="0" noProof="0" dirty="0">
                <a:solidFill>
                  <a:schemeClr val="tx1"/>
                </a:solidFill>
                <a:latin typeface="华文中宋" panose="02010600040101010101" pitchFamily="2" charset="-122"/>
                <a:ea typeface="华文中宋" panose="02010600040101010101" pitchFamily="2" charset="-122"/>
                <a:cs typeface="Times New Roman" panose="02020603050405020304"/>
              </a:rPr>
              <a:t>COM</a:t>
            </a:r>
            <a:r>
              <a:rPr kumimoji="0" lang="zh-CN" altLang="en-US" b="0" kern="1200" cap="none" spc="-20" normalizeH="0" baseline="0" noProof="0" dirty="0">
                <a:solidFill>
                  <a:schemeClr val="tx1"/>
                </a:solidFill>
                <a:latin typeface="华文中宋" panose="02010600040101010101" pitchFamily="2" charset="-122"/>
                <a:ea typeface="华文中宋" panose="02010600040101010101" pitchFamily="2" charset="-122"/>
                <a:cs typeface="Times New Roman" panose="02020603050405020304"/>
              </a:rPr>
              <a:t>组件的途中，或从</a:t>
            </a:r>
            <a:r>
              <a:rPr kumimoji="0" lang="en-US" altLang="zh-CN" b="0" kern="1200" cap="none" spc="-20" normalizeH="0" baseline="0" noProof="0" dirty="0">
                <a:solidFill>
                  <a:schemeClr val="tx1"/>
                </a:solidFill>
                <a:latin typeface="华文中宋" panose="02010600040101010101" pitchFamily="2" charset="-122"/>
                <a:ea typeface="华文中宋" panose="02010600040101010101" pitchFamily="2" charset="-122"/>
                <a:cs typeface="Times New Roman" panose="02020603050405020304"/>
              </a:rPr>
              <a:t>COM</a:t>
            </a:r>
            <a:r>
              <a:rPr kumimoji="0" lang="zh-CN" altLang="en-US" b="0" kern="1200" cap="none" spc="-20" normalizeH="0" baseline="0" noProof="0" dirty="0">
                <a:solidFill>
                  <a:schemeClr val="tx1"/>
                </a:solidFill>
                <a:latin typeface="华文中宋" panose="02010600040101010101" pitchFamily="2" charset="-122"/>
                <a:ea typeface="华文中宋" panose="02010600040101010101" pitchFamily="2" charset="-122"/>
                <a:cs typeface="Times New Roman" panose="02020603050405020304"/>
              </a:rPr>
              <a:t>组件到服务器的途中，查看或修改个人工资数据</a:t>
            </a:r>
            <a:endParaRPr kumimoji="0" lang="zh-CN" altLang="en-US" b="0" kern="1200" cap="none" spc="-20" normalizeH="0" baseline="0" noProof="0" dirty="0">
              <a:solidFill>
                <a:schemeClr val="tx1"/>
              </a:solidFill>
              <a:latin typeface="华文中宋" panose="02010600040101010101" pitchFamily="2" charset="-122"/>
              <a:ea typeface="华文中宋" panose="02010600040101010101" pitchFamily="2" charset="-122"/>
              <a:cs typeface="Times New Roman" panose="02020603050405020304"/>
            </a:endParaRPr>
          </a:p>
          <a:p>
            <a:pPr marL="12700" marR="0" defTabSz="914400" eaLnBrk="1" hangingPunct="1">
              <a:lnSpc>
                <a:spcPct val="150000"/>
              </a:lnSpc>
              <a:buClrTx/>
              <a:buSzTx/>
              <a:buFont typeface="Wingdings" panose="05000000000000000000" pitchFamily="2" charset="2"/>
              <a:buChar char="n"/>
              <a:tabLst>
                <a:tab pos="354965" algn="l"/>
              </a:tabLst>
              <a:defRPr/>
            </a:pPr>
            <a:r>
              <a:rPr kumimoji="0" lang="zh-CN" altLang="en-US" b="0" kern="1200" cap="none" spc="-20" normalizeH="0" baseline="0" noProof="0" dirty="0">
                <a:solidFill>
                  <a:schemeClr val="tx1"/>
                </a:solidFill>
                <a:latin typeface="华文中宋" panose="02010600040101010101" pitchFamily="2" charset="-122"/>
                <a:ea typeface="华文中宋" panose="02010600040101010101" pitchFamily="2" charset="-122"/>
                <a:cs typeface="Times New Roman" panose="02020603050405020304"/>
              </a:rPr>
              <a:t>一个恶意用户，直接在数据库中查看或修改个人工资数据</a:t>
            </a:r>
            <a:endParaRPr kumimoji="0" lang="zh-CN" altLang="en-US" b="0" kern="1200" cap="none" spc="-20" normalizeH="0" baseline="0" noProof="0" dirty="0">
              <a:solidFill>
                <a:schemeClr val="tx1"/>
              </a:solidFill>
              <a:latin typeface="华文中宋" panose="02010600040101010101" pitchFamily="2" charset="-122"/>
              <a:ea typeface="华文中宋" panose="02010600040101010101" pitchFamily="2" charset="-122"/>
              <a:cs typeface="Times New Roman" panose="02020603050405020304"/>
            </a:endParaRPr>
          </a:p>
          <a:p>
            <a:pPr marL="12700" marR="0" defTabSz="914400" eaLnBrk="1" hangingPunct="1">
              <a:lnSpc>
                <a:spcPct val="150000"/>
              </a:lnSpc>
              <a:buClrTx/>
              <a:buSzTx/>
              <a:buFont typeface="Wingdings" panose="05000000000000000000" pitchFamily="2" charset="2"/>
              <a:buChar char="n"/>
              <a:tabLst>
                <a:tab pos="354965" algn="l"/>
              </a:tabLst>
              <a:defRPr/>
            </a:pPr>
            <a:r>
              <a:rPr kumimoji="0" lang="zh-CN" altLang="en-US" b="0" kern="1200" cap="none" spc="-20" normalizeH="0" baseline="0" noProof="0" dirty="0">
                <a:solidFill>
                  <a:schemeClr val="tx1"/>
                </a:solidFill>
                <a:latin typeface="华文中宋" panose="02010600040101010101" pitchFamily="2" charset="-122"/>
                <a:ea typeface="华文中宋" panose="02010600040101010101" pitchFamily="2" charset="-122"/>
                <a:cs typeface="Times New Roman" panose="02020603050405020304"/>
              </a:rPr>
              <a:t>一个恶意用户，查看</a:t>
            </a:r>
            <a:r>
              <a:rPr kumimoji="0" lang="en-US" altLang="zh-CN" b="0" kern="1200" cap="none" spc="-20" normalizeH="0" baseline="0" noProof="0" dirty="0">
                <a:solidFill>
                  <a:schemeClr val="tx1"/>
                </a:solidFill>
                <a:latin typeface="华文中宋" panose="02010600040101010101" pitchFamily="2" charset="-122"/>
                <a:ea typeface="华文中宋" panose="02010600040101010101" pitchFamily="2" charset="-122"/>
                <a:cs typeface="Times New Roman" panose="02020603050405020304"/>
              </a:rPr>
              <a:t>LDAP</a:t>
            </a:r>
            <a:r>
              <a:rPr kumimoji="0" lang="zh-CN" altLang="en-US" b="0" kern="1200" cap="none" spc="-20" normalizeH="0" baseline="0" noProof="0" dirty="0">
                <a:solidFill>
                  <a:schemeClr val="tx1"/>
                </a:solidFill>
                <a:latin typeface="华文中宋" panose="02010600040101010101" pitchFamily="2" charset="-122"/>
                <a:ea typeface="华文中宋" panose="02010600040101010101" pitchFamily="2" charset="-122"/>
                <a:cs typeface="Times New Roman" panose="02020603050405020304"/>
              </a:rPr>
              <a:t>认证包，以便他能冒充别人，例如冒充管理员</a:t>
            </a:r>
            <a:endParaRPr kumimoji="0" lang="zh-CN" altLang="en-US" b="0" kern="1200" cap="none" spc="-20" normalizeH="0" baseline="0" noProof="0" dirty="0">
              <a:solidFill>
                <a:schemeClr val="tx1"/>
              </a:solidFill>
              <a:latin typeface="华文中宋" panose="02010600040101010101" pitchFamily="2" charset="-122"/>
              <a:ea typeface="华文中宋" panose="02010600040101010101" pitchFamily="2" charset="-122"/>
              <a:cs typeface="Times New Roman" panose="02020603050405020304"/>
            </a:endParaRPr>
          </a:p>
          <a:p>
            <a:pPr marL="12700" marR="0" defTabSz="914400" eaLnBrk="1" hangingPunct="1">
              <a:lnSpc>
                <a:spcPct val="150000"/>
              </a:lnSpc>
              <a:buClrTx/>
              <a:buSzTx/>
              <a:buFont typeface="Wingdings" panose="05000000000000000000" pitchFamily="2" charset="2"/>
              <a:buChar char="n"/>
              <a:tabLst>
                <a:tab pos="354965" algn="l"/>
              </a:tabLst>
              <a:defRPr/>
            </a:pPr>
            <a:r>
              <a:rPr kumimoji="0" lang="zh-CN" altLang="en-US" b="0" kern="1200" cap="none" spc="-20" normalizeH="0" baseline="0" noProof="0" dirty="0">
                <a:solidFill>
                  <a:schemeClr val="tx1"/>
                </a:solidFill>
                <a:latin typeface="华文中宋" panose="02010600040101010101" pitchFamily="2" charset="-122"/>
                <a:ea typeface="华文中宋" panose="02010600040101010101" pitchFamily="2" charset="-122"/>
                <a:cs typeface="Times New Roman" panose="02020603050405020304"/>
              </a:rPr>
              <a:t>一个恶意用户，通过改变</a:t>
            </a:r>
            <a:r>
              <a:rPr kumimoji="0" lang="en-US" altLang="zh-CN" b="0" kern="1200" cap="none" spc="-20" normalizeH="0" baseline="0" noProof="0" dirty="0">
                <a:solidFill>
                  <a:schemeClr val="tx1"/>
                </a:solidFill>
                <a:latin typeface="华文中宋" panose="02010600040101010101" pitchFamily="2" charset="-122"/>
                <a:ea typeface="华文中宋" panose="02010600040101010101" pitchFamily="2" charset="-122"/>
                <a:cs typeface="Times New Roman" panose="02020603050405020304"/>
              </a:rPr>
              <a:t>web</a:t>
            </a:r>
            <a:r>
              <a:rPr kumimoji="0" lang="zh-CN" altLang="en-US" b="0" kern="1200" cap="none" spc="-20" normalizeH="0" baseline="0" noProof="0" dirty="0">
                <a:solidFill>
                  <a:schemeClr val="tx1"/>
                </a:solidFill>
                <a:latin typeface="华文中宋" panose="02010600040101010101" pitchFamily="2" charset="-122"/>
                <a:ea typeface="华文中宋" panose="02010600040101010101" pitchFamily="2" charset="-122"/>
                <a:cs typeface="Times New Roman" panose="02020603050405020304"/>
              </a:rPr>
              <a:t>页来丑化</a:t>
            </a:r>
            <a:r>
              <a:rPr kumimoji="0" lang="en-US" altLang="zh-CN" b="0" kern="1200" cap="none" spc="-20" normalizeH="0" baseline="0" noProof="0" dirty="0">
                <a:solidFill>
                  <a:schemeClr val="tx1"/>
                </a:solidFill>
                <a:latin typeface="华文中宋" panose="02010600040101010101" pitchFamily="2" charset="-122"/>
                <a:ea typeface="华文中宋" panose="02010600040101010101" pitchFamily="2" charset="-122"/>
                <a:cs typeface="Times New Roman" panose="02020603050405020304"/>
              </a:rPr>
              <a:t>web</a:t>
            </a:r>
            <a:r>
              <a:rPr kumimoji="0" lang="zh-CN" altLang="en-US" b="0" kern="1200" cap="none" spc="-20" normalizeH="0" baseline="0" noProof="0" dirty="0">
                <a:solidFill>
                  <a:schemeClr val="tx1"/>
                </a:solidFill>
                <a:latin typeface="华文中宋" panose="02010600040101010101" pitchFamily="2" charset="-122"/>
                <a:ea typeface="华文中宋" panose="02010600040101010101" pitchFamily="2" charset="-122"/>
                <a:cs typeface="Times New Roman" panose="02020603050405020304"/>
              </a:rPr>
              <a:t>服务器</a:t>
            </a:r>
            <a:endParaRPr kumimoji="0" lang="zh-CN" altLang="en-US" b="0" kern="1200" cap="none" spc="-20" normalizeH="0" baseline="0" noProof="0" dirty="0">
              <a:solidFill>
                <a:schemeClr val="tx1"/>
              </a:solidFill>
              <a:latin typeface="华文中宋" panose="02010600040101010101" pitchFamily="2" charset="-122"/>
              <a:ea typeface="华文中宋" panose="02010600040101010101" pitchFamily="2" charset="-122"/>
              <a:cs typeface="Times New Roman" panose="02020603050405020304"/>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标题 1"/>
          <p:cNvSpPr>
            <a:spLocks noGrp="1"/>
          </p:cNvSpPr>
          <p:nvPr>
            <p:ph type="title"/>
          </p:nvPr>
        </p:nvSpPr>
        <p:spPr>
          <a:ln/>
        </p:spPr>
        <p:txBody>
          <a:bodyPr vert="horz" wrap="square" lIns="91440" tIns="45720" rIns="91440" bIns="45720" anchor="ctr" anchorCtr="0"/>
          <a:p>
            <a:r>
              <a:rPr lang="zh-CN" altLang="en-US" dirty="0"/>
              <a:t>误用举例</a:t>
            </a:r>
            <a:endParaRPr lang="zh-CN" altLang="en-US" dirty="0"/>
          </a:p>
        </p:txBody>
      </p:sp>
      <p:sp>
        <p:nvSpPr>
          <p:cNvPr id="76803" name="页脚占位符 3"/>
          <p:cNvSpPr txBox="1">
            <a:spLocks noGrp="1"/>
          </p:cNvSpPr>
          <p:nvPr>
            <p:ph type="ftr" sz="quarter" idx="3"/>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ea typeface="+mn-ea"/>
                <a:cs typeface="+mn-cs"/>
              </a:rPr>
              <a:t>　　</a:t>
            </a:r>
            <a:fld id="{9A0DB2DC-4C9A-4742-B13C-FB6460FD3503}" type="slidenum">
              <a:rPr lang="en-US" altLang="zh-CN" sz="1800" b="1" dirty="0">
                <a:solidFill>
                  <a:schemeClr val="accent2"/>
                </a:solidFill>
                <a:latin typeface="Times New Roman" panose="02020603050405020304" pitchFamily="18" charset="0"/>
                <a:ea typeface="+mn-ea"/>
                <a:cs typeface="+mn-cs"/>
              </a:rPr>
            </a:fld>
            <a:r>
              <a:rPr lang="zh-CN" altLang="zh-CN" sz="1800" b="1" dirty="0">
                <a:solidFill>
                  <a:schemeClr val="accent2"/>
                </a:solidFill>
                <a:latin typeface="Times New Roman" panose="02020603050405020304" pitchFamily="18" charset="0"/>
                <a:ea typeface="+mn-ea"/>
                <a:cs typeface="+mn-cs"/>
              </a:rPr>
              <a:t>　　　　　　</a:t>
            </a:r>
            <a:endParaRPr lang="zh-CN" altLang="zh-CN" sz="1800" b="1" dirty="0">
              <a:solidFill>
                <a:schemeClr val="accent2"/>
              </a:solidFill>
              <a:latin typeface="Times New Roman" panose="02020603050405020304" pitchFamily="18" charset="0"/>
              <a:ea typeface="+mn-ea"/>
              <a:cs typeface="+mn-cs"/>
            </a:endParaRPr>
          </a:p>
        </p:txBody>
      </p:sp>
      <p:sp>
        <p:nvSpPr>
          <p:cNvPr id="2" name="标题 1"/>
          <p:cNvSpPr txBox="1"/>
          <p:nvPr/>
        </p:nvSpPr>
        <p:spPr bwMode="auto">
          <a:xfrm>
            <a:off x="457200" y="946150"/>
            <a:ext cx="8229600" cy="1143000"/>
          </a:xfrm>
          <a:prstGeom prst="rect">
            <a:avLst/>
          </a:prstGeom>
          <a:noFill/>
          <a:ln w="9525">
            <a:noFill/>
            <a:miter lim="800000"/>
          </a:ln>
          <a:effectLst/>
        </p:spPr>
        <p:txBody>
          <a:bodyPr lIns="0" tIns="0" rIns="0" bIns="0" anchor="ctr">
            <a:normAutofit fontScale="97500"/>
          </a:bodyPr>
          <a:lst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12700" marR="0" lvl="0" indent="0" algn="ctr" defTabSz="914400" rtl="0" eaLnBrk="0" fontAlgn="base" latinLnBrk="0" hangingPunct="0">
              <a:lnSpc>
                <a:spcPct val="100000"/>
              </a:lnSpc>
              <a:spcBef>
                <a:spcPct val="0"/>
              </a:spcBef>
              <a:spcAft>
                <a:spcPct val="0"/>
              </a:spcAft>
              <a:buClrTx/>
              <a:buSzTx/>
              <a:buFontTx/>
              <a:buNone/>
              <a:tabLst>
                <a:tab pos="354965" algn="l"/>
              </a:tabLst>
              <a:defRPr/>
            </a:pPr>
            <a:r>
              <a:rPr kumimoji="0" lang="zh-CN" altLang="en-US"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rPr>
              <a:t>误用举例：基于</a:t>
            </a:r>
            <a:r>
              <a:rPr kumimoji="0" lang="en-US" altLang="zh-CN"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rPr>
              <a:t>web</a:t>
            </a:r>
            <a:r>
              <a:rPr kumimoji="0" lang="zh-CN" altLang="en-US"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rPr>
              <a:t>的工资应用程序</a:t>
            </a:r>
            <a:endParaRPr kumimoji="0" lang="zh-CN" altLang="en-US"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endParaRPr>
          </a:p>
        </p:txBody>
      </p:sp>
      <p:sp>
        <p:nvSpPr>
          <p:cNvPr id="76805" name="object 32"/>
          <p:cNvSpPr txBox="1"/>
          <p:nvPr/>
        </p:nvSpPr>
        <p:spPr>
          <a:xfrm>
            <a:off x="544513" y="1916113"/>
            <a:ext cx="8229600" cy="2705100"/>
          </a:xfrm>
          <a:prstGeom prst="rect">
            <a:avLst/>
          </a:prstGeom>
          <a:noFill/>
          <a:ln w="9525">
            <a:noFill/>
          </a:ln>
        </p:spPr>
        <p:txBody>
          <a:bodyPr lIns="0" tIns="0" rIns="0" bIns="0">
            <a:spAutoFit/>
          </a:bodyPr>
          <a:p>
            <a:pPr marL="12700" defTabSz="914400" eaLnBrk="1" hangingPunct="1">
              <a:lnSpc>
                <a:spcPct val="150000"/>
              </a:lnSpc>
              <a:tabLst>
                <a:tab pos="354330" algn="l"/>
              </a:tabLst>
            </a:pPr>
            <a:r>
              <a:rPr lang="zh-CN" altLang="zh-CN" b="0" dirty="0">
                <a:solidFill>
                  <a:schemeClr val="tx1"/>
                </a:solidFill>
                <a:latin typeface="华文中宋" panose="02010600040101010101" pitchFamily="2" charset="-122"/>
              </a:rPr>
              <a:t></a:t>
            </a:r>
            <a:r>
              <a:rPr lang="zh-CN" altLang="en-US" b="0" dirty="0">
                <a:solidFill>
                  <a:schemeClr val="tx1"/>
                </a:solidFill>
                <a:latin typeface="华文中宋" panose="02010600040101010101" pitchFamily="2" charset="-122"/>
                <a:cs typeface="Times New Roman" panose="02020603050405020304" pitchFamily="18" charset="0"/>
              </a:rPr>
              <a:t>一名攻击者通过发送大量</a:t>
            </a:r>
            <a:r>
              <a:rPr lang="en-US" altLang="zh-CN" b="0" dirty="0">
                <a:solidFill>
                  <a:schemeClr val="tx1"/>
                </a:solidFill>
                <a:latin typeface="华文中宋" panose="02010600040101010101" pitchFamily="2" charset="-122"/>
                <a:cs typeface="Times New Roman" panose="02020603050405020304" pitchFamily="18" charset="0"/>
              </a:rPr>
              <a:t>TCP/IP</a:t>
            </a:r>
            <a:r>
              <a:rPr lang="zh-CN" altLang="en-US" b="0" dirty="0">
                <a:solidFill>
                  <a:schemeClr val="tx1"/>
                </a:solidFill>
                <a:latin typeface="华文中宋" panose="02010600040101010101" pitchFamily="2" charset="-122"/>
                <a:cs typeface="Times New Roman" panose="02020603050405020304" pitchFamily="18" charset="0"/>
              </a:rPr>
              <a:t>包，使工资服务器拒绝访问</a:t>
            </a:r>
            <a:endParaRPr lang="zh-CN" altLang="en-US" b="0" dirty="0">
              <a:solidFill>
                <a:schemeClr val="tx1"/>
              </a:solidFill>
              <a:latin typeface="华文中宋" panose="02010600040101010101" pitchFamily="2" charset="-122"/>
              <a:cs typeface="Times New Roman" panose="02020603050405020304" pitchFamily="18" charset="0"/>
            </a:endParaRPr>
          </a:p>
          <a:p>
            <a:pPr marL="12700" defTabSz="914400" eaLnBrk="1" hangingPunct="1">
              <a:lnSpc>
                <a:spcPct val="150000"/>
              </a:lnSpc>
              <a:buFont typeface="Wingdings" panose="05000000000000000000" pitchFamily="2" charset="2"/>
              <a:buChar char="n"/>
              <a:tabLst>
                <a:tab pos="354330" algn="l"/>
              </a:tabLst>
            </a:pPr>
            <a:r>
              <a:rPr lang="zh-CN" altLang="en-US" b="0" dirty="0">
                <a:solidFill>
                  <a:schemeClr val="tx1"/>
                </a:solidFill>
                <a:latin typeface="华文中宋" panose="02010600040101010101" pitchFamily="2" charset="-122"/>
                <a:cs typeface="Times New Roman" panose="02020603050405020304" pitchFamily="18" charset="0"/>
              </a:rPr>
              <a:t>一名攻击者删除或修改审核日志</a:t>
            </a:r>
            <a:endParaRPr lang="zh-CN" altLang="en-US" b="0" dirty="0">
              <a:solidFill>
                <a:schemeClr val="tx1"/>
              </a:solidFill>
              <a:latin typeface="华文中宋" panose="02010600040101010101" pitchFamily="2" charset="-122"/>
              <a:cs typeface="Times New Roman" panose="02020603050405020304" pitchFamily="18" charset="0"/>
            </a:endParaRPr>
          </a:p>
          <a:p>
            <a:pPr marL="12700" defTabSz="914400" eaLnBrk="1" hangingPunct="1">
              <a:lnSpc>
                <a:spcPct val="150000"/>
              </a:lnSpc>
              <a:buFont typeface="Wingdings" panose="05000000000000000000" pitchFamily="2" charset="2"/>
              <a:buChar char="n"/>
              <a:tabLst>
                <a:tab pos="354330" algn="l"/>
              </a:tabLst>
            </a:pPr>
            <a:r>
              <a:rPr lang="zh-CN" altLang="en-US" b="0" dirty="0">
                <a:solidFill>
                  <a:schemeClr val="tx1"/>
                </a:solidFill>
                <a:latin typeface="华文中宋" panose="02010600040101010101" pitchFamily="2" charset="-122"/>
                <a:cs typeface="Times New Roman" panose="02020603050405020304" pitchFamily="18" charset="0"/>
              </a:rPr>
              <a:t>一名攻击者使用分布式</a:t>
            </a:r>
            <a:r>
              <a:rPr lang="en-US" altLang="zh-CN" b="0" dirty="0">
                <a:solidFill>
                  <a:schemeClr val="tx1"/>
                </a:solidFill>
                <a:latin typeface="华文中宋" panose="02010600040101010101" pitchFamily="2" charset="-122"/>
                <a:cs typeface="Times New Roman" panose="02020603050405020304" pitchFamily="18" charset="0"/>
              </a:rPr>
              <a:t>Dos</a:t>
            </a:r>
            <a:r>
              <a:rPr lang="zh-CN" altLang="en-US" b="0" dirty="0">
                <a:solidFill>
                  <a:schemeClr val="tx1"/>
                </a:solidFill>
                <a:latin typeface="华文中宋" panose="02010600040101010101" pitchFamily="2" charset="-122"/>
                <a:cs typeface="Times New Roman" panose="02020603050405020304" pitchFamily="18" charset="0"/>
              </a:rPr>
              <a:t>攻击使服务器瘫痪，然后将自己的工资</a:t>
            </a:r>
            <a:r>
              <a:rPr lang="en-US" altLang="zh-CN" b="0" dirty="0">
                <a:solidFill>
                  <a:schemeClr val="tx1"/>
                </a:solidFill>
                <a:latin typeface="华文中宋" panose="02010600040101010101" pitchFamily="2" charset="-122"/>
                <a:cs typeface="Times New Roman" panose="02020603050405020304" pitchFamily="18" charset="0"/>
              </a:rPr>
              <a:t>web</a:t>
            </a:r>
            <a:r>
              <a:rPr lang="zh-CN" altLang="en-US" b="0" dirty="0">
                <a:solidFill>
                  <a:schemeClr val="tx1"/>
                </a:solidFill>
                <a:latin typeface="华文中宋" panose="02010600040101010101" pitchFamily="2" charset="-122"/>
                <a:cs typeface="Times New Roman" panose="02020603050405020304" pitchFamily="18" charset="0"/>
              </a:rPr>
              <a:t>服务器放在网上，诱使别人来访问自己的假服务器</a:t>
            </a:r>
            <a:endParaRPr lang="zh-CN" altLang="zh-CN" b="0" dirty="0">
              <a:solidFill>
                <a:schemeClr val="tx1"/>
              </a:solidFill>
              <a:latin typeface="华文中宋" panose="02010600040101010101" pitchFamily="2" charset="-122"/>
              <a:ea typeface="宋体" panose="02010600030101010101" pitchFamily="2"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标题 1"/>
          <p:cNvSpPr>
            <a:spLocks noGrp="1"/>
          </p:cNvSpPr>
          <p:nvPr>
            <p:ph type="title"/>
          </p:nvPr>
        </p:nvSpPr>
        <p:spPr>
          <a:ln/>
        </p:spPr>
        <p:txBody>
          <a:bodyPr vert="horz" wrap="square" lIns="91440" tIns="45720" rIns="91440" bIns="45720" anchor="ctr" anchorCtr="0"/>
          <a:p>
            <a:r>
              <a:rPr lang="zh-CN" altLang="en-US" dirty="0"/>
              <a:t>攻击树</a:t>
            </a:r>
            <a:endParaRPr lang="zh-CN" altLang="en-US" dirty="0"/>
          </a:p>
        </p:txBody>
      </p:sp>
      <p:sp>
        <p:nvSpPr>
          <p:cNvPr id="77827" name="页脚占位符 3"/>
          <p:cNvSpPr txBox="1">
            <a:spLocks noGrp="1"/>
          </p:cNvSpPr>
          <p:nvPr>
            <p:ph type="ftr" sz="quarter" idx="3"/>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ea typeface="+mn-ea"/>
                <a:cs typeface="+mn-cs"/>
              </a:rPr>
              <a:t>　　</a:t>
            </a:r>
            <a:fld id="{9A0DB2DC-4C9A-4742-B13C-FB6460FD3503}" type="slidenum">
              <a:rPr lang="en-US" altLang="zh-CN" sz="1800" b="1" dirty="0">
                <a:solidFill>
                  <a:schemeClr val="accent2"/>
                </a:solidFill>
                <a:latin typeface="Times New Roman" panose="02020603050405020304" pitchFamily="18" charset="0"/>
                <a:ea typeface="+mn-ea"/>
                <a:cs typeface="+mn-cs"/>
              </a:rPr>
            </a:fld>
            <a:r>
              <a:rPr lang="zh-CN" altLang="zh-CN" sz="1800" b="1" dirty="0">
                <a:solidFill>
                  <a:schemeClr val="accent2"/>
                </a:solidFill>
                <a:latin typeface="Times New Roman" panose="02020603050405020304" pitchFamily="18" charset="0"/>
                <a:ea typeface="+mn-ea"/>
                <a:cs typeface="+mn-cs"/>
              </a:rPr>
              <a:t>　　　　　　</a:t>
            </a:r>
            <a:endParaRPr lang="zh-CN" altLang="zh-CN" sz="1800" b="1" dirty="0">
              <a:solidFill>
                <a:schemeClr val="accent2"/>
              </a:solidFill>
              <a:latin typeface="Times New Roman" panose="02020603050405020304" pitchFamily="18" charset="0"/>
              <a:ea typeface="+mn-ea"/>
              <a:cs typeface="+mn-cs"/>
            </a:endParaRPr>
          </a:p>
        </p:txBody>
      </p:sp>
      <p:sp>
        <p:nvSpPr>
          <p:cNvPr id="77828" name="object 27"/>
          <p:cNvSpPr txBox="1"/>
          <p:nvPr/>
        </p:nvSpPr>
        <p:spPr>
          <a:xfrm>
            <a:off x="323850" y="1433513"/>
            <a:ext cx="8124825" cy="2257425"/>
          </a:xfrm>
          <a:prstGeom prst="rect">
            <a:avLst/>
          </a:prstGeom>
          <a:noFill/>
          <a:ln w="9525">
            <a:noFill/>
          </a:ln>
        </p:spPr>
        <p:txBody>
          <a:bodyPr lIns="0" tIns="0" rIns="0" bIns="0">
            <a:spAutoFit/>
          </a:bodyPr>
          <a:p>
            <a:pPr marL="533400">
              <a:lnSpc>
                <a:spcPct val="150000"/>
              </a:lnSpc>
              <a:spcBef>
                <a:spcPts val="240"/>
              </a:spcBef>
            </a:pPr>
            <a:r>
              <a:rPr lang="zh-CN" altLang="zh-CN" sz="2000" b="0" dirty="0">
                <a:solidFill>
                  <a:schemeClr val="tx1"/>
                </a:solidFill>
                <a:latin typeface="华文中宋" panose="02010600040101010101" pitchFamily="2" charset="-122"/>
              </a:rPr>
              <a:t>在进行头脑风暴时，可以利用“攻击树”来整理思路。攻击树（</a:t>
            </a:r>
            <a:r>
              <a:rPr lang="en-US" altLang="zh-CN" sz="2000" b="0" dirty="0">
                <a:solidFill>
                  <a:schemeClr val="tx1"/>
                </a:solidFill>
                <a:latin typeface="华文中宋" panose="02010600040101010101" pitchFamily="2" charset="-122"/>
              </a:rPr>
              <a:t>Attack trees</a:t>
            </a:r>
            <a:r>
              <a:rPr lang="zh-CN" altLang="zh-CN" sz="2000" b="0" dirty="0">
                <a:solidFill>
                  <a:schemeClr val="tx1"/>
                </a:solidFill>
                <a:latin typeface="华文中宋" panose="02010600040101010101" pitchFamily="2" charset="-122"/>
              </a:rPr>
              <a:t>）提供了一种正式而条理清晰的方法来描述系统所面临的安全威胁和系统可能受到的多种攻击。攻击树即采用树型结构来表示系统面临的攻击，其中根节点代表被攻击的目标，叶节点表示达成攻击目标的方法。</a:t>
            </a:r>
            <a:endParaRPr lang="zh-CN" altLang="zh-CN" sz="2000" b="0" dirty="0">
              <a:solidFill>
                <a:schemeClr val="tx1"/>
              </a:solidFill>
              <a:latin typeface="华文中宋" panose="02010600040101010101" pitchFamily="2" charset="-122"/>
            </a:endParaRPr>
          </a:p>
        </p:txBody>
      </p:sp>
      <p:sp>
        <p:nvSpPr>
          <p:cNvPr id="77829" name="Rectangle 6"/>
          <p:cNvSpPr/>
          <p:nvPr/>
        </p:nvSpPr>
        <p:spPr>
          <a:xfrm>
            <a:off x="-323850" y="115888"/>
            <a:ext cx="9144000" cy="0"/>
          </a:xfrm>
          <a:prstGeom prst="rect">
            <a:avLst/>
          </a:prstGeom>
          <a:noFill/>
          <a:ln w="9525">
            <a:noFill/>
          </a:ln>
        </p:spPr>
        <p:txBody>
          <a:bodyPr wrap="none" anchor="ctr" anchorCtr="0">
            <a:spAutoFit/>
          </a:bodyPr>
          <a:p>
            <a:endParaRPr lang="zh-CN" altLang="en-US" dirty="0">
              <a:latin typeface="华文中宋" panose="02010600040101010101" pitchFamily="2" charset="-122"/>
            </a:endParaRPr>
          </a:p>
        </p:txBody>
      </p:sp>
      <p:graphicFrame>
        <p:nvGraphicFramePr>
          <p:cNvPr id="77830" name="对象 2"/>
          <p:cNvGraphicFramePr>
            <a:graphicFrameLocks noChangeAspect="1"/>
          </p:cNvGraphicFramePr>
          <p:nvPr/>
        </p:nvGraphicFramePr>
        <p:xfrm>
          <a:off x="1677988" y="3829050"/>
          <a:ext cx="5962650" cy="2274888"/>
        </p:xfrm>
        <a:graphic>
          <a:graphicData uri="http://schemas.openxmlformats.org/presentationml/2006/ole">
            <mc:AlternateContent xmlns:mc="http://schemas.openxmlformats.org/markup-compatibility/2006">
              <mc:Choice xmlns:v="urn:schemas-microsoft-com:vml" Requires="v">
                <p:oleObj spid="_x0000_s3077" name="" r:id="rId1" imgW="5556250" imgH="2117090" progId="Visio.Drawing.15">
                  <p:embed/>
                </p:oleObj>
              </mc:Choice>
              <mc:Fallback>
                <p:oleObj name="" r:id="rId1" imgW="5556250" imgH="2117090" progId="Visio.Drawing.15">
                  <p:embed/>
                  <p:pic>
                    <p:nvPicPr>
                      <p:cNvPr id="0" name="图片 3076"/>
                      <p:cNvPicPr/>
                      <p:nvPr/>
                    </p:nvPicPr>
                    <p:blipFill>
                      <a:blip r:embed="rId2"/>
                      <a:stretch>
                        <a:fillRect/>
                      </a:stretch>
                    </p:blipFill>
                    <p:spPr>
                      <a:xfrm>
                        <a:off x="1677988" y="3829050"/>
                        <a:ext cx="5962650" cy="2274888"/>
                      </a:xfrm>
                      <a:prstGeom prst="rect">
                        <a:avLst/>
                      </a:prstGeom>
                      <a:noFill/>
                      <a:ln w="38100">
                        <a:noFill/>
                        <a:miter/>
                      </a:ln>
                    </p:spPr>
                  </p:pic>
                </p:oleObj>
              </mc:Fallback>
            </mc:AlternateContent>
          </a:graphicData>
        </a:graphic>
      </p:graphicFrame>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标题 1"/>
          <p:cNvSpPr>
            <a:spLocks noGrp="1"/>
          </p:cNvSpPr>
          <p:nvPr>
            <p:ph type="title"/>
          </p:nvPr>
        </p:nvSpPr>
        <p:spPr>
          <a:ln/>
        </p:spPr>
        <p:txBody>
          <a:bodyPr vert="horz" wrap="square" lIns="91440" tIns="45720" rIns="91440" bIns="45720" anchor="ctr" anchorCtr="0"/>
          <a:p>
            <a:r>
              <a:rPr lang="en-US" altLang="zh-CN" dirty="0"/>
              <a:t>6.</a:t>
            </a:r>
            <a:r>
              <a:rPr lang="zh-CN" altLang="en-US" dirty="0"/>
              <a:t>需求文档</a:t>
            </a:r>
            <a:endParaRPr lang="zh-CN" altLang="en-US" dirty="0"/>
          </a:p>
        </p:txBody>
      </p:sp>
      <p:sp>
        <p:nvSpPr>
          <p:cNvPr id="78851" name="内容占位符 2"/>
          <p:cNvSpPr>
            <a:spLocks noGrp="1"/>
          </p:cNvSpPr>
          <p:nvPr>
            <p:ph idx="1"/>
          </p:nvPr>
        </p:nvSpPr>
        <p:spPr>
          <a:xfrm>
            <a:off x="611188" y="1268413"/>
            <a:ext cx="7850187" cy="3744912"/>
          </a:xfrm>
          <a:ln/>
        </p:spPr>
        <p:txBody>
          <a:bodyPr vert="horz" wrap="square" lIns="91440" tIns="45720" rIns="91440" bIns="45720" anchor="t" anchorCtr="0">
            <a:spAutoFit/>
          </a:bodyPr>
          <a:p>
            <a:pPr marL="0" indent="0" algn="ctr">
              <a:buSzPct val="70000"/>
              <a:buFont typeface="Wingdings" panose="05000000000000000000" pitchFamily="2" charset="2"/>
              <a:buNone/>
            </a:pPr>
            <a:r>
              <a:rPr lang="en-US" altLang="zh-CN" sz="3200" dirty="0">
                <a:latin typeface="华文中宋" panose="02010600040101010101" pitchFamily="2" charset="-122"/>
                <a:ea typeface="华文中宋" panose="02010600040101010101" pitchFamily="2" charset="-122"/>
                <a:cs typeface="+mn-cs"/>
              </a:rPr>
              <a:t>6.1 </a:t>
            </a:r>
            <a:r>
              <a:rPr lang="zh-CN" altLang="en-US" sz="3200" dirty="0">
                <a:latin typeface="华文中宋" panose="02010600040101010101" pitchFamily="2" charset="-122"/>
                <a:ea typeface="华文中宋" panose="02010600040101010101" pitchFamily="2" charset="-122"/>
                <a:cs typeface="+mn-cs"/>
              </a:rPr>
              <a:t>用户需求说明书</a:t>
            </a:r>
            <a:endParaRPr lang="en-US" altLang="zh-CN" sz="3200"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需求分析员对收集到的所有需求信息进行分类整理，</a:t>
            </a:r>
            <a:r>
              <a:rPr lang="zh-CN" altLang="en-US" dirty="0">
                <a:solidFill>
                  <a:srgbClr val="3333CC"/>
                </a:solidFill>
                <a:latin typeface="华文中宋" panose="02010600040101010101" pitchFamily="2" charset="-122"/>
                <a:ea typeface="华文中宋" panose="02010600040101010101" pitchFamily="2" charset="-122"/>
                <a:cs typeface="+mn-cs"/>
              </a:rPr>
              <a:t>消除错误</a:t>
            </a:r>
            <a:r>
              <a:rPr lang="zh-CN" altLang="en-US" dirty="0">
                <a:latin typeface="华文中宋" panose="02010600040101010101" pitchFamily="2" charset="-122"/>
                <a:ea typeface="华文中宋" panose="02010600040101010101" pitchFamily="2" charset="-122"/>
                <a:cs typeface="+mn-cs"/>
              </a:rPr>
              <a:t>，归纳与总结共性的用户需求，然后形成文档，编写</a:t>
            </a:r>
            <a:r>
              <a:rPr lang="en-US"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用户需求说明书</a:t>
            </a:r>
            <a:r>
              <a:rPr lang="en-US"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a:t>
            </a:r>
            <a:r>
              <a:rPr lang="zh-CN" altLang="en-US" dirty="0">
                <a:solidFill>
                  <a:srgbClr val="3333CC"/>
                </a:solidFill>
                <a:latin typeface="华文中宋" panose="02010600040101010101" pitchFamily="2" charset="-122"/>
                <a:ea typeface="华文中宋" panose="02010600040101010101" pitchFamily="2" charset="-122"/>
                <a:cs typeface="+mn-cs"/>
              </a:rPr>
              <a:t>对于</a:t>
            </a:r>
            <a:r>
              <a:rPr lang="en-US" altLang="zh-CN" dirty="0">
                <a:solidFill>
                  <a:srgbClr val="3333CC"/>
                </a:solidFill>
                <a:latin typeface="华文中宋" panose="02010600040101010101" pitchFamily="2" charset="-122"/>
                <a:ea typeface="华文中宋" panose="02010600040101010101" pitchFamily="2" charset="-122"/>
                <a:cs typeface="+mn-cs"/>
              </a:rPr>
              <a:t>《</a:t>
            </a:r>
            <a:r>
              <a:rPr lang="zh-CN" altLang="en-US" dirty="0">
                <a:solidFill>
                  <a:srgbClr val="3333CC"/>
                </a:solidFill>
                <a:latin typeface="华文中宋" panose="02010600040101010101" pitchFamily="2" charset="-122"/>
                <a:ea typeface="华文中宋" panose="02010600040101010101" pitchFamily="2" charset="-122"/>
                <a:cs typeface="+mn-cs"/>
              </a:rPr>
              <a:t>用户需求说明书</a:t>
            </a:r>
            <a:r>
              <a:rPr lang="en-US" altLang="zh-CN" dirty="0">
                <a:solidFill>
                  <a:srgbClr val="3333CC"/>
                </a:solidFill>
                <a:latin typeface="华文中宋" panose="02010600040101010101" pitchFamily="2" charset="-122"/>
                <a:ea typeface="华文中宋" panose="02010600040101010101" pitchFamily="2" charset="-122"/>
                <a:cs typeface="+mn-cs"/>
              </a:rPr>
              <a:t>》</a:t>
            </a:r>
            <a:r>
              <a:rPr lang="zh-CN" altLang="en-US" dirty="0">
                <a:solidFill>
                  <a:srgbClr val="3333CC"/>
                </a:solidFill>
                <a:latin typeface="华文中宋" panose="02010600040101010101" pitchFamily="2" charset="-122"/>
                <a:ea typeface="华文中宋" panose="02010600040101010101" pitchFamily="2" charset="-122"/>
                <a:cs typeface="+mn-cs"/>
              </a:rPr>
              <a:t>要和客户以及相关的行业专家进行共同评审。</a:t>
            </a:r>
            <a:r>
              <a:rPr lang="zh-CN" altLang="en-US" dirty="0">
                <a:latin typeface="华文中宋" panose="02010600040101010101" pitchFamily="2" charset="-122"/>
                <a:ea typeface="华文中宋" panose="02010600040101010101" pitchFamily="2" charset="-122"/>
                <a:cs typeface="+mn-cs"/>
              </a:rPr>
              <a:t>以前整理的需求记录可以作为附件整理在</a:t>
            </a:r>
            <a:r>
              <a:rPr lang="en-US"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用户需求说明书</a:t>
            </a:r>
            <a:r>
              <a:rPr lang="en-US"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之后。</a:t>
            </a:r>
            <a:endParaRPr lang="zh-CN" altLang="en-US" dirty="0">
              <a:latin typeface="华文中宋" panose="02010600040101010101" pitchFamily="2" charset="-122"/>
              <a:ea typeface="华文中宋" panose="02010600040101010101" pitchFamily="2" charset="-122"/>
              <a:cs typeface="+mn-cs"/>
            </a:endParaRPr>
          </a:p>
        </p:txBody>
      </p:sp>
      <p:sp>
        <p:nvSpPr>
          <p:cNvPr id="7885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标题 1"/>
          <p:cNvSpPr>
            <a:spLocks noGrp="1"/>
          </p:cNvSpPr>
          <p:nvPr>
            <p:ph type="title"/>
          </p:nvPr>
        </p:nvSpPr>
        <p:spPr>
          <a:ln/>
        </p:spPr>
        <p:txBody>
          <a:bodyPr vert="horz" wrap="square" lIns="91440" tIns="45720" rIns="91440" bIns="45720" anchor="ctr" anchorCtr="0"/>
          <a:p>
            <a:pPr>
              <a:lnSpc>
                <a:spcPct val="110000"/>
              </a:lnSpc>
            </a:pPr>
            <a:r>
              <a:rPr lang="en-US" altLang="zh-CN" dirty="0"/>
              <a:t>6.2 </a:t>
            </a:r>
            <a:r>
              <a:rPr lang="zh-CN" altLang="en-US" dirty="0"/>
              <a:t>软件需求规格说明书</a:t>
            </a:r>
            <a:endParaRPr lang="en-US" altLang="zh-CN" dirty="0"/>
          </a:p>
        </p:txBody>
      </p:sp>
      <p:sp>
        <p:nvSpPr>
          <p:cNvPr id="21507" name="内容占位符 2"/>
          <p:cNvSpPr>
            <a:spLocks noGrp="1"/>
          </p:cNvSpPr>
          <p:nvPr>
            <p:ph idx="1"/>
          </p:nvPr>
        </p:nvSpPr>
        <p:spPr>
          <a:xfrm>
            <a:off x="611188" y="1052513"/>
            <a:ext cx="8064500" cy="5078413"/>
          </a:xfrm>
        </p:spPr>
        <p:txBody>
          <a:bodyPr vert="horz" wrap="square" lIns="91440" tIns="45720" rIns="91440" bIns="45720" numCol="1" anchor="t" anchorCtr="0" compatLnSpc="1">
            <a:spAutoFit/>
          </a:bodyPr>
          <a:lstStyle/>
          <a:p>
            <a:pPr marL="0" marR="0" lvl="0" indent="0" algn="l"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None/>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软件需求规格说明书</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(Software Requirements Specifications</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SRS)</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是需求阶段的产品，</a:t>
            </a:r>
            <a:r>
              <a:rPr kumimoji="0" lang="zh-CN" altLang="en-US" sz="2000" b="0"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它精确地阐述一个软件系统提供的功能、性能和必要的限制条件</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。软件需求规格说明书是系统测试、系统设计、编码和用户培训的基础。</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l"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Char char="Ø"/>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编写软件需求说明书的目的：</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50000"/>
              </a:lnSpc>
              <a:spcBef>
                <a:spcPct val="20000"/>
              </a:spcBef>
              <a:spcAft>
                <a:spcPct val="0"/>
              </a:spcAft>
              <a:buClr>
                <a:schemeClr val="accent2"/>
              </a:buClr>
              <a:buSzPct val="70000"/>
              <a:buFont typeface="Arial" panose="020B0604020202020204" pitchFamily="34" charset="0"/>
              <a:buChar char="•"/>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为开发者和客户之间建立共同协议创立一个基础</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50000"/>
              </a:lnSpc>
              <a:spcBef>
                <a:spcPct val="20000"/>
              </a:spcBef>
              <a:spcAft>
                <a:spcPct val="0"/>
              </a:spcAft>
              <a:buClr>
                <a:schemeClr val="accent2"/>
              </a:buClr>
              <a:buSzPct val="70000"/>
              <a:buFont typeface="Arial" panose="020B0604020202020204" pitchFamily="34" charset="0"/>
              <a:buChar char="•"/>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为需求审查和用户验收提供了标准</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50000"/>
              </a:lnSpc>
              <a:spcBef>
                <a:spcPct val="20000"/>
              </a:spcBef>
              <a:spcAft>
                <a:spcPct val="0"/>
              </a:spcAft>
              <a:buClr>
                <a:schemeClr val="accent2"/>
              </a:buClr>
              <a:buSzPct val="70000"/>
              <a:buFont typeface="Arial" panose="020B0604020202020204" pitchFamily="34" charset="0"/>
              <a:buChar char="•"/>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编制软件开发计划的依据</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50000"/>
              </a:lnSpc>
              <a:spcBef>
                <a:spcPct val="20000"/>
              </a:spcBef>
              <a:spcAft>
                <a:spcPct val="0"/>
              </a:spcAft>
              <a:buClr>
                <a:schemeClr val="accent2"/>
              </a:buClr>
              <a:buSzPct val="70000"/>
              <a:buFont typeface="Arial" panose="020B0604020202020204" pitchFamily="34" charset="0"/>
              <a:buChar char="•"/>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提高开发效率</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50000"/>
              </a:lnSpc>
              <a:spcBef>
                <a:spcPct val="20000"/>
              </a:spcBef>
              <a:spcAft>
                <a:spcPct val="0"/>
              </a:spcAft>
              <a:buClr>
                <a:schemeClr val="accent2"/>
              </a:buClr>
              <a:buSzPct val="70000"/>
              <a:buFont typeface="Arial" panose="020B0604020202020204" pitchFamily="34" charset="0"/>
              <a:buChar char="•"/>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进行软件产品成本核算的基础</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7987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标题 1"/>
          <p:cNvSpPr>
            <a:spLocks noGrp="1"/>
          </p:cNvSpPr>
          <p:nvPr>
            <p:ph type="title"/>
          </p:nvPr>
        </p:nvSpPr>
        <p:spPr>
          <a:ln/>
        </p:spPr>
        <p:txBody>
          <a:bodyPr vert="horz" wrap="square" lIns="91440" tIns="45720" rIns="91440" bIns="45720" anchor="ctr" anchorCtr="0"/>
          <a:p>
            <a:r>
              <a:rPr lang="zh-CN" altLang="en-US" dirty="0"/>
              <a:t>软件需求规格说明书内容</a:t>
            </a:r>
            <a:endParaRPr lang="zh-CN" altLang="en-US" dirty="0"/>
          </a:p>
        </p:txBody>
      </p:sp>
      <p:sp>
        <p:nvSpPr>
          <p:cNvPr id="84995" name="内容占位符 2"/>
          <p:cNvSpPr>
            <a:spLocks noGrp="1" noChangeArrowheads="1"/>
          </p:cNvSpPr>
          <p:nvPr>
            <p:ph idx="1"/>
          </p:nvPr>
        </p:nvSpPr>
        <p:spPr>
          <a:xfrm>
            <a:off x="684213" y="1125538"/>
            <a:ext cx="7775575" cy="483235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编写</a:t>
            </a:r>
            <a:r>
              <a:rPr kumimoji="0" lang="en-US" altLang="zh-CN" sz="2000" b="0"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SRS</a:t>
            </a:r>
            <a:r>
              <a:rPr kumimoji="0" lang="zh-CN" altLang="zh-CN" sz="2000" b="0"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的基本要求有两点</a:t>
            </a:r>
            <a:r>
              <a:rPr kumimoji="0" lang="en-US" altLang="zh-CN" sz="2000" b="0"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一是必须描述软件具备的功能和性能；二是必须用确定的、无二义性的、完整的语句来描述功能和性能</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内容：</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a:t>
            </a:r>
            <a:r>
              <a:rPr kumimoji="0" lang="zh-CN" altLang="en-US" sz="2000" b="0"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产品功能</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：描述软件要做什么。注意不要写怎么做。 </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(2)</a:t>
            </a:r>
            <a:r>
              <a:rPr kumimoji="0" lang="zh-CN" altLang="en-US" sz="2000" b="0"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产品非功能需求</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：包括有效性、高效性、灵活性、安全性、互操作性、可靠性、健壮性、易用性、可维护性、可移植性、可复用性、可测试性和可理解性。</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性能需求是其中的重点，描述软件功能执行过程中的速度、可使用性、响应时间、各种软件功能的恢复时间、吞吐能力、精度、频率等。 </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(3)</a:t>
            </a:r>
            <a:r>
              <a:rPr kumimoji="0" lang="zh-CN" altLang="en-US" sz="2000" b="0"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设计限制</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：软件的表现效果、实现语言、数据库完整性、资源限制、操作环境等方面强加于软件实现过程的限制。 </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(4)</a:t>
            </a:r>
            <a:r>
              <a:rPr kumimoji="0" lang="zh-CN" altLang="en-US" sz="2000" b="0"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用户分析</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(5)</a:t>
            </a:r>
            <a:r>
              <a:rPr kumimoji="0" lang="zh-CN" altLang="en-US" sz="2000" b="0"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接口</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等：软件与人、硬件及其他软件的相互关系。</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8090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标题 1"/>
          <p:cNvSpPr>
            <a:spLocks noGrp="1"/>
          </p:cNvSpPr>
          <p:nvPr>
            <p:ph type="title"/>
          </p:nvPr>
        </p:nvSpPr>
        <p:spPr>
          <a:ln/>
        </p:spPr>
        <p:txBody>
          <a:bodyPr vert="horz" wrap="square" lIns="91440" tIns="45720" rIns="91440" bIns="45720" anchor="ctr" anchorCtr="0"/>
          <a:p>
            <a:r>
              <a:rPr lang="zh-CN" altLang="en-US" dirty="0"/>
              <a:t>用户需求说明书的模板</a:t>
            </a:r>
            <a:endParaRPr lang="zh-CN" altLang="en-US" dirty="0"/>
          </a:p>
        </p:txBody>
      </p:sp>
      <p:sp>
        <p:nvSpPr>
          <p:cNvPr id="81923"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81924" name="Picture 4"/>
          <p:cNvPicPr>
            <a:picLocks noChangeAspect="1"/>
          </p:cNvPicPr>
          <p:nvPr/>
        </p:nvPicPr>
        <p:blipFill>
          <a:blip r:embed="rId1"/>
          <a:stretch>
            <a:fillRect/>
          </a:stretch>
        </p:blipFill>
        <p:spPr>
          <a:xfrm>
            <a:off x="1952625" y="1052513"/>
            <a:ext cx="5283200" cy="5273675"/>
          </a:xfrm>
          <a:prstGeom prst="rect">
            <a:avLst/>
          </a:prstGeom>
          <a:noFill/>
          <a:ln w="9525">
            <a:noFill/>
          </a:ln>
        </p:spPr>
      </p:pic>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内容占位符 2"/>
          <p:cNvSpPr>
            <a:spLocks noGrp="1"/>
          </p:cNvSpPr>
          <p:nvPr>
            <p:ph idx="1"/>
          </p:nvPr>
        </p:nvSpPr>
        <p:spPr>
          <a:xfrm>
            <a:off x="395288" y="1125538"/>
            <a:ext cx="8280400" cy="4379912"/>
          </a:xfrm>
          <a:ln/>
        </p:spPr>
        <p:txBody>
          <a:bodyPr vert="horz" wrap="square" lIns="91440" tIns="45720" rIns="91440" bIns="45720" anchor="t" anchorCtr="0">
            <a:spAutoFit/>
          </a:bodyPr>
          <a:p>
            <a:pPr marL="0" indent="0">
              <a:lnSpc>
                <a:spcPct val="150000"/>
              </a:lnSpc>
              <a:buSzPct val="70000"/>
              <a:buFont typeface="Wingdings" panose="05000000000000000000" pitchFamily="2" charset="2"/>
              <a:buNone/>
            </a:pPr>
            <a:r>
              <a:rPr lang="en-US" altLang="zh-CN" sz="2000" b="1" dirty="0">
                <a:latin typeface="华文中宋" panose="02010600040101010101" pitchFamily="2" charset="-122"/>
                <a:ea typeface="华文中宋" panose="02010600040101010101" pitchFamily="2" charset="-122"/>
                <a:cs typeface="+mn-cs"/>
              </a:rPr>
              <a:t>《</a:t>
            </a:r>
            <a:r>
              <a:rPr lang="zh-CN" altLang="en-US" sz="2000" b="1" dirty="0">
                <a:latin typeface="华文中宋" panose="02010600040101010101" pitchFamily="2" charset="-122"/>
                <a:ea typeface="华文中宋" panose="02010600040101010101" pitchFamily="2" charset="-122"/>
                <a:cs typeface="+mn-cs"/>
              </a:rPr>
              <a:t>用户需求说明书</a:t>
            </a:r>
            <a:r>
              <a:rPr lang="en-US" altLang="zh-CN" sz="2000" b="1" dirty="0">
                <a:latin typeface="华文中宋" panose="02010600040101010101" pitchFamily="2" charset="-122"/>
                <a:ea typeface="华文中宋" panose="02010600040101010101" pitchFamily="2" charset="-122"/>
                <a:cs typeface="+mn-cs"/>
              </a:rPr>
              <a:t>》</a:t>
            </a:r>
            <a:r>
              <a:rPr lang="zh-CN" altLang="en-US" sz="2000" b="1" dirty="0">
                <a:latin typeface="华文中宋" panose="02010600040101010101" pitchFamily="2" charset="-122"/>
                <a:ea typeface="华文中宋" panose="02010600040101010101" pitchFamily="2" charset="-122"/>
                <a:cs typeface="+mn-cs"/>
              </a:rPr>
              <a:t>与</a:t>
            </a:r>
            <a:r>
              <a:rPr lang="en-US" altLang="zh-CN" sz="2000" b="1" dirty="0">
                <a:latin typeface="华文中宋" panose="02010600040101010101" pitchFamily="2" charset="-122"/>
                <a:ea typeface="华文中宋" panose="02010600040101010101" pitchFamily="2" charset="-122"/>
                <a:cs typeface="+mn-cs"/>
              </a:rPr>
              <a:t>《</a:t>
            </a:r>
            <a:r>
              <a:rPr lang="zh-CN" altLang="en-US" sz="2000" b="1" dirty="0">
                <a:latin typeface="华文中宋" panose="02010600040101010101" pitchFamily="2" charset="-122"/>
                <a:ea typeface="华文中宋" panose="02010600040101010101" pitchFamily="2" charset="-122"/>
                <a:cs typeface="+mn-cs"/>
              </a:rPr>
              <a:t>软件需求规格说明书</a:t>
            </a:r>
            <a:r>
              <a:rPr lang="en-US" altLang="zh-CN" sz="2000" b="1" dirty="0">
                <a:latin typeface="华文中宋" panose="02010600040101010101" pitchFamily="2" charset="-122"/>
                <a:ea typeface="华文中宋" panose="02010600040101010101" pitchFamily="2" charset="-122"/>
                <a:cs typeface="+mn-cs"/>
              </a:rPr>
              <a:t>》</a:t>
            </a:r>
            <a:r>
              <a:rPr lang="zh-CN" altLang="en-US" sz="2000" b="1" dirty="0">
                <a:latin typeface="华文中宋" panose="02010600040101010101" pitchFamily="2" charset="-122"/>
                <a:ea typeface="华文中宋" panose="02010600040101010101" pitchFamily="2" charset="-122"/>
                <a:cs typeface="+mn-cs"/>
              </a:rPr>
              <a:t>的主要区别与联系</a:t>
            </a:r>
            <a:endParaRPr lang="en-US" altLang="zh-CN" sz="2000" b="1" dirty="0">
              <a:latin typeface="华文中宋" panose="02010600040101010101" pitchFamily="2" charset="-122"/>
              <a:ea typeface="华文中宋" panose="02010600040101010101" pitchFamily="2" charset="-122"/>
              <a:cs typeface="+mn-cs"/>
            </a:endParaRPr>
          </a:p>
          <a:p>
            <a:pPr marL="0" indent="0">
              <a:lnSpc>
                <a:spcPct val="150000"/>
              </a:lnSpc>
              <a:buSzPct val="70000"/>
              <a:buFont typeface="Wingdings" panose="05000000000000000000" pitchFamily="2" charset="2"/>
              <a:buNone/>
            </a:pPr>
            <a:r>
              <a:rPr lang="zh-CN" altLang="en-US" sz="2000" dirty="0">
                <a:latin typeface="华文中宋" panose="02010600040101010101" pitchFamily="2" charset="-122"/>
                <a:ea typeface="华文中宋" panose="02010600040101010101" pitchFamily="2" charset="-122"/>
                <a:cs typeface="+mn-cs"/>
              </a:rPr>
              <a:t>（</a:t>
            </a:r>
            <a:r>
              <a:rPr lang="en-US" altLang="zh-CN" sz="2000" dirty="0">
                <a:latin typeface="华文中宋" panose="02010600040101010101" pitchFamily="2" charset="-122"/>
                <a:ea typeface="华文中宋" panose="02010600040101010101" pitchFamily="2" charset="-122"/>
                <a:cs typeface="+mn-cs"/>
              </a:rPr>
              <a:t>1</a:t>
            </a:r>
            <a:r>
              <a:rPr lang="zh-CN" altLang="en-US" sz="2000" dirty="0">
                <a:latin typeface="华文中宋" panose="02010600040101010101" pitchFamily="2" charset="-122"/>
                <a:ea typeface="华文中宋" panose="02010600040101010101" pitchFamily="2" charset="-122"/>
                <a:cs typeface="+mn-cs"/>
              </a:rPr>
              <a:t>）前者主要采用</a:t>
            </a:r>
            <a:r>
              <a:rPr lang="zh-CN" altLang="en-US" sz="2000" dirty="0">
                <a:solidFill>
                  <a:srgbClr val="3333CC"/>
                </a:solidFill>
                <a:latin typeface="华文中宋" panose="02010600040101010101" pitchFamily="2" charset="-122"/>
                <a:ea typeface="华文中宋" panose="02010600040101010101" pitchFamily="2" charset="-122"/>
                <a:cs typeface="+mn-cs"/>
              </a:rPr>
              <a:t>自然语言</a:t>
            </a:r>
            <a:r>
              <a:rPr lang="zh-CN" altLang="en-US" sz="2000" dirty="0">
                <a:latin typeface="华文中宋" panose="02010600040101010101" pitchFamily="2" charset="-122"/>
                <a:ea typeface="华文中宋" panose="02010600040101010101" pitchFamily="2" charset="-122"/>
                <a:cs typeface="+mn-cs"/>
              </a:rPr>
              <a:t>（和应用域术语）来表达用户需求，其内容相对于后者而言</a:t>
            </a:r>
            <a:r>
              <a:rPr lang="zh-CN" altLang="en-US" sz="2000" dirty="0">
                <a:solidFill>
                  <a:srgbClr val="3333CC"/>
                </a:solidFill>
                <a:latin typeface="华文中宋" panose="02010600040101010101" pitchFamily="2" charset="-122"/>
                <a:ea typeface="华文中宋" panose="02010600040101010101" pitchFamily="2" charset="-122"/>
                <a:cs typeface="+mn-cs"/>
              </a:rPr>
              <a:t>比较粗略，不够详细</a:t>
            </a:r>
            <a:r>
              <a:rPr lang="zh-CN" altLang="en-US" sz="2000" dirty="0">
                <a:latin typeface="华文中宋" panose="02010600040101010101" pitchFamily="2" charset="-122"/>
                <a:ea typeface="华文中宋" panose="02010600040101010101" pitchFamily="2" charset="-122"/>
                <a:cs typeface="+mn-cs"/>
              </a:rPr>
              <a:t>。</a:t>
            </a:r>
            <a:endParaRPr lang="zh-CN" altLang="en-US" sz="2000" dirty="0">
              <a:latin typeface="华文中宋" panose="02010600040101010101" pitchFamily="2" charset="-122"/>
              <a:ea typeface="华文中宋" panose="02010600040101010101" pitchFamily="2" charset="-122"/>
              <a:cs typeface="+mn-cs"/>
            </a:endParaRPr>
          </a:p>
          <a:p>
            <a:pPr marL="0" indent="0">
              <a:lnSpc>
                <a:spcPct val="150000"/>
              </a:lnSpc>
              <a:buSzPct val="70000"/>
              <a:buFont typeface="Wingdings" panose="05000000000000000000" pitchFamily="2" charset="2"/>
              <a:buNone/>
            </a:pPr>
            <a:r>
              <a:rPr lang="zh-CN" altLang="en-US" sz="2000" dirty="0">
                <a:latin typeface="华文中宋" panose="02010600040101010101" pitchFamily="2" charset="-122"/>
                <a:ea typeface="华文中宋" panose="02010600040101010101" pitchFamily="2" charset="-122"/>
                <a:cs typeface="+mn-cs"/>
              </a:rPr>
              <a:t>（</a:t>
            </a:r>
            <a:r>
              <a:rPr lang="en-US" altLang="zh-CN" sz="2000" dirty="0">
                <a:latin typeface="华文中宋" panose="02010600040101010101" pitchFamily="2" charset="-122"/>
                <a:ea typeface="华文中宋" panose="02010600040101010101" pitchFamily="2" charset="-122"/>
                <a:cs typeface="+mn-cs"/>
              </a:rPr>
              <a:t>2</a:t>
            </a:r>
            <a:r>
              <a:rPr lang="zh-CN" altLang="en-US" sz="2000" dirty="0">
                <a:latin typeface="华文中宋" panose="02010600040101010101" pitchFamily="2" charset="-122"/>
                <a:ea typeface="华文中宋" panose="02010600040101010101" pitchFamily="2" charset="-122"/>
                <a:cs typeface="+mn-cs"/>
              </a:rPr>
              <a:t>）后者是前者的细化，更多地采用</a:t>
            </a:r>
            <a:r>
              <a:rPr lang="zh-CN" altLang="en-US" sz="2000" dirty="0">
                <a:solidFill>
                  <a:srgbClr val="3333CC"/>
                </a:solidFill>
                <a:latin typeface="华文中宋" panose="02010600040101010101" pitchFamily="2" charset="-122"/>
                <a:ea typeface="华文中宋" panose="02010600040101010101" pitchFamily="2" charset="-122"/>
                <a:cs typeface="+mn-cs"/>
              </a:rPr>
              <a:t>计算机语言和图形符号</a:t>
            </a:r>
            <a:r>
              <a:rPr lang="zh-CN" altLang="en-US" sz="2000" dirty="0">
                <a:latin typeface="华文中宋" panose="02010600040101010101" pitchFamily="2" charset="-122"/>
                <a:ea typeface="华文中宋" panose="02010600040101010101" pitchFamily="2" charset="-122"/>
                <a:cs typeface="+mn-cs"/>
              </a:rPr>
              <a:t>来刻画需求，产品需求是软件系统设计的直接依据。</a:t>
            </a:r>
            <a:endParaRPr lang="zh-CN" altLang="en-US" sz="2000" dirty="0">
              <a:latin typeface="华文中宋" panose="02010600040101010101" pitchFamily="2" charset="-122"/>
              <a:ea typeface="华文中宋" panose="02010600040101010101" pitchFamily="2" charset="-122"/>
              <a:cs typeface="+mn-cs"/>
            </a:endParaRPr>
          </a:p>
          <a:p>
            <a:pPr marL="0" indent="0">
              <a:lnSpc>
                <a:spcPct val="150000"/>
              </a:lnSpc>
              <a:buSzPct val="70000"/>
              <a:buFont typeface="Wingdings" panose="05000000000000000000" pitchFamily="2" charset="2"/>
              <a:buNone/>
            </a:pPr>
            <a:r>
              <a:rPr lang="zh-CN" altLang="en-US" sz="2000" dirty="0">
                <a:latin typeface="华文中宋" panose="02010600040101010101" pitchFamily="2" charset="-122"/>
                <a:ea typeface="华文中宋" panose="02010600040101010101" pitchFamily="2" charset="-122"/>
                <a:cs typeface="+mn-cs"/>
              </a:rPr>
              <a:t>（</a:t>
            </a:r>
            <a:r>
              <a:rPr lang="en-US" altLang="zh-CN" sz="2000" dirty="0">
                <a:latin typeface="华文中宋" panose="02010600040101010101" pitchFamily="2" charset="-122"/>
                <a:ea typeface="华文中宋" panose="02010600040101010101" pitchFamily="2" charset="-122"/>
                <a:cs typeface="+mn-cs"/>
              </a:rPr>
              <a:t>3</a:t>
            </a:r>
            <a:r>
              <a:rPr lang="zh-CN" altLang="en-US" sz="2000" dirty="0">
                <a:latin typeface="华文中宋" panose="02010600040101010101" pitchFamily="2" charset="-122"/>
                <a:ea typeface="华文中宋" panose="02010600040101010101" pitchFamily="2" charset="-122"/>
                <a:cs typeface="+mn-cs"/>
              </a:rPr>
              <a:t>）</a:t>
            </a:r>
            <a:r>
              <a:rPr lang="zh-CN" altLang="en-US" sz="2000" dirty="0">
                <a:solidFill>
                  <a:srgbClr val="FF0000"/>
                </a:solidFill>
                <a:latin typeface="华文中宋" panose="02010600040101010101" pitchFamily="2" charset="-122"/>
                <a:ea typeface="华文中宋" panose="02010600040101010101" pitchFamily="2" charset="-122"/>
                <a:cs typeface="+mn-cs"/>
              </a:rPr>
              <a:t>两者之间可能并不是一一影射关系</a:t>
            </a:r>
            <a:r>
              <a:rPr lang="zh-CN" altLang="en-US" sz="2000" dirty="0">
                <a:latin typeface="华文中宋" panose="02010600040101010101" pitchFamily="2" charset="-122"/>
                <a:ea typeface="华文中宋" panose="02010600040101010101" pitchFamily="2" charset="-122"/>
                <a:cs typeface="+mn-cs"/>
              </a:rPr>
              <a:t>，因为软件开发商会根据产品发展战略、企业当前状况适当地调整产品需求，例如用户需求可能被分配到软件的数个版本中。软件开发人员应当依据</a:t>
            </a:r>
            <a:r>
              <a:rPr lang="en-US" altLang="zh-CN" sz="2000" dirty="0">
                <a:latin typeface="华文中宋" panose="02010600040101010101" pitchFamily="2" charset="-122"/>
                <a:ea typeface="华文中宋" panose="02010600040101010101" pitchFamily="2" charset="-122"/>
                <a:cs typeface="+mn-cs"/>
              </a:rPr>
              <a:t>《</a:t>
            </a:r>
            <a:r>
              <a:rPr lang="zh-CN" altLang="en-US" sz="2000" dirty="0">
                <a:latin typeface="华文中宋" panose="02010600040101010101" pitchFamily="2" charset="-122"/>
                <a:ea typeface="华文中宋" panose="02010600040101010101" pitchFamily="2" charset="-122"/>
                <a:cs typeface="+mn-cs"/>
              </a:rPr>
              <a:t>产品需求规格说明书</a:t>
            </a:r>
            <a:r>
              <a:rPr lang="en-US" altLang="zh-CN" sz="2000" dirty="0">
                <a:latin typeface="华文中宋" panose="02010600040101010101" pitchFamily="2" charset="-122"/>
                <a:ea typeface="华文中宋" panose="02010600040101010101" pitchFamily="2" charset="-122"/>
                <a:cs typeface="+mn-cs"/>
              </a:rPr>
              <a:t>》</a:t>
            </a:r>
            <a:r>
              <a:rPr lang="zh-CN" altLang="en-US" sz="2000" dirty="0">
                <a:latin typeface="华文中宋" panose="02010600040101010101" pitchFamily="2" charset="-122"/>
                <a:ea typeface="华文中宋" panose="02010600040101010101" pitchFamily="2" charset="-122"/>
                <a:cs typeface="+mn-cs"/>
              </a:rPr>
              <a:t>来开发当前产品。 </a:t>
            </a:r>
            <a:endParaRPr lang="zh-CN" altLang="en-US" sz="2000" dirty="0">
              <a:latin typeface="华文中宋" panose="02010600040101010101" pitchFamily="2" charset="-122"/>
              <a:ea typeface="华文中宋" panose="02010600040101010101" pitchFamily="2" charset="-122"/>
              <a:cs typeface="+mn-cs"/>
            </a:endParaRPr>
          </a:p>
        </p:txBody>
      </p:sp>
      <p:sp>
        <p:nvSpPr>
          <p:cNvPr id="82947"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标题 1"/>
          <p:cNvSpPr>
            <a:spLocks noGrp="1"/>
          </p:cNvSpPr>
          <p:nvPr>
            <p:ph type="title"/>
          </p:nvPr>
        </p:nvSpPr>
        <p:spPr>
          <a:ln/>
        </p:spPr>
        <p:txBody>
          <a:bodyPr vert="horz" wrap="square" lIns="91440" tIns="45720" rIns="91440" bIns="45720" anchor="ctr" anchorCtr="0"/>
          <a:p>
            <a:r>
              <a:rPr lang="en-US" altLang="zh-CN" dirty="0"/>
              <a:t>7</a:t>
            </a:r>
            <a:r>
              <a:rPr lang="zh-CN" altLang="en-US" dirty="0"/>
              <a:t>、需求验证</a:t>
            </a:r>
            <a:endParaRPr lang="zh-CN" altLang="en-US" dirty="0"/>
          </a:p>
        </p:txBody>
      </p:sp>
      <p:sp>
        <p:nvSpPr>
          <p:cNvPr id="83971" name="内容占位符 2"/>
          <p:cNvSpPr>
            <a:spLocks noGrp="1"/>
          </p:cNvSpPr>
          <p:nvPr>
            <p:ph idx="1"/>
          </p:nvPr>
        </p:nvSpPr>
        <p:spPr>
          <a:xfrm>
            <a:off x="852488" y="1247775"/>
            <a:ext cx="7391400" cy="4702175"/>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sz="2800" b="1" dirty="0">
                <a:latin typeface="华文中宋" panose="02010600040101010101" pitchFamily="2" charset="-122"/>
                <a:ea typeface="华文中宋" panose="02010600040101010101" pitchFamily="2" charset="-122"/>
                <a:cs typeface="+mn-cs"/>
              </a:rPr>
              <a:t> </a:t>
            </a:r>
            <a:r>
              <a:rPr lang="en-US" altLang="zh-CN" sz="2800" b="1" dirty="0">
                <a:latin typeface="华文中宋" panose="02010600040101010101" pitchFamily="2" charset="-122"/>
                <a:ea typeface="华文中宋" panose="02010600040101010101" pitchFamily="2" charset="-122"/>
                <a:cs typeface="+mn-cs"/>
              </a:rPr>
              <a:t>(</a:t>
            </a:r>
            <a:r>
              <a:rPr lang="zh-CN" altLang="en-US" sz="2800" b="1" dirty="0">
                <a:latin typeface="华文中宋" panose="02010600040101010101" pitchFamily="2" charset="-122"/>
                <a:ea typeface="华文中宋" panose="02010600040101010101" pitchFamily="2" charset="-122"/>
                <a:cs typeface="+mn-cs"/>
              </a:rPr>
              <a:t>一</a:t>
            </a:r>
            <a:r>
              <a:rPr lang="en-US" altLang="zh-CN" sz="2800" b="1" dirty="0">
                <a:latin typeface="华文中宋" panose="02010600040101010101" pitchFamily="2" charset="-122"/>
                <a:ea typeface="华文中宋" panose="02010600040101010101" pitchFamily="2" charset="-122"/>
                <a:cs typeface="+mn-cs"/>
              </a:rPr>
              <a:t>) </a:t>
            </a:r>
            <a:r>
              <a:rPr lang="zh-CN" altLang="en-US" sz="2800" b="1" dirty="0">
                <a:latin typeface="华文中宋" panose="02010600040101010101" pitchFamily="2" charset="-122"/>
                <a:ea typeface="华文中宋" panose="02010600040101010101" pitchFamily="2" charset="-122"/>
                <a:cs typeface="+mn-cs"/>
              </a:rPr>
              <a:t>需求验证的重要性</a:t>
            </a:r>
            <a:endParaRPr lang="zh-CN" altLang="en-US" sz="2800" b="1"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１</a:t>
            </a:r>
            <a:r>
              <a:rPr lang="en-US" altLang="zh-CN" dirty="0">
                <a:latin typeface="华文中宋" panose="02010600040101010101" pitchFamily="2" charset="-122"/>
                <a:ea typeface="华文中宋" panose="02010600040101010101" pitchFamily="2" charset="-122"/>
                <a:cs typeface="+mn-cs"/>
              </a:rPr>
              <a:t>. </a:t>
            </a:r>
            <a:r>
              <a:rPr lang="zh-CN" altLang="en-US" dirty="0">
                <a:latin typeface="华文中宋" panose="02010600040101010101" pitchFamily="2" charset="-122"/>
                <a:ea typeface="华文中宋" panose="02010600040101010101" pitchFamily="2" charset="-122"/>
                <a:cs typeface="+mn-cs"/>
              </a:rPr>
              <a:t>由于需求是软件开发的第一阶段，直接影响后面各阶段的开发。</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２</a:t>
            </a:r>
            <a:r>
              <a:rPr lang="en-US" altLang="zh-CN" dirty="0">
                <a:latin typeface="华文中宋" panose="02010600040101010101" pitchFamily="2" charset="-122"/>
                <a:ea typeface="华文中宋" panose="02010600040101010101" pitchFamily="2" charset="-122"/>
                <a:cs typeface="+mn-cs"/>
              </a:rPr>
              <a:t>. </a:t>
            </a:r>
            <a:r>
              <a:rPr lang="zh-CN" altLang="en-US" dirty="0">
                <a:latin typeface="华文中宋" panose="02010600040101010101" pitchFamily="2" charset="-122"/>
                <a:ea typeface="华文中宋" panose="02010600040101010101" pitchFamily="2" charset="-122"/>
                <a:cs typeface="+mn-cs"/>
              </a:rPr>
              <a:t>需求的正确性必须进行验证。</a:t>
            </a:r>
            <a:endParaRPr lang="zh-CN" altLang="en-US" dirty="0">
              <a:latin typeface="华文中宋" panose="02010600040101010101" pitchFamily="2" charset="-122"/>
              <a:ea typeface="华文中宋" panose="02010600040101010101" pitchFamily="2" charset="-122"/>
              <a:cs typeface="+mn-cs"/>
            </a:endParaRPr>
          </a:p>
        </p:txBody>
      </p:sp>
      <p:sp>
        <p:nvSpPr>
          <p:cNvPr id="8397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27" name="Group 12"/>
          <p:cNvGrpSpPr/>
          <p:nvPr/>
        </p:nvGrpSpPr>
        <p:grpSpPr bwMode="auto">
          <a:xfrm>
            <a:off x="611560" y="3432177"/>
            <a:ext cx="1160462" cy="735013"/>
            <a:chOff x="923" y="2633"/>
            <a:chExt cx="813" cy="463"/>
          </a:xfrm>
          <a:solidFill>
            <a:sysClr val="window" lastClr="FFFFFF"/>
          </a:solidFill>
        </p:grpSpPr>
        <p:sp>
          <p:nvSpPr>
            <p:cNvPr id="28" name="Oval 10"/>
            <p:cNvSpPr>
              <a:spLocks noChangeArrowheads="1"/>
            </p:cNvSpPr>
            <p:nvPr/>
          </p:nvSpPr>
          <p:spPr bwMode="auto">
            <a:xfrm>
              <a:off x="923" y="2642"/>
              <a:ext cx="813" cy="448"/>
            </a:xfrm>
            <a:prstGeom prst="ellipse">
              <a:avLst/>
            </a:prstGeom>
            <a:grpFill/>
            <a:ln w="28575">
              <a:solidFill>
                <a:srgbClr val="990033"/>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29" name="Text Box 11"/>
            <p:cNvSpPr txBox="1">
              <a:spLocks noChangeArrowheads="1"/>
            </p:cNvSpPr>
            <p:nvPr/>
          </p:nvSpPr>
          <p:spPr bwMode="auto">
            <a:xfrm>
              <a:off x="1061" y="2633"/>
              <a:ext cx="576" cy="463"/>
            </a:xfrm>
            <a:prstGeom prst="rect">
              <a:avLst/>
            </a:prstGeom>
            <a:grpFill/>
            <a:ln w="28575">
              <a:noFill/>
              <a:miter lim="800000"/>
              <a:tailEnd type="none" w="sm" len="med"/>
            </a:ln>
            <a:effectLst/>
          </p:spPr>
          <p:txBody>
            <a:bodyPr>
              <a:spAutoFit/>
            </a:bodyPr>
            <a:lstStyle/>
            <a:p>
              <a:pPr marL="0" marR="0" lvl="0" indent="0" algn="ctr" defTabSz="914400" rtl="0" eaLnBrk="1" fontAlgn="auto" latinLnBrk="0" hangingPunct="1">
                <a:lnSpc>
                  <a:spcPct val="95000"/>
                </a:lnSpc>
                <a:spcBef>
                  <a:spcPts val="0"/>
                </a:spcBef>
                <a:spcAft>
                  <a:spcPts val="0"/>
                </a:spcAft>
                <a:buClrTx/>
                <a:buSzTx/>
                <a:buFontTx/>
                <a:buNone/>
                <a:defRPr/>
              </a:pPr>
              <a:r>
                <a:rPr kumimoji="1" lang="zh-CN" altLang="en-US" sz="2200" b="0" i="0" u="none" strike="noStrike" kern="0" cap="none" spc="0" normalizeH="0" baseline="0" noProof="0" dirty="0">
                  <a:ln>
                    <a:noFill/>
                  </a:ln>
                  <a:solidFill>
                    <a:prstClr val="black"/>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软件需求</a:t>
              </a:r>
              <a:endParaRPr kumimoji="1" lang="zh-CN" altLang="en-US" sz="2200" b="0" i="0" u="none" strike="noStrike" kern="0" cap="none" spc="0" normalizeH="0" baseline="0" noProof="0" dirty="0">
                <a:ln>
                  <a:noFill/>
                </a:ln>
                <a:solidFill>
                  <a:prstClr val="black"/>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endParaRPr>
            </a:p>
          </p:txBody>
        </p:sp>
      </p:grpSp>
      <p:grpSp>
        <p:nvGrpSpPr>
          <p:cNvPr id="30" name="Group 29"/>
          <p:cNvGrpSpPr/>
          <p:nvPr/>
        </p:nvGrpSpPr>
        <p:grpSpPr bwMode="auto">
          <a:xfrm>
            <a:off x="1818060" y="3429000"/>
            <a:ext cx="6765925" cy="830263"/>
            <a:chOff x="1112" y="2494"/>
            <a:chExt cx="4262" cy="523"/>
          </a:xfrm>
          <a:solidFill>
            <a:sysClr val="window" lastClr="FFFFFF"/>
          </a:solidFill>
        </p:grpSpPr>
        <p:sp>
          <p:nvSpPr>
            <p:cNvPr id="31" name="AutoShape 13"/>
            <p:cNvSpPr>
              <a:spLocks noChangeArrowheads="1"/>
            </p:cNvSpPr>
            <p:nvPr/>
          </p:nvSpPr>
          <p:spPr bwMode="auto">
            <a:xfrm>
              <a:off x="1112" y="2643"/>
              <a:ext cx="312" cy="181"/>
            </a:xfrm>
            <a:prstGeom prst="rightArrow">
              <a:avLst>
                <a:gd name="adj1" fmla="val 50000"/>
                <a:gd name="adj2" fmla="val 43094"/>
              </a:avLst>
            </a:prstGeom>
            <a:grpFill/>
            <a:ln w="28575">
              <a:solidFill>
                <a:sysClr val="windowText" lastClr="000000"/>
              </a:solidFill>
              <a:miter lim="800000"/>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grpSp>
          <p:nvGrpSpPr>
            <p:cNvPr id="32" name="Group 14"/>
            <p:cNvGrpSpPr/>
            <p:nvPr/>
          </p:nvGrpSpPr>
          <p:grpSpPr bwMode="auto">
            <a:xfrm>
              <a:off x="1429" y="2504"/>
              <a:ext cx="731" cy="463"/>
              <a:chOff x="923" y="2633"/>
              <a:chExt cx="813" cy="463"/>
            </a:xfrm>
            <a:grpFill/>
          </p:grpSpPr>
          <p:sp>
            <p:nvSpPr>
              <p:cNvPr id="45" name="Oval 15"/>
              <p:cNvSpPr>
                <a:spLocks noChangeArrowheads="1"/>
              </p:cNvSpPr>
              <p:nvPr/>
            </p:nvSpPr>
            <p:spPr bwMode="auto">
              <a:xfrm>
                <a:off x="923" y="2642"/>
                <a:ext cx="813" cy="448"/>
              </a:xfrm>
              <a:prstGeom prst="ellipse">
                <a:avLst/>
              </a:prstGeom>
              <a:grpFill/>
              <a:ln w="28575">
                <a:solidFill>
                  <a:srgbClr val="1C1C1C"/>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46" name="Text Box 16"/>
              <p:cNvSpPr txBox="1">
                <a:spLocks noChangeArrowheads="1"/>
              </p:cNvSpPr>
              <p:nvPr/>
            </p:nvSpPr>
            <p:spPr bwMode="auto">
              <a:xfrm>
                <a:off x="1061" y="2633"/>
                <a:ext cx="576" cy="463"/>
              </a:xfrm>
              <a:prstGeom prst="rect">
                <a:avLst/>
              </a:prstGeom>
              <a:grpFill/>
              <a:ln w="28575">
                <a:noFill/>
                <a:miter lim="800000"/>
                <a:tailEnd type="none" w="sm" len="med"/>
              </a:ln>
              <a:effectLst/>
            </p:spPr>
            <p:txBody>
              <a:bodyPr>
                <a:spAutoFit/>
              </a:bodyPr>
              <a:lstStyle/>
              <a:p>
                <a:pPr marL="0" marR="0" lvl="0" indent="0" algn="ctr" defTabSz="914400" rtl="0" eaLnBrk="1" fontAlgn="auto" latinLnBrk="0" hangingPunct="1">
                  <a:lnSpc>
                    <a:spcPct val="95000"/>
                  </a:lnSpc>
                  <a:spcBef>
                    <a:spcPts val="0"/>
                  </a:spcBef>
                  <a:spcAft>
                    <a:spcPts val="0"/>
                  </a:spcAft>
                  <a:buClrTx/>
                  <a:buSzTx/>
                  <a:buFontTx/>
                  <a:buNone/>
                  <a:defRPr/>
                </a:pPr>
                <a:r>
                  <a:rPr kumimoji="1" lang="zh-CN" altLang="en-US" sz="2200" b="0" i="0" u="none" strike="noStrike" kern="0" cap="none" spc="0" normalizeH="0" baseline="0" noProof="0" dirty="0">
                    <a:ln>
                      <a:noFill/>
                    </a:ln>
                    <a:solidFill>
                      <a:prstClr val="black"/>
                    </a:solidFill>
                    <a:effectLst>
                      <a:outerShdw blurRad="38100" dist="38100" dir="2700000" algn="tl">
                        <a:srgbClr val="FFFFFF"/>
                      </a:outerShdw>
                    </a:effectLst>
                    <a:uLnTx/>
                    <a:uFillTx/>
                    <a:latin typeface="Times New Roman" panose="02020603050405020304" pitchFamily="18" charset="0"/>
                    <a:ea typeface="楷体_GB2312" pitchFamily="49" charset="-122"/>
                    <a:cs typeface="+mn-cs"/>
                  </a:rPr>
                  <a:t>软件设计</a:t>
                </a:r>
                <a:endParaRPr kumimoji="1" lang="zh-CN" altLang="en-US" sz="2200" b="0" i="0" u="none" strike="noStrike" kern="0" cap="none" spc="0" normalizeH="0" baseline="0" noProof="0" dirty="0">
                  <a:ln>
                    <a:noFill/>
                  </a:ln>
                  <a:solidFill>
                    <a:prstClr val="black"/>
                  </a:solidFill>
                  <a:effectLst>
                    <a:outerShdw blurRad="38100" dist="38100" dir="2700000" algn="tl">
                      <a:srgbClr val="FFFFFF"/>
                    </a:outerShdw>
                  </a:effectLst>
                  <a:uLnTx/>
                  <a:uFillTx/>
                  <a:latin typeface="Times New Roman" panose="02020603050405020304" pitchFamily="18" charset="0"/>
                  <a:ea typeface="楷体_GB2312" pitchFamily="49" charset="-122"/>
                  <a:cs typeface="+mn-cs"/>
                </a:endParaRPr>
              </a:p>
            </p:txBody>
          </p:sp>
        </p:grpSp>
        <p:sp>
          <p:nvSpPr>
            <p:cNvPr id="33" name="AutoShape 17"/>
            <p:cNvSpPr>
              <a:spLocks noChangeArrowheads="1"/>
            </p:cNvSpPr>
            <p:nvPr/>
          </p:nvSpPr>
          <p:spPr bwMode="auto">
            <a:xfrm flipV="1">
              <a:off x="2162" y="2658"/>
              <a:ext cx="302" cy="175"/>
            </a:xfrm>
            <a:prstGeom prst="rightArrow">
              <a:avLst>
                <a:gd name="adj1" fmla="val 50000"/>
                <a:gd name="adj2" fmla="val 43143"/>
              </a:avLst>
            </a:prstGeom>
            <a:grpFill/>
            <a:ln w="28575">
              <a:solidFill>
                <a:sysClr val="windowText" lastClr="000000"/>
              </a:solidFill>
              <a:miter lim="800000"/>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grpSp>
          <p:nvGrpSpPr>
            <p:cNvPr id="34" name="Group 18"/>
            <p:cNvGrpSpPr/>
            <p:nvPr/>
          </p:nvGrpSpPr>
          <p:grpSpPr bwMode="auto">
            <a:xfrm>
              <a:off x="2479" y="2494"/>
              <a:ext cx="731" cy="463"/>
              <a:chOff x="923" y="2633"/>
              <a:chExt cx="813" cy="463"/>
            </a:xfrm>
            <a:grpFill/>
          </p:grpSpPr>
          <p:sp>
            <p:nvSpPr>
              <p:cNvPr id="43" name="Oval 19"/>
              <p:cNvSpPr>
                <a:spLocks noChangeArrowheads="1"/>
              </p:cNvSpPr>
              <p:nvPr/>
            </p:nvSpPr>
            <p:spPr bwMode="auto">
              <a:xfrm>
                <a:off x="923" y="2642"/>
                <a:ext cx="813" cy="448"/>
              </a:xfrm>
              <a:prstGeom prst="ellipse">
                <a:avLst/>
              </a:prstGeom>
              <a:grpFill/>
              <a:ln w="28575">
                <a:solidFill>
                  <a:srgbClr val="1C1C1C"/>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44" name="Text Box 20"/>
              <p:cNvSpPr txBox="1">
                <a:spLocks noChangeArrowheads="1"/>
              </p:cNvSpPr>
              <p:nvPr/>
            </p:nvSpPr>
            <p:spPr bwMode="auto">
              <a:xfrm>
                <a:off x="1061" y="2633"/>
                <a:ext cx="576" cy="463"/>
              </a:xfrm>
              <a:prstGeom prst="rect">
                <a:avLst/>
              </a:prstGeom>
              <a:grpFill/>
              <a:ln w="28575">
                <a:noFill/>
                <a:miter lim="800000"/>
                <a:tailEnd type="none" w="sm" len="med"/>
              </a:ln>
              <a:effectLst/>
            </p:spPr>
            <p:txBody>
              <a:bodyPr>
                <a:spAutoFit/>
              </a:bodyPr>
              <a:lstStyle/>
              <a:p>
                <a:pPr marL="0" marR="0" lvl="0" indent="0" algn="ctr" defTabSz="914400" rtl="0" eaLnBrk="1" fontAlgn="auto" latinLnBrk="0" hangingPunct="1">
                  <a:lnSpc>
                    <a:spcPct val="95000"/>
                  </a:lnSpc>
                  <a:spcBef>
                    <a:spcPts val="0"/>
                  </a:spcBef>
                  <a:spcAft>
                    <a:spcPts val="0"/>
                  </a:spcAft>
                  <a:buClrTx/>
                  <a:buSzTx/>
                  <a:buFontTx/>
                  <a:buNone/>
                  <a:defRPr/>
                </a:pPr>
                <a:r>
                  <a:rPr kumimoji="1" lang="zh-CN" altLang="en-US" sz="2200" b="0" i="0" u="none" strike="noStrike" kern="0" cap="none" spc="0" normalizeH="0" baseline="0" noProof="0">
                    <a:ln>
                      <a:noFill/>
                    </a:ln>
                    <a:solidFill>
                      <a:prstClr val="black"/>
                    </a:solidFill>
                    <a:effectLst>
                      <a:outerShdw blurRad="38100" dist="38100" dir="2700000" algn="tl">
                        <a:srgbClr val="FFFFFF"/>
                      </a:outerShdw>
                    </a:effectLst>
                    <a:uLnTx/>
                    <a:uFillTx/>
                    <a:latin typeface="Times New Roman" panose="02020603050405020304" pitchFamily="18" charset="0"/>
                    <a:ea typeface="楷体_GB2312" pitchFamily="49" charset="-122"/>
                    <a:cs typeface="+mn-cs"/>
                  </a:rPr>
                  <a:t>软件编码</a:t>
                </a:r>
                <a:endParaRPr kumimoji="1" lang="zh-CN" altLang="en-US" sz="2200" b="0" i="0" u="none" strike="noStrike" kern="0" cap="none" spc="0" normalizeH="0" baseline="0" noProof="0">
                  <a:ln>
                    <a:noFill/>
                  </a:ln>
                  <a:solidFill>
                    <a:prstClr val="black"/>
                  </a:solidFill>
                  <a:effectLst>
                    <a:outerShdw blurRad="38100" dist="38100" dir="2700000" algn="tl">
                      <a:srgbClr val="FFFFFF"/>
                    </a:outerShdw>
                  </a:effectLst>
                  <a:uLnTx/>
                  <a:uFillTx/>
                  <a:latin typeface="Times New Roman" panose="02020603050405020304" pitchFamily="18" charset="0"/>
                  <a:ea typeface="楷体_GB2312" pitchFamily="49" charset="-122"/>
                  <a:cs typeface="+mn-cs"/>
                </a:endParaRPr>
              </a:p>
            </p:txBody>
          </p:sp>
        </p:grpSp>
        <p:sp>
          <p:nvSpPr>
            <p:cNvPr id="35" name="AutoShape 21"/>
            <p:cNvSpPr>
              <a:spLocks noChangeArrowheads="1"/>
            </p:cNvSpPr>
            <p:nvPr/>
          </p:nvSpPr>
          <p:spPr bwMode="auto">
            <a:xfrm flipV="1">
              <a:off x="3223" y="2666"/>
              <a:ext cx="293" cy="166"/>
            </a:xfrm>
            <a:prstGeom prst="rightArrow">
              <a:avLst>
                <a:gd name="adj1" fmla="val 50000"/>
                <a:gd name="adj2" fmla="val 44127"/>
              </a:avLst>
            </a:prstGeom>
            <a:grpFill/>
            <a:ln w="28575">
              <a:solidFill>
                <a:sysClr val="windowText" lastClr="000000"/>
              </a:solidFill>
              <a:miter lim="800000"/>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grpSp>
          <p:nvGrpSpPr>
            <p:cNvPr id="36" name="Group 22"/>
            <p:cNvGrpSpPr/>
            <p:nvPr/>
          </p:nvGrpSpPr>
          <p:grpSpPr bwMode="auto">
            <a:xfrm>
              <a:off x="3557" y="2528"/>
              <a:ext cx="731" cy="463"/>
              <a:chOff x="923" y="2633"/>
              <a:chExt cx="813" cy="463"/>
            </a:xfrm>
            <a:grpFill/>
          </p:grpSpPr>
          <p:sp>
            <p:nvSpPr>
              <p:cNvPr id="41" name="Oval 23"/>
              <p:cNvSpPr>
                <a:spLocks noChangeArrowheads="1"/>
              </p:cNvSpPr>
              <p:nvPr/>
            </p:nvSpPr>
            <p:spPr bwMode="auto">
              <a:xfrm>
                <a:off x="923" y="2642"/>
                <a:ext cx="813" cy="448"/>
              </a:xfrm>
              <a:prstGeom prst="ellipse">
                <a:avLst/>
              </a:prstGeom>
              <a:grpFill/>
              <a:ln w="28575">
                <a:solidFill>
                  <a:srgbClr val="1C1C1C"/>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42" name="Text Box 24"/>
              <p:cNvSpPr txBox="1">
                <a:spLocks noChangeArrowheads="1"/>
              </p:cNvSpPr>
              <p:nvPr/>
            </p:nvSpPr>
            <p:spPr bwMode="auto">
              <a:xfrm>
                <a:off x="1061" y="2633"/>
                <a:ext cx="576" cy="463"/>
              </a:xfrm>
              <a:prstGeom prst="rect">
                <a:avLst/>
              </a:prstGeom>
              <a:grpFill/>
              <a:ln w="28575">
                <a:noFill/>
                <a:miter lim="800000"/>
                <a:tailEnd type="none" w="sm" len="med"/>
              </a:ln>
              <a:effectLst/>
            </p:spPr>
            <p:txBody>
              <a:bodyPr>
                <a:spAutoFit/>
              </a:bodyPr>
              <a:lstStyle/>
              <a:p>
                <a:pPr marL="0" marR="0" lvl="0" indent="0" algn="ctr" defTabSz="914400" rtl="0" eaLnBrk="1" fontAlgn="auto" latinLnBrk="0" hangingPunct="1">
                  <a:lnSpc>
                    <a:spcPct val="95000"/>
                  </a:lnSpc>
                  <a:spcBef>
                    <a:spcPts val="0"/>
                  </a:spcBef>
                  <a:spcAft>
                    <a:spcPts val="0"/>
                  </a:spcAft>
                  <a:buClrTx/>
                  <a:buSzTx/>
                  <a:buFontTx/>
                  <a:buNone/>
                  <a:defRPr/>
                </a:pPr>
                <a:r>
                  <a:rPr kumimoji="1" lang="zh-CN" altLang="en-US" sz="2200" b="0" i="0" u="none" strike="noStrike" kern="0" cap="none" spc="0" normalizeH="0" baseline="0" noProof="0">
                    <a:ln>
                      <a:noFill/>
                    </a:ln>
                    <a:solidFill>
                      <a:prstClr val="black"/>
                    </a:solidFill>
                    <a:effectLst>
                      <a:outerShdw blurRad="38100" dist="38100" dir="2700000" algn="tl">
                        <a:srgbClr val="FFFFFF"/>
                      </a:outerShdw>
                    </a:effectLst>
                    <a:uLnTx/>
                    <a:uFillTx/>
                    <a:latin typeface="Times New Roman" panose="02020603050405020304" pitchFamily="18" charset="0"/>
                    <a:ea typeface="楷体_GB2312" pitchFamily="49" charset="-122"/>
                    <a:cs typeface="+mn-cs"/>
                  </a:rPr>
                  <a:t>软件测试</a:t>
                </a:r>
                <a:endParaRPr kumimoji="1" lang="zh-CN" altLang="en-US" sz="2200" b="0" i="0" u="none" strike="noStrike" kern="0" cap="none" spc="0" normalizeH="0" baseline="0" noProof="0">
                  <a:ln>
                    <a:noFill/>
                  </a:ln>
                  <a:solidFill>
                    <a:prstClr val="black"/>
                  </a:solidFill>
                  <a:effectLst>
                    <a:outerShdw blurRad="38100" dist="38100" dir="2700000" algn="tl">
                      <a:srgbClr val="FFFFFF"/>
                    </a:outerShdw>
                  </a:effectLst>
                  <a:uLnTx/>
                  <a:uFillTx/>
                  <a:latin typeface="Times New Roman" panose="02020603050405020304" pitchFamily="18" charset="0"/>
                  <a:ea typeface="楷体_GB2312" pitchFamily="49" charset="-122"/>
                  <a:cs typeface="+mn-cs"/>
                </a:endParaRPr>
              </a:p>
            </p:txBody>
          </p:sp>
        </p:grpSp>
        <p:sp>
          <p:nvSpPr>
            <p:cNvPr id="37" name="AutoShape 25"/>
            <p:cNvSpPr>
              <a:spLocks noChangeArrowheads="1"/>
            </p:cNvSpPr>
            <p:nvPr/>
          </p:nvSpPr>
          <p:spPr bwMode="auto">
            <a:xfrm flipV="1">
              <a:off x="4300" y="2673"/>
              <a:ext cx="330" cy="184"/>
            </a:xfrm>
            <a:prstGeom prst="rightArrow">
              <a:avLst>
                <a:gd name="adj1" fmla="val 50000"/>
                <a:gd name="adj2" fmla="val 44837"/>
              </a:avLst>
            </a:prstGeom>
            <a:grpFill/>
            <a:ln w="28575">
              <a:solidFill>
                <a:sysClr val="windowText" lastClr="000000"/>
              </a:solidFill>
              <a:miter lim="800000"/>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grpSp>
          <p:nvGrpSpPr>
            <p:cNvPr id="38" name="Group 26"/>
            <p:cNvGrpSpPr/>
            <p:nvPr/>
          </p:nvGrpSpPr>
          <p:grpSpPr bwMode="auto">
            <a:xfrm>
              <a:off x="4643" y="2554"/>
              <a:ext cx="731" cy="463"/>
              <a:chOff x="923" y="2633"/>
              <a:chExt cx="813" cy="463"/>
            </a:xfrm>
            <a:grpFill/>
          </p:grpSpPr>
          <p:sp>
            <p:nvSpPr>
              <p:cNvPr id="39" name="Oval 27"/>
              <p:cNvSpPr>
                <a:spLocks noChangeArrowheads="1"/>
              </p:cNvSpPr>
              <p:nvPr/>
            </p:nvSpPr>
            <p:spPr bwMode="auto">
              <a:xfrm>
                <a:off x="923" y="2642"/>
                <a:ext cx="813" cy="448"/>
              </a:xfrm>
              <a:prstGeom prst="ellipse">
                <a:avLst/>
              </a:prstGeom>
              <a:grpFill/>
              <a:ln w="28575">
                <a:solidFill>
                  <a:srgbClr val="1C1C1C"/>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40" name="Text Box 28"/>
              <p:cNvSpPr txBox="1">
                <a:spLocks noChangeArrowheads="1"/>
              </p:cNvSpPr>
              <p:nvPr/>
            </p:nvSpPr>
            <p:spPr bwMode="auto">
              <a:xfrm>
                <a:off x="1061" y="2633"/>
                <a:ext cx="576" cy="463"/>
              </a:xfrm>
              <a:prstGeom prst="rect">
                <a:avLst/>
              </a:prstGeom>
              <a:grpFill/>
              <a:ln w="28575">
                <a:noFill/>
                <a:miter lim="800000"/>
                <a:tailEnd type="none" w="sm" len="med"/>
              </a:ln>
              <a:effectLst/>
            </p:spPr>
            <p:txBody>
              <a:bodyPr>
                <a:spAutoFit/>
              </a:bodyPr>
              <a:lstStyle/>
              <a:p>
                <a:pPr marL="0" marR="0" lvl="0" indent="0" algn="ctr" defTabSz="914400" rtl="0" eaLnBrk="1" fontAlgn="auto" latinLnBrk="0" hangingPunct="1">
                  <a:lnSpc>
                    <a:spcPct val="95000"/>
                  </a:lnSpc>
                  <a:spcBef>
                    <a:spcPts val="0"/>
                  </a:spcBef>
                  <a:spcAft>
                    <a:spcPts val="0"/>
                  </a:spcAft>
                  <a:buClrTx/>
                  <a:buSzTx/>
                  <a:buFontTx/>
                  <a:buNone/>
                  <a:defRPr/>
                </a:pPr>
                <a:r>
                  <a:rPr kumimoji="1" lang="zh-CN" altLang="en-US" sz="2200" b="0" i="0" u="none" strike="noStrike" kern="0" cap="none" spc="0" normalizeH="0" baseline="0" noProof="0">
                    <a:ln>
                      <a:noFill/>
                    </a:ln>
                    <a:solidFill>
                      <a:prstClr val="black"/>
                    </a:solidFill>
                    <a:effectLst>
                      <a:outerShdw blurRad="38100" dist="38100" dir="2700000" algn="tl">
                        <a:srgbClr val="FFFFFF"/>
                      </a:outerShdw>
                    </a:effectLst>
                    <a:uLnTx/>
                    <a:uFillTx/>
                    <a:latin typeface="Times New Roman" panose="02020603050405020304" pitchFamily="18" charset="0"/>
                    <a:ea typeface="楷体_GB2312" pitchFamily="49" charset="-122"/>
                    <a:cs typeface="+mn-cs"/>
                  </a:rPr>
                  <a:t>运行维护</a:t>
                </a:r>
                <a:endParaRPr kumimoji="1" lang="zh-CN" altLang="en-US" sz="2200" b="0" i="0" u="none" strike="noStrike" kern="0" cap="none" spc="0" normalizeH="0" baseline="0" noProof="0">
                  <a:ln>
                    <a:noFill/>
                  </a:ln>
                  <a:solidFill>
                    <a:prstClr val="black"/>
                  </a:solidFill>
                  <a:effectLst>
                    <a:outerShdw blurRad="38100" dist="38100" dir="2700000" algn="tl">
                      <a:srgbClr val="FFFFFF"/>
                    </a:outerShdw>
                  </a:effectLst>
                  <a:uLnTx/>
                  <a:uFillTx/>
                  <a:latin typeface="Times New Roman" panose="02020603050405020304" pitchFamily="18" charset="0"/>
                  <a:ea typeface="楷体_GB2312" pitchFamily="49" charset="-122"/>
                  <a:cs typeface="+mn-cs"/>
                </a:endParaRPr>
              </a:p>
            </p:txBody>
          </p:sp>
        </p:grpSp>
      </p:grpSp>
      <p:sp>
        <p:nvSpPr>
          <p:cNvPr id="47" name="AutoShape 30"/>
          <p:cNvSpPr>
            <a:spLocks noChangeArrowheads="1"/>
          </p:cNvSpPr>
          <p:nvPr/>
        </p:nvSpPr>
        <p:spPr bwMode="auto">
          <a:xfrm>
            <a:off x="882650" y="4465638"/>
            <a:ext cx="1233488" cy="696913"/>
          </a:xfrm>
          <a:prstGeom prst="wedgeRoundRectCallout">
            <a:avLst>
              <a:gd name="adj1" fmla="val -14222"/>
              <a:gd name="adj2" fmla="val -90319"/>
              <a:gd name="adj3" fmla="val 16667"/>
            </a:avLst>
          </a:prstGeom>
          <a:solidFill>
            <a:sysClr val="window" lastClr="FFFFFF"/>
          </a:solidFill>
          <a:ln w="28575">
            <a:solidFill>
              <a:srgbClr val="990033"/>
            </a:solidFill>
            <a:miter lim="800000"/>
            <a:tailEnd type="none" w="sm" len="med"/>
          </a:ln>
          <a:effectLst/>
        </p:spPr>
        <p:txBody>
          <a:bodyPr anchor="ctr"/>
          <a:lstStyle/>
          <a:p>
            <a:pPr marL="0" marR="0" lvl="0" indent="0" algn="ctr" defTabSz="914400" rtl="0" eaLnBrk="1" fontAlgn="auto" latinLnBrk="0" hangingPunct="1">
              <a:lnSpc>
                <a:spcPct val="130000"/>
              </a:lnSpc>
              <a:spcBef>
                <a:spcPct val="20000"/>
              </a:spcBef>
              <a:spcAft>
                <a:spcPts val="0"/>
              </a:spcAft>
              <a:buClrTx/>
              <a:buSzTx/>
              <a:buFontTx/>
              <a:buNone/>
              <a:defRPr/>
            </a:pPr>
            <a:r>
              <a:rPr kumimoji="1" lang="zh-CN" altLang="en-US" sz="1800" b="0" i="0" u="none" strike="noStrike" kern="0" cap="none" spc="0" normalizeH="0" baseline="0" noProof="0" dirty="0">
                <a:ln>
                  <a:noFill/>
                </a:ln>
                <a:solidFill>
                  <a:prstClr val="black"/>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做什么</a:t>
            </a:r>
            <a:endParaRPr kumimoji="1" lang="zh-CN" altLang="en-US" sz="1800" b="0" i="0" u="none" strike="noStrike" kern="0" cap="none" spc="0" normalizeH="0" baseline="0" noProof="0" dirty="0">
              <a:ln>
                <a:noFill/>
              </a:ln>
              <a:solidFill>
                <a:prstClr val="black"/>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p:txBody>
      </p:sp>
      <p:sp>
        <p:nvSpPr>
          <p:cNvPr id="48" name="AutoShape 31"/>
          <p:cNvSpPr>
            <a:spLocks noChangeArrowheads="1"/>
          </p:cNvSpPr>
          <p:nvPr/>
        </p:nvSpPr>
        <p:spPr bwMode="auto">
          <a:xfrm>
            <a:off x="2563813" y="4445000"/>
            <a:ext cx="1233488" cy="696913"/>
          </a:xfrm>
          <a:prstGeom prst="wedgeRoundRectCallout">
            <a:avLst>
              <a:gd name="adj1" fmla="val -14222"/>
              <a:gd name="adj2" fmla="val -90319"/>
              <a:gd name="adj3" fmla="val 16667"/>
            </a:avLst>
          </a:prstGeom>
          <a:solidFill>
            <a:sysClr val="window" lastClr="FFFFFF"/>
          </a:solidFill>
          <a:ln w="28575">
            <a:solidFill>
              <a:srgbClr val="990033"/>
            </a:solidFill>
            <a:miter lim="800000"/>
            <a:tailEnd type="none" w="sm" len="med"/>
          </a:ln>
          <a:effectLst/>
        </p:spPr>
        <p:txBody>
          <a:bodyPr anchor="ctr"/>
          <a:lstStyle/>
          <a:p>
            <a:pPr marL="0" marR="0" lvl="0" indent="0" algn="ctr" defTabSz="914400" rtl="0" eaLnBrk="1" fontAlgn="auto" latinLnBrk="0" hangingPunct="1">
              <a:lnSpc>
                <a:spcPct val="130000"/>
              </a:lnSpc>
              <a:spcBef>
                <a:spcPct val="20000"/>
              </a:spcBef>
              <a:spcAft>
                <a:spcPts val="0"/>
              </a:spcAft>
              <a:buClrTx/>
              <a:buSzTx/>
              <a:buFontTx/>
              <a:buNone/>
              <a:defRPr/>
            </a:pPr>
            <a:r>
              <a:rPr kumimoji="1" lang="zh-CN" altLang="en-US" sz="1800" b="0" i="0" u="none" strike="noStrike" kern="0" cap="none" spc="0" normalizeH="0" baseline="0" noProof="0">
                <a:ln>
                  <a:noFill/>
                </a:ln>
                <a:solidFill>
                  <a:prstClr val="black"/>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怎么做</a:t>
            </a:r>
            <a:endParaRPr kumimoji="1" lang="zh-CN" altLang="en-US" sz="1800" b="0" i="0" u="none" strike="noStrike" kern="0" cap="none" spc="0" normalizeH="0" baseline="0" noProof="0">
              <a:ln>
                <a:noFill/>
              </a:ln>
              <a:solidFill>
                <a:prstClr val="black"/>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1000" fill="hold"/>
                                        <p:tgtEl>
                                          <p:spTgt spid="27"/>
                                        </p:tgtEl>
                                        <p:attrNameLst>
                                          <p:attrName>ppt_w</p:attrName>
                                        </p:attrNameLst>
                                      </p:cBhvr>
                                      <p:tavLst>
                                        <p:tav tm="0">
                                          <p:val>
                                            <p:fltVal val="0.000000"/>
                                          </p:val>
                                        </p:tav>
                                        <p:tav tm="100000">
                                          <p:val>
                                            <p:strVal val="#ppt_w"/>
                                          </p:val>
                                        </p:tav>
                                      </p:tavLst>
                                    </p:anim>
                                    <p:anim calcmode="lin" valueType="num">
                                      <p:cBhvr>
                                        <p:cTn id="8" dur="1000" fill="hold"/>
                                        <p:tgtEl>
                                          <p:spTgt spid="27"/>
                                        </p:tgtEl>
                                        <p:attrNameLst>
                                          <p:attrName>ppt_h</p:attrName>
                                        </p:attrNameLst>
                                      </p:cBhvr>
                                      <p:tavLst>
                                        <p:tav tm="0">
                                          <p:val>
                                            <p:fltVal val="0.000000"/>
                                          </p:val>
                                        </p:tav>
                                        <p:tav tm="100000">
                                          <p:val>
                                            <p:strVal val="#ppt_h"/>
                                          </p:val>
                                        </p:tav>
                                      </p:tavLst>
                                    </p:anim>
                                    <p:animEffect transition="in" filter="fade">
                                      <p:cBhvr>
                                        <p:cTn id="9" dur="1000"/>
                                        <p:tgtEl>
                                          <p:spTgt spid="27"/>
                                        </p:tgtEl>
                                      </p:cBhvr>
                                    </p:animEffect>
                                  </p:childTnLst>
                                </p:cTn>
                              </p:par>
                            </p:childTnLst>
                          </p:cTn>
                        </p:par>
                        <p:par>
                          <p:cTn id="10" fill="hold">
                            <p:stCondLst>
                              <p:cond delay="1000"/>
                            </p:stCondLst>
                            <p:childTnLst>
                              <p:par>
                                <p:cTn id="11" presetID="22" presetClass="entr" presetSubtype="8" fill="hold" nodeType="afterEffect">
                                  <p:stCondLst>
                                    <p:cond delay="1000"/>
                                  </p:stCondLst>
                                  <p:childTnLst>
                                    <p:set>
                                      <p:cBhvr>
                                        <p:cTn id="12" dur="1" fill="hold">
                                          <p:stCondLst>
                                            <p:cond delay="0"/>
                                          </p:stCondLst>
                                        </p:cTn>
                                        <p:tgtEl>
                                          <p:spTgt spid="30"/>
                                        </p:tgtEl>
                                        <p:attrNameLst>
                                          <p:attrName>style.visibility</p:attrName>
                                        </p:attrNameLst>
                                      </p:cBhvr>
                                      <p:to>
                                        <p:strVal val="visible"/>
                                      </p:to>
                                    </p:set>
                                    <p:animEffect transition="in" filter="wipe(left)">
                                      <p:cBhvr>
                                        <p:cTn id="13" dur="1000"/>
                                        <p:tgtEl>
                                          <p:spTgt spid="3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wipe(down)">
                                      <p:cBhvr>
                                        <p:cTn id="18" dur="500"/>
                                        <p:tgtEl>
                                          <p:spTgt spid="47"/>
                                        </p:tgtEl>
                                      </p:cBhvr>
                                    </p:animEffect>
                                  </p:childTnLst>
                                </p:cTn>
                              </p:par>
                            </p:childTnLst>
                          </p:cTn>
                        </p:par>
                        <p:par>
                          <p:cTn id="19" fill="hold">
                            <p:stCondLst>
                              <p:cond delay="500"/>
                            </p:stCondLst>
                            <p:childTnLst>
                              <p:par>
                                <p:cTn id="20" presetID="22" presetClass="entr" presetSubtype="4" fill="hold" grpId="0" nodeType="afterEffect">
                                  <p:stCondLst>
                                    <p:cond delay="2000"/>
                                  </p:stCondLst>
                                  <p:childTnLst>
                                    <p:set>
                                      <p:cBhvr>
                                        <p:cTn id="21" dur="1" fill="hold">
                                          <p:stCondLst>
                                            <p:cond delay="0"/>
                                          </p:stCondLst>
                                        </p:cTn>
                                        <p:tgtEl>
                                          <p:spTgt spid="48"/>
                                        </p:tgtEl>
                                        <p:attrNameLst>
                                          <p:attrName>style.visibility</p:attrName>
                                        </p:attrNameLst>
                                      </p:cBhvr>
                                      <p:to>
                                        <p:strVal val="visible"/>
                                      </p:to>
                                    </p:set>
                                    <p:animEffect transition="in" filter="wipe(down)">
                                      <p:cBhvr>
                                        <p:cTn id="22"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标题 1"/>
          <p:cNvSpPr>
            <a:spLocks noGrp="1"/>
          </p:cNvSpPr>
          <p:nvPr>
            <p:ph type="title"/>
          </p:nvPr>
        </p:nvSpPr>
        <p:spPr>
          <a:ln/>
        </p:spPr>
        <p:txBody>
          <a:bodyPr vert="horz" wrap="square" lIns="91440" tIns="45720" rIns="91440" bIns="45720" anchor="ctr" anchorCtr="0"/>
          <a:p>
            <a:r>
              <a:rPr lang="zh-CN" altLang="en-US" dirty="0"/>
              <a:t>需求验证含义</a:t>
            </a:r>
            <a:endParaRPr lang="zh-CN" altLang="en-US" dirty="0"/>
          </a:p>
        </p:txBody>
      </p:sp>
      <p:sp>
        <p:nvSpPr>
          <p:cNvPr id="89091" name="内容占位符 2"/>
          <p:cNvSpPr>
            <a:spLocks noGrp="1" noChangeArrowheads="1"/>
          </p:cNvSpPr>
          <p:nvPr>
            <p:ph idx="1"/>
          </p:nvPr>
        </p:nvSpPr>
        <p:spPr>
          <a:xfrm>
            <a:off x="684213" y="1247775"/>
            <a:ext cx="7559675" cy="4672013"/>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需求验证的含义</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建立的需求是正确的，即每一条需求都是符合用户原意的。</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需求集是正确的、完备（用户认定的）的和一致的；</a:t>
            </a:r>
            <a:endPar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技术上是可解决的；</a:t>
            </a:r>
            <a:endPar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在现实世界中是可行的和可验证的。</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2.</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验证手段</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评审会，走查，小组审查，结对审查，同级轮查</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8499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标题 1"/>
          <p:cNvSpPr>
            <a:spLocks noGrp="1"/>
          </p:cNvSpPr>
          <p:nvPr>
            <p:ph type="title"/>
          </p:nvPr>
        </p:nvSpPr>
        <p:spPr>
          <a:ln/>
        </p:spPr>
        <p:txBody>
          <a:bodyPr vert="horz" wrap="square" lIns="91440" tIns="45720" rIns="91440" bIns="45720" anchor="ctr" anchorCtr="0"/>
          <a:p>
            <a:r>
              <a:rPr lang="zh-CN" altLang="en-US" dirty="0"/>
              <a:t>需求验证的内容</a:t>
            </a:r>
            <a:endParaRPr lang="zh-CN" altLang="en-US" dirty="0"/>
          </a:p>
        </p:txBody>
      </p:sp>
      <p:sp>
        <p:nvSpPr>
          <p:cNvPr id="86019" name="内容占位符 2"/>
          <p:cNvSpPr>
            <a:spLocks noGrp="1"/>
          </p:cNvSpPr>
          <p:nvPr>
            <p:ph idx="1"/>
          </p:nvPr>
        </p:nvSpPr>
        <p:spPr>
          <a:xfrm>
            <a:off x="482600" y="1268413"/>
            <a:ext cx="8351838" cy="4094162"/>
          </a:xfrm>
          <a:ln/>
        </p:spPr>
        <p:txBody>
          <a:bodyPr vert="horz" wrap="square" lIns="91440" tIns="45720" rIns="91440" bIns="45720" anchor="t" anchorCtr="0">
            <a:spAutoFit/>
          </a:bodyPr>
          <a:p>
            <a:pPr marL="0" indent="0">
              <a:lnSpc>
                <a:spcPct val="150000"/>
              </a:lnSpc>
              <a:buSzPct val="70000"/>
              <a:buFont typeface="Wingdings" panose="05000000000000000000" pitchFamily="2" charset="2"/>
              <a:buNone/>
            </a:pPr>
            <a:r>
              <a:rPr lang="zh-CN" altLang="en-US" sz="2000" dirty="0">
                <a:solidFill>
                  <a:srgbClr val="3333CC"/>
                </a:solidFill>
                <a:latin typeface="华文中宋" panose="02010600040101010101" pitchFamily="2" charset="-122"/>
                <a:ea typeface="华文中宋" panose="02010600040101010101" pitchFamily="2" charset="-122"/>
                <a:cs typeface="+mn-cs"/>
              </a:rPr>
              <a:t>　</a:t>
            </a:r>
            <a:r>
              <a:rPr lang="en-US" altLang="zh-CN" sz="2000" dirty="0">
                <a:solidFill>
                  <a:srgbClr val="3333CC"/>
                </a:solidFill>
                <a:latin typeface="华文中宋" panose="02010600040101010101" pitchFamily="2" charset="-122"/>
                <a:ea typeface="华文中宋" panose="02010600040101010101" pitchFamily="2" charset="-122"/>
                <a:cs typeface="+mn-cs"/>
              </a:rPr>
              <a:t>1.</a:t>
            </a:r>
            <a:r>
              <a:rPr lang="zh-CN" altLang="en-US" sz="2000" dirty="0">
                <a:solidFill>
                  <a:srgbClr val="3333CC"/>
                </a:solidFill>
                <a:latin typeface="华文中宋" panose="02010600040101010101" pitchFamily="2" charset="-122"/>
                <a:ea typeface="华文中宋" panose="02010600040101010101" pitchFamily="2" charset="-122"/>
                <a:cs typeface="+mn-cs"/>
              </a:rPr>
              <a:t>有效性检查</a:t>
            </a:r>
            <a:r>
              <a:rPr lang="en-US" altLang="zh-CN" sz="2000" dirty="0">
                <a:latin typeface="华文中宋" panose="02010600040101010101" pitchFamily="2" charset="-122"/>
                <a:ea typeface="华文中宋" panose="02010600040101010101" pitchFamily="2" charset="-122"/>
                <a:cs typeface="+mn-cs"/>
              </a:rPr>
              <a:t>—</a:t>
            </a:r>
            <a:r>
              <a:rPr lang="zh-CN" altLang="en-US" sz="2000" dirty="0">
                <a:latin typeface="华文中宋" panose="02010600040101010101" pitchFamily="2" charset="-122"/>
                <a:ea typeface="华文中宋" panose="02010600040101010101" pitchFamily="2" charset="-122"/>
                <a:cs typeface="+mn-cs"/>
              </a:rPr>
              <a:t>指功能需求是否符合用户所提出的需求。每一项需求都必须准确地陈述其要开发的功能。</a:t>
            </a:r>
            <a:endParaRPr lang="zh-CN" altLang="en-US" sz="2000" dirty="0">
              <a:latin typeface="华文中宋" panose="02010600040101010101" pitchFamily="2" charset="-122"/>
              <a:ea typeface="华文中宋" panose="02010600040101010101" pitchFamily="2" charset="-122"/>
              <a:cs typeface="+mn-cs"/>
            </a:endParaRPr>
          </a:p>
          <a:p>
            <a:pPr marL="0" indent="0">
              <a:lnSpc>
                <a:spcPct val="150000"/>
              </a:lnSpc>
              <a:buSzPct val="70000"/>
              <a:buFont typeface="Wingdings" panose="05000000000000000000" pitchFamily="2" charset="2"/>
              <a:buNone/>
            </a:pPr>
            <a:r>
              <a:rPr lang="zh-CN" altLang="en-US" sz="2000" dirty="0">
                <a:latin typeface="华文中宋" panose="02010600040101010101" pitchFamily="2" charset="-122"/>
                <a:ea typeface="华文中宋" panose="02010600040101010101" pitchFamily="2" charset="-122"/>
                <a:cs typeface="+mn-cs"/>
              </a:rPr>
              <a:t>　</a:t>
            </a:r>
            <a:r>
              <a:rPr lang="en-US" altLang="zh-CN" sz="2000" dirty="0">
                <a:solidFill>
                  <a:srgbClr val="3333CC"/>
                </a:solidFill>
                <a:latin typeface="华文中宋" panose="02010600040101010101" pitchFamily="2" charset="-122"/>
                <a:ea typeface="华文中宋" panose="02010600040101010101" pitchFamily="2" charset="-122"/>
                <a:cs typeface="+mn-cs"/>
              </a:rPr>
              <a:t>2.</a:t>
            </a:r>
            <a:r>
              <a:rPr lang="zh-CN" altLang="en-US" sz="2000" dirty="0">
                <a:solidFill>
                  <a:srgbClr val="3333CC"/>
                </a:solidFill>
                <a:latin typeface="华文中宋" panose="02010600040101010101" pitchFamily="2" charset="-122"/>
                <a:ea typeface="华文中宋" panose="02010600040101010101" pitchFamily="2" charset="-122"/>
                <a:cs typeface="+mn-cs"/>
              </a:rPr>
              <a:t>一致性检查</a:t>
            </a:r>
            <a:r>
              <a:rPr lang="en-US" altLang="zh-CN" sz="2000" dirty="0">
                <a:latin typeface="华文中宋" panose="02010600040101010101" pitchFamily="2" charset="-122"/>
                <a:ea typeface="华文中宋" panose="02010600040101010101" pitchFamily="2" charset="-122"/>
                <a:cs typeface="+mn-cs"/>
              </a:rPr>
              <a:t>—</a:t>
            </a:r>
            <a:r>
              <a:rPr lang="zh-CN" altLang="en-US" sz="2000" dirty="0">
                <a:latin typeface="华文中宋" panose="02010600040101010101" pitchFamily="2" charset="-122"/>
                <a:ea typeface="华文中宋" panose="02010600040101010101" pitchFamily="2" charset="-122"/>
                <a:cs typeface="+mn-cs"/>
              </a:rPr>
              <a:t>与其他软件需求或高层需求不相矛盾，没有二义性。</a:t>
            </a:r>
            <a:endParaRPr lang="zh-CN" altLang="en-US" sz="2000" dirty="0">
              <a:latin typeface="华文中宋" panose="02010600040101010101" pitchFamily="2" charset="-122"/>
              <a:ea typeface="华文中宋" panose="02010600040101010101" pitchFamily="2" charset="-122"/>
              <a:cs typeface="+mn-cs"/>
            </a:endParaRPr>
          </a:p>
          <a:p>
            <a:pPr marL="0" indent="0">
              <a:lnSpc>
                <a:spcPct val="150000"/>
              </a:lnSpc>
              <a:buSzPct val="70000"/>
              <a:buFont typeface="Wingdings" panose="05000000000000000000" pitchFamily="2" charset="2"/>
              <a:buNone/>
            </a:pPr>
            <a:r>
              <a:rPr lang="zh-CN" altLang="en-US" sz="2000" dirty="0">
                <a:solidFill>
                  <a:srgbClr val="3333CC"/>
                </a:solidFill>
                <a:latin typeface="华文中宋" panose="02010600040101010101" pitchFamily="2" charset="-122"/>
                <a:ea typeface="华文中宋" panose="02010600040101010101" pitchFamily="2" charset="-122"/>
                <a:cs typeface="+mn-cs"/>
              </a:rPr>
              <a:t>　</a:t>
            </a:r>
            <a:r>
              <a:rPr lang="en-US" altLang="zh-CN" sz="2000" dirty="0">
                <a:solidFill>
                  <a:srgbClr val="3333CC"/>
                </a:solidFill>
                <a:latin typeface="华文中宋" panose="02010600040101010101" pitchFamily="2" charset="-122"/>
                <a:ea typeface="华文中宋" panose="02010600040101010101" pitchFamily="2" charset="-122"/>
                <a:cs typeface="+mn-cs"/>
              </a:rPr>
              <a:t>3.</a:t>
            </a:r>
            <a:r>
              <a:rPr lang="zh-CN" altLang="en-US" sz="2000" dirty="0">
                <a:solidFill>
                  <a:srgbClr val="3333CC"/>
                </a:solidFill>
                <a:latin typeface="华文中宋" panose="02010600040101010101" pitchFamily="2" charset="-122"/>
                <a:ea typeface="华文中宋" panose="02010600040101010101" pitchFamily="2" charset="-122"/>
                <a:cs typeface="+mn-cs"/>
              </a:rPr>
              <a:t>完整性检查</a:t>
            </a:r>
            <a:r>
              <a:rPr lang="en-US" altLang="zh-CN" sz="2000" dirty="0">
                <a:latin typeface="华文中宋" panose="02010600040101010101" pitchFamily="2" charset="-122"/>
                <a:ea typeface="华文中宋" panose="02010600040101010101" pitchFamily="2" charset="-122"/>
                <a:cs typeface="+mn-cs"/>
              </a:rPr>
              <a:t>—</a:t>
            </a:r>
            <a:r>
              <a:rPr lang="zh-CN" altLang="en-US" sz="2000" dirty="0">
                <a:latin typeface="华文中宋" panose="02010600040101010101" pitchFamily="2" charset="-122"/>
                <a:ea typeface="华文中宋" panose="02010600040101010101" pitchFamily="2" charset="-122"/>
                <a:cs typeface="+mn-cs"/>
              </a:rPr>
              <a:t>是否包含所有系统需求、用户的需求和约束。遗漏很难查出。</a:t>
            </a:r>
            <a:r>
              <a:rPr lang="zh-CN" altLang="en-US" sz="2000" dirty="0">
                <a:solidFill>
                  <a:srgbClr val="3333CC"/>
                </a:solidFill>
                <a:latin typeface="华文中宋" panose="02010600040101010101" pitchFamily="2" charset="-122"/>
                <a:ea typeface="华文中宋" panose="02010600040101010101" pitchFamily="2" charset="-122"/>
                <a:cs typeface="+mn-cs"/>
              </a:rPr>
              <a:t>注重用户的任务而不是系统的功能将有助于避免遗漏。</a:t>
            </a:r>
            <a:endParaRPr lang="zh-CN" altLang="en-US" sz="2000" dirty="0">
              <a:solidFill>
                <a:srgbClr val="3333CC"/>
              </a:solidFill>
              <a:latin typeface="华文中宋" panose="02010600040101010101" pitchFamily="2" charset="-122"/>
              <a:ea typeface="华文中宋" panose="02010600040101010101" pitchFamily="2" charset="-122"/>
              <a:cs typeface="+mn-cs"/>
            </a:endParaRPr>
          </a:p>
          <a:p>
            <a:pPr marL="0" indent="0">
              <a:lnSpc>
                <a:spcPct val="150000"/>
              </a:lnSpc>
              <a:buSzPct val="70000"/>
              <a:buFont typeface="Wingdings" panose="05000000000000000000" pitchFamily="2" charset="2"/>
              <a:buNone/>
            </a:pPr>
            <a:r>
              <a:rPr lang="zh-CN" altLang="en-US" sz="2000" dirty="0">
                <a:latin typeface="华文中宋" panose="02010600040101010101" pitchFamily="2" charset="-122"/>
                <a:ea typeface="华文中宋" panose="02010600040101010101" pitchFamily="2" charset="-122"/>
                <a:cs typeface="+mn-cs"/>
              </a:rPr>
              <a:t>　</a:t>
            </a:r>
            <a:r>
              <a:rPr lang="en-US" altLang="zh-CN" sz="2000" dirty="0">
                <a:solidFill>
                  <a:srgbClr val="3333CC"/>
                </a:solidFill>
                <a:latin typeface="华文中宋" panose="02010600040101010101" pitchFamily="2" charset="-122"/>
                <a:ea typeface="华文中宋" panose="02010600040101010101" pitchFamily="2" charset="-122"/>
                <a:cs typeface="+mn-cs"/>
              </a:rPr>
              <a:t>4. </a:t>
            </a:r>
            <a:r>
              <a:rPr lang="zh-CN" altLang="en-US" sz="2000" dirty="0">
                <a:solidFill>
                  <a:srgbClr val="3333CC"/>
                </a:solidFill>
                <a:latin typeface="华文中宋" panose="02010600040101010101" pitchFamily="2" charset="-122"/>
                <a:ea typeface="华文中宋" panose="02010600040101010101" pitchFamily="2" charset="-122"/>
                <a:cs typeface="+mn-cs"/>
              </a:rPr>
              <a:t>可行性检查</a:t>
            </a:r>
            <a:r>
              <a:rPr lang="en-US" altLang="zh-CN" sz="2000" dirty="0">
                <a:latin typeface="华文中宋" panose="02010600040101010101" pitchFamily="2" charset="-122"/>
                <a:ea typeface="华文中宋" panose="02010600040101010101" pitchFamily="2" charset="-122"/>
                <a:cs typeface="+mn-cs"/>
              </a:rPr>
              <a:t>—</a:t>
            </a:r>
            <a:r>
              <a:rPr lang="zh-CN" altLang="en-US" sz="2000" dirty="0">
                <a:latin typeface="华文中宋" panose="02010600040101010101" pitchFamily="2" charset="-122"/>
                <a:ea typeface="华文中宋" panose="02010600040101010101" pitchFamily="2" charset="-122"/>
                <a:cs typeface="+mn-cs"/>
              </a:rPr>
              <a:t>需求是否实际可行。</a:t>
            </a:r>
            <a:r>
              <a:rPr lang="zh-CN" altLang="en-US" sz="2000" dirty="0">
                <a:solidFill>
                  <a:srgbClr val="3333CC"/>
                </a:solidFill>
                <a:latin typeface="华文中宋" panose="02010600040101010101" pitchFamily="2" charset="-122"/>
                <a:ea typeface="华文中宋" panose="02010600040101010101" pitchFamily="2" charset="-122"/>
                <a:cs typeface="+mn-cs"/>
              </a:rPr>
              <a:t>案例，供应商给别人的价格</a:t>
            </a:r>
            <a:endParaRPr lang="en-US" altLang="zh-CN" sz="2000" dirty="0">
              <a:solidFill>
                <a:srgbClr val="3333CC"/>
              </a:solidFill>
              <a:latin typeface="华文中宋" panose="02010600040101010101" pitchFamily="2" charset="-122"/>
              <a:ea typeface="华文中宋" panose="02010600040101010101" pitchFamily="2" charset="-122"/>
              <a:cs typeface="+mn-cs"/>
            </a:endParaRPr>
          </a:p>
          <a:p>
            <a:pPr marL="0" indent="0">
              <a:lnSpc>
                <a:spcPct val="150000"/>
              </a:lnSpc>
              <a:buSzPct val="70000"/>
              <a:buFont typeface="Wingdings" panose="05000000000000000000" pitchFamily="2" charset="2"/>
              <a:buNone/>
            </a:pPr>
            <a:r>
              <a:rPr lang="zh-CN" altLang="en-US" sz="2000" dirty="0">
                <a:latin typeface="华文中宋" panose="02010600040101010101" pitchFamily="2" charset="-122"/>
                <a:ea typeface="华文中宋" panose="02010600040101010101" pitchFamily="2" charset="-122"/>
                <a:cs typeface="+mn-cs"/>
              </a:rPr>
              <a:t>　</a:t>
            </a:r>
            <a:r>
              <a:rPr lang="en-US" altLang="zh-CN" sz="2000" dirty="0">
                <a:solidFill>
                  <a:srgbClr val="3333CC"/>
                </a:solidFill>
                <a:latin typeface="华文中宋" panose="02010600040101010101" pitchFamily="2" charset="-122"/>
                <a:ea typeface="华文中宋" panose="02010600040101010101" pitchFamily="2" charset="-122"/>
                <a:cs typeface="+mn-cs"/>
              </a:rPr>
              <a:t>5.</a:t>
            </a:r>
            <a:r>
              <a:rPr lang="zh-CN" altLang="en-US" sz="2000" dirty="0">
                <a:solidFill>
                  <a:srgbClr val="3333CC"/>
                </a:solidFill>
                <a:latin typeface="华文中宋" panose="02010600040101010101" pitchFamily="2" charset="-122"/>
                <a:ea typeface="华文中宋" panose="02010600040101010101" pitchFamily="2" charset="-122"/>
                <a:cs typeface="+mn-cs"/>
              </a:rPr>
              <a:t>必要性检查</a:t>
            </a:r>
            <a:r>
              <a:rPr lang="en-US" altLang="zh-CN" sz="2000" dirty="0">
                <a:latin typeface="华文中宋" panose="02010600040101010101" pitchFamily="2" charset="-122"/>
                <a:ea typeface="华文中宋" panose="02010600040101010101" pitchFamily="2" charset="-122"/>
                <a:cs typeface="+mn-cs"/>
              </a:rPr>
              <a:t>—</a:t>
            </a:r>
            <a:r>
              <a:rPr lang="zh-CN" altLang="en-US" sz="2000" dirty="0">
                <a:latin typeface="华文中宋" panose="02010600040101010101" pitchFamily="2" charset="-122"/>
                <a:ea typeface="华文中宋" panose="02010600040101010101" pitchFamily="2" charset="-122"/>
                <a:cs typeface="+mn-cs"/>
              </a:rPr>
              <a:t>每一条需求描述都是用户需要的，可回溯</a:t>
            </a:r>
            <a:endParaRPr lang="zh-CN" altLang="en-US" sz="2000" dirty="0">
              <a:latin typeface="华文中宋" panose="02010600040101010101" pitchFamily="2" charset="-122"/>
              <a:ea typeface="华文中宋" panose="02010600040101010101" pitchFamily="2" charset="-122"/>
              <a:cs typeface="+mn-cs"/>
            </a:endParaRPr>
          </a:p>
          <a:p>
            <a:pPr marL="0" indent="0">
              <a:lnSpc>
                <a:spcPct val="150000"/>
              </a:lnSpc>
              <a:buSzPct val="70000"/>
              <a:buFont typeface="Wingdings" panose="05000000000000000000" pitchFamily="2" charset="2"/>
              <a:buNone/>
            </a:pPr>
            <a:r>
              <a:rPr lang="zh-CN" altLang="en-US" sz="2000" dirty="0">
                <a:latin typeface="华文中宋" panose="02010600040101010101" pitchFamily="2" charset="-122"/>
                <a:ea typeface="华文中宋" panose="02010600040101010101" pitchFamily="2" charset="-122"/>
                <a:cs typeface="+mn-cs"/>
              </a:rPr>
              <a:t>　</a:t>
            </a:r>
            <a:r>
              <a:rPr lang="en-US" altLang="zh-CN" sz="2000" dirty="0">
                <a:solidFill>
                  <a:srgbClr val="3333CC"/>
                </a:solidFill>
                <a:latin typeface="华文中宋" panose="02010600040101010101" pitchFamily="2" charset="-122"/>
                <a:ea typeface="华文中宋" panose="02010600040101010101" pitchFamily="2" charset="-122"/>
                <a:cs typeface="+mn-cs"/>
              </a:rPr>
              <a:t>6.</a:t>
            </a:r>
            <a:r>
              <a:rPr lang="zh-CN" altLang="en-US" sz="2000" dirty="0">
                <a:solidFill>
                  <a:srgbClr val="3333CC"/>
                </a:solidFill>
                <a:latin typeface="华文中宋" panose="02010600040101010101" pitchFamily="2" charset="-122"/>
                <a:ea typeface="华文中宋" panose="02010600040101010101" pitchFamily="2" charset="-122"/>
                <a:cs typeface="+mn-cs"/>
              </a:rPr>
              <a:t>可检验性检查</a:t>
            </a:r>
            <a:r>
              <a:rPr lang="en-US" altLang="zh-CN" sz="2000" dirty="0">
                <a:latin typeface="华文中宋" panose="02010600040101010101" pitchFamily="2" charset="-122"/>
                <a:ea typeface="华文中宋" panose="02010600040101010101" pitchFamily="2" charset="-122"/>
                <a:cs typeface="+mn-cs"/>
              </a:rPr>
              <a:t>—</a:t>
            </a:r>
            <a:r>
              <a:rPr lang="zh-CN" altLang="en-US" sz="2000" dirty="0">
                <a:latin typeface="华文中宋" panose="02010600040101010101" pitchFamily="2" charset="-122"/>
                <a:ea typeface="华文中宋" panose="02010600040101010101" pitchFamily="2" charset="-122"/>
                <a:cs typeface="+mn-cs"/>
              </a:rPr>
              <a:t>是否能设计出测试案例来验证需求。</a:t>
            </a:r>
            <a:endParaRPr lang="zh-CN" altLang="en-US" sz="2000" dirty="0">
              <a:latin typeface="华文中宋" panose="02010600040101010101" pitchFamily="2" charset="-122"/>
              <a:ea typeface="华文中宋" panose="02010600040101010101" pitchFamily="2" charset="-122"/>
              <a:cs typeface="+mn-cs"/>
            </a:endParaRPr>
          </a:p>
        </p:txBody>
      </p:sp>
      <p:sp>
        <p:nvSpPr>
          <p:cNvPr id="8602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标题 1"/>
          <p:cNvSpPr>
            <a:spLocks noGrp="1"/>
          </p:cNvSpPr>
          <p:nvPr>
            <p:ph type="title"/>
          </p:nvPr>
        </p:nvSpPr>
        <p:spPr>
          <a:ln/>
        </p:spPr>
        <p:txBody>
          <a:bodyPr vert="horz" wrap="square" lIns="91440" tIns="45720" rIns="91440" bIns="45720" anchor="ctr" anchorCtr="0"/>
          <a:p>
            <a:r>
              <a:rPr lang="en-US" altLang="zh-CN" dirty="0"/>
              <a:t>8</a:t>
            </a:r>
            <a:r>
              <a:rPr lang="zh-CN" altLang="en-US" dirty="0"/>
              <a:t>、需求管理</a:t>
            </a:r>
            <a:endParaRPr lang="zh-CN" altLang="en-US" dirty="0"/>
          </a:p>
        </p:txBody>
      </p:sp>
      <p:sp>
        <p:nvSpPr>
          <p:cNvPr id="82947" name="内容占位符 2"/>
          <p:cNvSpPr>
            <a:spLocks noGrp="1" noChangeArrowheads="1"/>
          </p:cNvSpPr>
          <p:nvPr>
            <p:ph idx="1"/>
          </p:nvPr>
        </p:nvSpPr>
        <p:spPr>
          <a:xfrm>
            <a:off x="468313" y="1052513"/>
            <a:ext cx="8135938" cy="2898775"/>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需求管理包括：</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基线管理</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需求变更</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需求跟踪</a:t>
            </a:r>
            <a:endPar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None/>
              <a:defRPr/>
            </a:pPr>
            <a:endPar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endParaRPr>
          </a:p>
        </p:txBody>
      </p:sp>
      <p:sp>
        <p:nvSpPr>
          <p:cNvPr id="8704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标题 1"/>
          <p:cNvSpPr>
            <a:spLocks noGrp="1"/>
          </p:cNvSpPr>
          <p:nvPr>
            <p:ph type="title"/>
          </p:nvPr>
        </p:nvSpPr>
        <p:spPr>
          <a:ln/>
        </p:spPr>
        <p:txBody>
          <a:bodyPr vert="horz" wrap="square" lIns="91440" tIns="45720" rIns="91440" bIns="45720" anchor="ctr" anchorCtr="0"/>
          <a:p>
            <a:r>
              <a:rPr lang="en-US" altLang="zh-CN" dirty="0"/>
              <a:t>8.1 </a:t>
            </a:r>
            <a:r>
              <a:rPr lang="zh-CN" altLang="en-US" dirty="0"/>
              <a:t>基线管理</a:t>
            </a:r>
            <a:endParaRPr lang="zh-CN" altLang="en-US" dirty="0"/>
          </a:p>
        </p:txBody>
      </p:sp>
      <p:sp>
        <p:nvSpPr>
          <p:cNvPr id="88067" name="内容占位符 2"/>
          <p:cNvSpPr>
            <a:spLocks noGrp="1"/>
          </p:cNvSpPr>
          <p:nvPr>
            <p:ph idx="1"/>
          </p:nvPr>
        </p:nvSpPr>
        <p:spPr>
          <a:xfrm>
            <a:off x="468313" y="1052513"/>
            <a:ext cx="8135937" cy="3446462"/>
          </a:xfrm>
          <a:ln/>
        </p:spPr>
        <p:txBody>
          <a:bodyPr vert="horz" wrap="square" lIns="91440" tIns="45720" rIns="91440" bIns="45720" anchor="t" anchorCtr="0">
            <a:spAutoFit/>
          </a:bodyPr>
          <a:p>
            <a:pPr>
              <a:lnSpc>
                <a:spcPct val="150000"/>
              </a:lnSpc>
              <a:buSzPct val="70000"/>
            </a:pPr>
            <a:r>
              <a:rPr lang="zh-CN" altLang="zh-CN" sz="2000" dirty="0">
                <a:latin typeface="华文中宋" panose="02010600040101010101" pitchFamily="2" charset="-122"/>
                <a:ea typeface="华文中宋" panose="02010600040101010101" pitchFamily="2" charset="-122"/>
                <a:cs typeface="+mn-cs"/>
              </a:rPr>
              <a:t>引入需求基线之后，就会把需求分成两大类</a:t>
            </a:r>
            <a:r>
              <a:rPr lang="en-US" altLang="zh-CN" sz="2000" dirty="0">
                <a:latin typeface="华文中宋" panose="02010600040101010101" pitchFamily="2" charset="-122"/>
                <a:ea typeface="华文中宋" panose="02010600040101010101" pitchFamily="2" charset="-122"/>
                <a:cs typeface="+mn-cs"/>
              </a:rPr>
              <a:t>:</a:t>
            </a:r>
            <a:r>
              <a:rPr lang="zh-CN" altLang="zh-CN" sz="2000" dirty="0">
                <a:latin typeface="华文中宋" panose="02010600040101010101" pitchFamily="2" charset="-122"/>
                <a:ea typeface="华文中宋" panose="02010600040101010101" pitchFamily="2" charset="-122"/>
                <a:cs typeface="+mn-cs"/>
              </a:rPr>
              <a:t>一类是已经开始开发的基线内的需求</a:t>
            </a:r>
            <a:r>
              <a:rPr lang="en-US" altLang="zh-CN" sz="2000" dirty="0">
                <a:latin typeface="华文中宋" panose="02010600040101010101" pitchFamily="2" charset="-122"/>
                <a:ea typeface="华文中宋" panose="02010600040101010101" pitchFamily="2" charset="-122"/>
                <a:cs typeface="+mn-cs"/>
              </a:rPr>
              <a:t>(Baseline) </a:t>
            </a:r>
            <a:r>
              <a:rPr lang="zh-CN" altLang="zh-CN" sz="2000" dirty="0">
                <a:latin typeface="华文中宋" panose="02010600040101010101" pitchFamily="2" charset="-122"/>
                <a:ea typeface="华文中宋" panose="02010600040101010101" pitchFamily="2" charset="-122"/>
                <a:cs typeface="+mn-cs"/>
              </a:rPr>
              <a:t>，另一类就是还没有安排开发的待处理需求</a:t>
            </a:r>
            <a:r>
              <a:rPr lang="en-US" altLang="zh-CN" sz="2000" dirty="0">
                <a:latin typeface="华文中宋" panose="02010600040101010101" pitchFamily="2" charset="-122"/>
                <a:ea typeface="华文中宋" panose="02010600040101010101" pitchFamily="2" charset="-122"/>
                <a:cs typeface="+mn-cs"/>
              </a:rPr>
              <a:t>(Backlog)</a:t>
            </a:r>
            <a:r>
              <a:rPr lang="zh-CN" altLang="zh-CN" sz="2000" dirty="0">
                <a:latin typeface="华文中宋" panose="02010600040101010101" pitchFamily="2" charset="-122"/>
                <a:ea typeface="华文中宋" panose="02010600040101010101" pitchFamily="2" charset="-122"/>
                <a:cs typeface="+mn-cs"/>
              </a:rPr>
              <a:t>。 </a:t>
            </a:r>
            <a:endParaRPr lang="en-US" altLang="zh-CN" sz="2000" dirty="0">
              <a:solidFill>
                <a:srgbClr val="0070C0"/>
              </a:solidFill>
              <a:latin typeface="华文中宋" panose="02010600040101010101" pitchFamily="2" charset="-122"/>
              <a:ea typeface="华文中宋" panose="02010600040101010101" pitchFamily="2" charset="-122"/>
              <a:cs typeface="+mn-cs"/>
            </a:endParaRPr>
          </a:p>
          <a:p>
            <a:pPr>
              <a:lnSpc>
                <a:spcPct val="150000"/>
              </a:lnSpc>
              <a:buSzPct val="70000"/>
            </a:pPr>
            <a:r>
              <a:rPr lang="zh-CN" altLang="zh-CN" sz="2000" dirty="0">
                <a:solidFill>
                  <a:srgbClr val="0070C0"/>
                </a:solidFill>
                <a:latin typeface="华文中宋" panose="02010600040101010101" pitchFamily="2" charset="-122"/>
                <a:ea typeface="华文中宋" panose="02010600040101010101" pitchFamily="2" charset="-122"/>
                <a:cs typeface="+mn-cs"/>
              </a:rPr>
              <a:t>基线的内容就是一次开发迭代的工作内容</a:t>
            </a:r>
            <a:r>
              <a:rPr lang="zh-CN" altLang="zh-CN" sz="2000" dirty="0">
                <a:latin typeface="华文中宋" panose="02010600040101010101" pitchFamily="2" charset="-122"/>
                <a:ea typeface="华文中宋" panose="02010600040101010101" pitchFamily="2" charset="-122"/>
                <a:cs typeface="+mn-cs"/>
              </a:rPr>
              <a:t>，而一次开发迭代是一个时间盒，它的时间是固定的、相对较短的，建议一次迭代为</a:t>
            </a:r>
            <a:r>
              <a:rPr lang="en-US" altLang="zh-CN" sz="2000" dirty="0">
                <a:latin typeface="华文中宋" panose="02010600040101010101" pitchFamily="2" charset="-122"/>
                <a:ea typeface="华文中宋" panose="02010600040101010101" pitchFamily="2" charset="-122"/>
                <a:cs typeface="+mn-cs"/>
              </a:rPr>
              <a:t>2~6</a:t>
            </a:r>
            <a:r>
              <a:rPr lang="zh-CN" altLang="zh-CN" sz="2000" dirty="0">
                <a:latin typeface="华文中宋" panose="02010600040101010101" pitchFamily="2" charset="-122"/>
                <a:ea typeface="华文中宋" panose="02010600040101010101" pitchFamily="2" charset="-122"/>
                <a:cs typeface="+mn-cs"/>
              </a:rPr>
              <a:t>周。</a:t>
            </a:r>
            <a:endParaRPr lang="zh-CN" altLang="zh-CN" sz="2000" dirty="0">
              <a:latin typeface="华文中宋" panose="02010600040101010101" pitchFamily="2" charset="-122"/>
              <a:ea typeface="华文中宋" panose="02010600040101010101" pitchFamily="2" charset="-122"/>
              <a:cs typeface="+mn-cs"/>
            </a:endParaRPr>
          </a:p>
          <a:p>
            <a:pPr>
              <a:lnSpc>
                <a:spcPct val="150000"/>
              </a:lnSpc>
              <a:buSzPct val="70000"/>
            </a:pPr>
            <a:r>
              <a:rPr lang="zh-CN" altLang="zh-CN" sz="2000" dirty="0">
                <a:solidFill>
                  <a:srgbClr val="0070C0"/>
                </a:solidFill>
                <a:latin typeface="华文中宋" panose="02010600040101010101" pitchFamily="2" charset="-122"/>
                <a:ea typeface="华文中宋" panose="02010600040101010101" pitchFamily="2" charset="-122"/>
                <a:cs typeface="+mn-cs"/>
              </a:rPr>
              <a:t>基线中的需求是明确的</a:t>
            </a:r>
            <a:r>
              <a:rPr lang="zh-CN" altLang="zh-CN" sz="2000" dirty="0">
                <a:latin typeface="华文中宋" panose="02010600040101010101" pitchFamily="2" charset="-122"/>
                <a:ea typeface="华文中宋" panose="02010600040101010101" pitchFamily="2" charset="-122"/>
                <a:cs typeface="+mn-cs"/>
              </a:rPr>
              <a:t>，所以每次迭代都是一个小型的瀑布型生命周期</a:t>
            </a:r>
            <a:r>
              <a:rPr lang="zh-CN" altLang="en-US" sz="2000" dirty="0">
                <a:latin typeface="华文中宋" panose="02010600040101010101" pitchFamily="2" charset="-122"/>
                <a:ea typeface="华文中宋" panose="02010600040101010101" pitchFamily="2" charset="-122"/>
                <a:cs typeface="+mn-cs"/>
              </a:rPr>
              <a:t>。</a:t>
            </a:r>
            <a:endParaRPr lang="en-US" altLang="zh-CN" sz="2000" dirty="0">
              <a:latin typeface="华文中宋" panose="02010600040101010101" pitchFamily="2" charset="-122"/>
              <a:ea typeface="华文中宋" panose="02010600040101010101" pitchFamily="2" charset="-122"/>
              <a:cs typeface="+mn-cs"/>
            </a:endParaRPr>
          </a:p>
        </p:txBody>
      </p:sp>
      <p:sp>
        <p:nvSpPr>
          <p:cNvPr id="8806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标题 1"/>
          <p:cNvSpPr>
            <a:spLocks noGrp="1"/>
          </p:cNvSpPr>
          <p:nvPr>
            <p:ph type="title"/>
          </p:nvPr>
        </p:nvSpPr>
        <p:spPr>
          <a:ln/>
        </p:spPr>
        <p:txBody>
          <a:bodyPr vert="horz" wrap="square" lIns="91440" tIns="45720" rIns="91440" bIns="45720" anchor="ctr" anchorCtr="0"/>
          <a:p>
            <a:r>
              <a:rPr lang="zh-CN" altLang="en-US" dirty="0"/>
              <a:t>基线划分</a:t>
            </a:r>
            <a:endParaRPr lang="zh-CN" altLang="en-US" dirty="0"/>
          </a:p>
        </p:txBody>
      </p:sp>
      <p:sp>
        <p:nvSpPr>
          <p:cNvPr id="82947" name="内容占位符 2"/>
          <p:cNvSpPr>
            <a:spLocks noGrp="1" noChangeArrowheads="1"/>
          </p:cNvSpPr>
          <p:nvPr>
            <p:ph idx="1"/>
          </p:nvPr>
        </p:nvSpPr>
        <p:spPr>
          <a:xfrm>
            <a:off x="971550" y="1052513"/>
            <a:ext cx="7632700" cy="3379788"/>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在划分每次基线时，通常需要完成三个方面的事情</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一是确立优先级</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，确保高优先级、高风险的需求项在尽早的迭代中完成；</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二是工作量估算</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，以确保每次选代的时间安排是紧凑的；</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三是未完成项的合并</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，每次迭代还是可能有某些工作未完成，在分配下一次基线时就需要将其考虑进去。</a:t>
            </a:r>
            <a:endPar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None/>
              <a:defRPr/>
            </a:pPr>
            <a:endParaRPr kumimoji="0" lang="zh-CN" altLang="en-US" sz="20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endParaRPr>
          </a:p>
        </p:txBody>
      </p:sp>
      <p:sp>
        <p:nvSpPr>
          <p:cNvPr id="8909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标题 1"/>
          <p:cNvSpPr>
            <a:spLocks noGrp="1" noChangeArrowheads="1"/>
          </p:cNvSpPr>
          <p:nvPr>
            <p:ph type="title"/>
          </p:nvPr>
        </p:nvSpPr>
        <p:spPr>
          <a:xfrm>
            <a:off x="1446213" y="295275"/>
            <a:ext cx="6365875" cy="685800"/>
          </a:xfrm>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8.2</a:t>
            </a:r>
            <a:r>
              <a:rPr kumimoji="0" lang="en-US" altLang="zh-CN" sz="2800" b="1" i="0" u="none" strike="noStrike" kern="0" cap="none" spc="0" normalizeH="0" baseline="0" noProof="0" dirty="0">
                <a:ln>
                  <a:noFill/>
                </a:ln>
                <a:solidFill>
                  <a:srgbClr val="0033CC"/>
                </a:solidFill>
                <a:effectLst>
                  <a:outerShdw blurRad="38100" dist="38100" dir="2700000" algn="tl">
                    <a:srgbClr val="C0C0C0"/>
                  </a:outerShdw>
                </a:effectLst>
                <a:uLnTx/>
                <a:uFillTx/>
                <a:latin typeface="隶书" pitchFamily="49" charset="-122"/>
                <a:ea typeface="华文中宋" panose="02010600040101010101" pitchFamily="2" charset="-122"/>
                <a:cs typeface="+mj-cs"/>
              </a:rPr>
              <a:t> </a:t>
            </a:r>
            <a:r>
              <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需求变更</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21507" name="内容占位符 2"/>
          <p:cNvSpPr>
            <a:spLocks noGrp="1"/>
          </p:cNvSpPr>
          <p:nvPr>
            <p:ph idx="1"/>
          </p:nvPr>
        </p:nvSpPr>
        <p:spPr>
          <a:xfrm>
            <a:off x="827088" y="1341438"/>
            <a:ext cx="7391400" cy="4032250"/>
          </a:xfrm>
        </p:spPr>
        <p:txBody>
          <a:bodyPr vert="horz" wrap="square" lIns="91440" tIns="45720" rIns="91440" bIns="45720" numCol="1" anchor="t" anchorCtr="0" compatLnSpc="1">
            <a:spAutoFit/>
          </a:bodyPr>
          <a:lstStyle/>
          <a:p>
            <a:pPr marL="452120" marR="0" lvl="0" indent="-342900" algn="just" defTabSz="914400" rtl="0" eaLnBrk="1" fontAlgn="auto" latinLnBrk="0" hangingPunct="1">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rPr>
              <a:t>案例</a:t>
            </a:r>
            <a:r>
              <a:rPr kumimoji="0" lang="en-US" altLang="zh-CN"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rPr>
              <a:t>1. </a:t>
            </a:r>
            <a:r>
              <a:rPr kumimoji="0" lang="zh-CN" altLang="zh-CN"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rPr>
              <a:t>某公司组织了一个</a:t>
            </a:r>
            <a:r>
              <a:rPr kumimoji="0" lang="en-US" altLang="zh-CN"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rPr>
              <a:t>5</a:t>
            </a:r>
            <a:r>
              <a:rPr kumimoji="0" lang="zh-CN" altLang="zh-CN"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rPr>
              <a:t>人的项目组，有</a:t>
            </a:r>
            <a:r>
              <a:rPr kumimoji="0" lang="en-US" altLang="zh-CN"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rPr>
              <a:t>1</a:t>
            </a:r>
            <a:r>
              <a:rPr kumimoji="0" lang="zh-CN" altLang="zh-CN"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rPr>
              <a:t>人负责数据库开发，</a:t>
            </a:r>
            <a:r>
              <a:rPr kumimoji="0" lang="en-US" altLang="zh-CN"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rPr>
              <a:t>4</a:t>
            </a:r>
            <a:r>
              <a:rPr kumimoji="0" lang="zh-CN" altLang="zh-CN"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rPr>
              <a:t>人负责应用程序开发。 因为某项需求的变化，数据库开发人员修改了数据库表的内容，但是，没有及时将变更通知应用程序开发人员，导致</a:t>
            </a:r>
            <a:r>
              <a:rPr kumimoji="0" lang="en-US" altLang="zh-CN"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rPr>
              <a:t>4</a:t>
            </a:r>
            <a:r>
              <a:rPr kumimoji="0" lang="zh-CN" altLang="zh-CN"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rPr>
              <a:t>个人编写了一周的程序全部要重写。</a:t>
            </a:r>
            <a:endParaRPr kumimoji="0" lang="en-US" altLang="zh-CN"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endParaRPr>
          </a:p>
          <a:p>
            <a:pPr marL="452120" marR="0" lvl="0" indent="-342900" algn="just" defTabSz="914400" rtl="0" eaLnBrk="1" fontAlgn="auto" latinLnBrk="0" hangingPunct="1">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案例</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2. </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测试人员在进行产品测试时，发现了大量的问题。经过调查发现是开发人员使用了变更后的需求规格说明书，而变更没有通知测试人员，导致测试人员的测 试用例和测试结果都无法使用。</a:t>
            </a:r>
            <a:r>
              <a:rPr kumimoji="0" lang="zh-CN" altLang="zh-CN"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rPr>
              <a:t> </a:t>
            </a:r>
            <a:endParaRPr kumimoji="0" lang="zh-CN" altLang="zh-CN"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endParaRPr>
          </a:p>
        </p:txBody>
      </p:sp>
      <p:sp>
        <p:nvSpPr>
          <p:cNvPr id="9011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标题 1"/>
          <p:cNvSpPr>
            <a:spLocks noGrp="1"/>
          </p:cNvSpPr>
          <p:nvPr>
            <p:ph type="title"/>
          </p:nvPr>
        </p:nvSpPr>
        <p:spPr>
          <a:xfrm>
            <a:off x="1476375" y="295275"/>
            <a:ext cx="6365875" cy="685800"/>
          </a:xfrm>
          <a:ln/>
        </p:spPr>
        <p:txBody>
          <a:bodyPr vert="horz" wrap="square" lIns="91440" tIns="45720" rIns="91440" bIns="45720" anchor="ctr" anchorCtr="0"/>
          <a:p>
            <a:r>
              <a:rPr lang="zh-CN" altLang="en-US" dirty="0"/>
              <a:t>需求变更的影响</a:t>
            </a:r>
            <a:endParaRPr lang="zh-CN" altLang="en-US" dirty="0"/>
          </a:p>
        </p:txBody>
      </p:sp>
      <p:sp>
        <p:nvSpPr>
          <p:cNvPr id="91139" name="内容占位符 2"/>
          <p:cNvSpPr>
            <a:spLocks noGrp="1"/>
          </p:cNvSpPr>
          <p:nvPr>
            <p:ph idx="1"/>
          </p:nvPr>
        </p:nvSpPr>
        <p:spPr>
          <a:xfrm>
            <a:off x="708025" y="1135063"/>
            <a:ext cx="7750175" cy="4154487"/>
          </a:xfrm>
          <a:ln/>
        </p:spPr>
        <p:txBody>
          <a:bodyPr vert="horz" wrap="square" lIns="91440" tIns="45720" rIns="91440" bIns="45720" anchor="t" anchorCtr="0">
            <a:spAutoFit/>
          </a:bodyPr>
          <a:p>
            <a:pPr>
              <a:buSzPct val="70000"/>
            </a:pPr>
            <a:r>
              <a:rPr lang="zh-CN" altLang="zh-CN" sz="2000" dirty="0">
                <a:latin typeface="华文中宋" panose="02010600040101010101" pitchFamily="2" charset="-122"/>
                <a:ea typeface="华文中宋" panose="02010600040101010101" pitchFamily="2" charset="-122"/>
                <a:cs typeface="+mn-cs"/>
              </a:rPr>
              <a:t>需求变更是指在软件需求基线已经确定之后又要添加新的需求或进行较大的需求变动。</a:t>
            </a:r>
            <a:endParaRPr lang="en-US" altLang="zh-CN" sz="2000" dirty="0">
              <a:latin typeface="华文中宋" panose="02010600040101010101" pitchFamily="2" charset="-122"/>
              <a:ea typeface="华文中宋" panose="02010600040101010101" pitchFamily="2" charset="-122"/>
              <a:cs typeface="+mn-cs"/>
            </a:endParaRPr>
          </a:p>
          <a:p>
            <a:pPr>
              <a:buSzPct val="70000"/>
            </a:pPr>
            <a:r>
              <a:rPr lang="zh-CN" altLang="zh-CN" sz="2000" dirty="0">
                <a:latin typeface="华文中宋" panose="02010600040101010101" pitchFamily="2" charset="-122"/>
                <a:ea typeface="华文中宋" panose="02010600040101010101" pitchFamily="2" charset="-122"/>
                <a:cs typeface="+mn-cs"/>
              </a:rPr>
              <a:t>需求变更的表现形式是多方面的，如</a:t>
            </a:r>
            <a:r>
              <a:rPr lang="zh-CN" altLang="zh-CN" sz="2000" dirty="0">
                <a:solidFill>
                  <a:srgbClr val="0070C0"/>
                </a:solidFill>
                <a:latin typeface="华文中宋" panose="02010600040101010101" pitchFamily="2" charset="-122"/>
                <a:ea typeface="华文中宋" panose="02010600040101010101" pitchFamily="2" charset="-122"/>
                <a:cs typeface="+mn-cs"/>
              </a:rPr>
              <a:t>客户临时改变想法</a:t>
            </a:r>
            <a:r>
              <a:rPr lang="zh-CN" altLang="zh-CN" sz="2000" dirty="0">
                <a:latin typeface="华文中宋" panose="02010600040101010101" pitchFamily="2" charset="-122"/>
                <a:ea typeface="华文中宋" panose="02010600040101010101" pitchFamily="2" charset="-122"/>
                <a:cs typeface="+mn-cs"/>
              </a:rPr>
              <a:t>、项目预算增加或减少、客户对功能的需求改变等。</a:t>
            </a:r>
            <a:endParaRPr lang="en-US" altLang="zh-CN" sz="2000" dirty="0">
              <a:latin typeface="华文中宋" panose="02010600040101010101" pitchFamily="2" charset="-122"/>
              <a:ea typeface="华文中宋" panose="02010600040101010101" pitchFamily="2" charset="-122"/>
              <a:cs typeface="+mn-cs"/>
            </a:endParaRPr>
          </a:p>
          <a:p>
            <a:pPr>
              <a:buSzPct val="70000"/>
            </a:pPr>
            <a:r>
              <a:rPr lang="zh-CN" altLang="zh-CN" sz="2000" dirty="0">
                <a:latin typeface="华文中宋" panose="02010600040101010101" pitchFamily="2" charset="-122"/>
                <a:ea typeface="华文中宋" panose="02010600040101010101" pitchFamily="2" charset="-122"/>
                <a:cs typeface="+mn-cs"/>
              </a:rPr>
              <a:t>在实际项目中，变更需求是经常的事情，不断变更的需求会使</a:t>
            </a:r>
            <a:r>
              <a:rPr lang="zh-CN" altLang="zh-CN" sz="2000" dirty="0">
                <a:solidFill>
                  <a:srgbClr val="FF0000"/>
                </a:solidFill>
                <a:latin typeface="华文中宋" panose="02010600040101010101" pitchFamily="2" charset="-122"/>
                <a:ea typeface="华文中宋" panose="02010600040101010101" pitchFamily="2" charset="-122"/>
                <a:cs typeface="+mn-cs"/>
              </a:rPr>
              <a:t>项目陷入混乱、成本费用增加、进度拖延、产品质量低劣</a:t>
            </a:r>
            <a:r>
              <a:rPr lang="zh-CN" altLang="zh-CN" sz="2000" dirty="0">
                <a:latin typeface="华文中宋" panose="02010600040101010101" pitchFamily="2" charset="-122"/>
                <a:ea typeface="华文中宋" panose="02010600040101010101" pitchFamily="2" charset="-122"/>
                <a:cs typeface="+mn-cs"/>
              </a:rPr>
              <a:t>等不良后果。</a:t>
            </a:r>
            <a:endParaRPr lang="en-US" altLang="zh-CN" sz="2000" dirty="0">
              <a:latin typeface="华文中宋" panose="02010600040101010101" pitchFamily="2" charset="-122"/>
              <a:ea typeface="华文中宋" panose="02010600040101010101" pitchFamily="2" charset="-122"/>
              <a:cs typeface="+mn-cs"/>
            </a:endParaRPr>
          </a:p>
          <a:p>
            <a:pPr>
              <a:buSzPct val="70000"/>
            </a:pPr>
            <a:r>
              <a:rPr lang="zh-CN" altLang="zh-CN" sz="2000" dirty="0">
                <a:latin typeface="华文中宋" panose="02010600040101010101" pitchFamily="2" charset="-122"/>
                <a:ea typeface="华文中宋" panose="02010600040101010101" pitchFamily="2" charset="-122"/>
                <a:cs typeface="+mn-cs"/>
              </a:rPr>
              <a:t>几乎所有的项目都会有需求变更，软件工程研究的主要问题之一就是如何降低需求变更的影响，控制需求变更的过程，减小因需求变更带来的风险。</a:t>
            </a:r>
            <a:endParaRPr lang="zh-CN" altLang="en-US" sz="2000" dirty="0">
              <a:latin typeface="华文中宋" panose="02010600040101010101" pitchFamily="2" charset="-122"/>
              <a:ea typeface="华文中宋" panose="02010600040101010101" pitchFamily="2" charset="-122"/>
              <a:cs typeface="+mn-cs"/>
            </a:endParaRPr>
          </a:p>
        </p:txBody>
      </p:sp>
      <p:sp>
        <p:nvSpPr>
          <p:cNvPr id="9114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标题 1"/>
          <p:cNvSpPr>
            <a:spLocks noGrp="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需求变更的原因</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21507" name="内容占位符 2"/>
          <p:cNvSpPr>
            <a:spLocks noGrp="1"/>
          </p:cNvSpPr>
          <p:nvPr>
            <p:ph idx="1"/>
          </p:nvPr>
        </p:nvSpPr>
        <p:spPr>
          <a:xfrm>
            <a:off x="827088" y="1052513"/>
            <a:ext cx="7848600" cy="4324350"/>
          </a:xfrm>
        </p:spPr>
        <p:txBody>
          <a:bodyPr vert="horz" wrap="square" lIns="91440" tIns="45720" rIns="91440" bIns="45720" numCol="1" anchor="t" anchorCtr="0" compatLnSpc="1">
            <a:spAutoFit/>
          </a:bodyPr>
          <a:lstStyle/>
          <a:p>
            <a:pPr marL="90170" marR="0" lvl="0" indent="-90170" algn="just" defTabSz="914400" rtl="0" eaLnBrk="1" fontAlgn="base" latinLnBrk="0" hangingPunct="1">
              <a:lnSpc>
                <a:spcPct val="150000"/>
              </a:lnSpc>
              <a:spcBef>
                <a:spcPts val="1200"/>
              </a:spcBef>
              <a:spcAft>
                <a:spcPts val="200"/>
              </a:spcAft>
              <a:buClr>
                <a:schemeClr val="accent2"/>
              </a:buClr>
              <a:buSzPct val="70000"/>
              <a:buFontTx/>
              <a:buNone/>
              <a:defRPr/>
            </a:pPr>
            <a:r>
              <a:rPr kumimoji="0" lang="zh-CN" altLang="en-US" sz="20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t>（</a:t>
            </a:r>
            <a:r>
              <a:rPr kumimoji="0" lang="en-US" altLang="zh-CN" sz="20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t>1</a:t>
            </a:r>
            <a:r>
              <a:rPr kumimoji="0" lang="zh-CN" altLang="en-US" sz="20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t>）合同签订马虎。签订合同时缺乏对客户需求认真对待。</a:t>
            </a:r>
            <a:endParaRPr kumimoji="0" lang="en-US" altLang="zh-CN" sz="20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endParaRPr>
          </a:p>
          <a:p>
            <a:pPr marL="90170" marR="0" lvl="0" indent="-90170" algn="just" defTabSz="914400" rtl="0" eaLnBrk="1" fontAlgn="base" latinLnBrk="0" hangingPunct="1">
              <a:lnSpc>
                <a:spcPct val="150000"/>
              </a:lnSpc>
              <a:spcBef>
                <a:spcPts val="1200"/>
              </a:spcBef>
              <a:spcAft>
                <a:spcPts val="200"/>
              </a:spcAft>
              <a:buClr>
                <a:schemeClr val="accent2"/>
              </a:buClr>
              <a:buSzPct val="70000"/>
              <a:buFontTx/>
              <a:buNone/>
              <a:defRPr/>
            </a:pPr>
            <a:r>
              <a:rPr kumimoji="0" lang="zh-CN" altLang="en-US" sz="20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0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2</a:t>
            </a:r>
            <a:r>
              <a:rPr kumimoji="0" lang="zh-CN" altLang="en-US" sz="20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）调研时没有深入理解客户需求</a:t>
            </a:r>
            <a:r>
              <a:rPr kumimoji="0" lang="en-US" altLang="zh-CN" sz="20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0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在上线前的需求调研分析阶段，项目组成员和客户的深入交流是减少频繁需求变更的关键阶段之一。</a:t>
            </a:r>
            <a:endParaRPr kumimoji="0" lang="en-US" altLang="zh-CN" sz="20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90170" marR="0" lvl="0" indent="-90170" algn="just" defTabSz="914400" rtl="0" eaLnBrk="1" fontAlgn="base" latinLnBrk="0" hangingPunct="1">
              <a:lnSpc>
                <a:spcPct val="150000"/>
              </a:lnSpc>
              <a:spcBef>
                <a:spcPts val="1200"/>
              </a:spcBef>
              <a:spcAft>
                <a:spcPts val="200"/>
              </a:spcAft>
              <a:buClr>
                <a:schemeClr val="accent2"/>
              </a:buClr>
              <a:buSzPct val="70000"/>
              <a:buFont typeface="Wingdings" panose="05000000000000000000" pitchFamily="2" charset="2"/>
              <a:buNone/>
              <a:defRPr/>
            </a:pPr>
            <a:r>
              <a:rPr kumimoji="0" lang="zh-CN" altLang="en-US" sz="20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0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3</a:t>
            </a:r>
            <a:r>
              <a:rPr kumimoji="0" lang="zh-CN" altLang="en-US" sz="20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）开发过程周期长，用户的想法随时间改变了。</a:t>
            </a:r>
            <a:endParaRPr kumimoji="0" lang="zh-CN" altLang="en-US" sz="20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90170" marR="0" lvl="0" indent="-90170" algn="just" defTabSz="914400" rtl="0" eaLnBrk="1" fontAlgn="base" latinLnBrk="0" hangingPunct="1">
              <a:lnSpc>
                <a:spcPct val="150000"/>
              </a:lnSpc>
              <a:spcBef>
                <a:spcPts val="1200"/>
              </a:spcBef>
              <a:spcAft>
                <a:spcPts val="200"/>
              </a:spcAft>
              <a:buClr>
                <a:schemeClr val="accent2"/>
              </a:buClr>
              <a:buSzPct val="70000"/>
              <a:buFont typeface="Wingdings" panose="05000000000000000000" pitchFamily="2" charset="2"/>
              <a:buNone/>
              <a:defRPr/>
            </a:pPr>
            <a:r>
              <a:rPr kumimoji="0" lang="zh-CN" altLang="en-US" sz="20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0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4</a:t>
            </a:r>
            <a:r>
              <a:rPr kumimoji="0" lang="zh-CN" altLang="en-US" sz="20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）没有明确的需求变更管理流程，就会使需求变更变得泛滥。 （</a:t>
            </a:r>
            <a:r>
              <a:rPr kumimoji="0" lang="en-US" altLang="zh-CN" sz="20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5</a:t>
            </a:r>
            <a:r>
              <a:rPr kumimoji="0" lang="zh-CN" altLang="en-US" sz="20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）没有让客户知道需求变更的代价是需求变更泛滥的根本原因。变更都是有代价的，应该要评估变更的代价和对项目的影响，要让客户了解需求变更的后果。</a:t>
            </a:r>
            <a:endParaRPr kumimoji="0" lang="en-US" altLang="zh-CN" sz="20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9216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标题 1"/>
          <p:cNvSpPr>
            <a:spLocks noGrp="1"/>
          </p:cNvSpPr>
          <p:nvPr>
            <p:ph type="title"/>
          </p:nvPr>
        </p:nvSpPr>
        <p:spPr>
          <a:ln/>
        </p:spPr>
        <p:txBody>
          <a:bodyPr vert="horz" wrap="square" lIns="91440" tIns="45720" rIns="91440" bIns="45720" anchor="ctr" anchorCtr="0"/>
          <a:p>
            <a:r>
              <a:rPr lang="zh-CN" altLang="en-US" dirty="0"/>
              <a:t>需求</a:t>
            </a:r>
            <a:r>
              <a:rPr lang="zh-CN" altLang="zh-CN" dirty="0"/>
              <a:t>变更控制</a:t>
            </a:r>
            <a:r>
              <a:rPr lang="zh-CN" altLang="en-US" dirty="0"/>
              <a:t>及</a:t>
            </a:r>
            <a:r>
              <a:rPr lang="zh-CN" altLang="zh-CN" dirty="0"/>
              <a:t>委员会</a:t>
            </a:r>
            <a:endParaRPr lang="zh-CN" altLang="en-US" dirty="0"/>
          </a:p>
        </p:txBody>
      </p:sp>
      <p:sp>
        <p:nvSpPr>
          <p:cNvPr id="93187" name="内容占位符 2"/>
          <p:cNvSpPr>
            <a:spLocks noGrp="1"/>
          </p:cNvSpPr>
          <p:nvPr>
            <p:ph idx="1"/>
          </p:nvPr>
        </p:nvSpPr>
        <p:spPr>
          <a:xfrm>
            <a:off x="827088" y="1379538"/>
            <a:ext cx="7391400" cy="4376737"/>
          </a:xfrm>
          <a:ln/>
        </p:spPr>
        <p:txBody>
          <a:bodyPr vert="horz" wrap="square" lIns="91440" tIns="45720" rIns="91440" bIns="45720" anchor="t" anchorCtr="0">
            <a:spAutoFit/>
          </a:bodyPr>
          <a:p>
            <a:pPr eaLnBrk="1" hangingPunct="1">
              <a:buSzPct val="70000"/>
            </a:pPr>
            <a:r>
              <a:rPr lang="zh-CN" altLang="zh-CN" dirty="0">
                <a:latin typeface="华文中宋" panose="02010600040101010101" pitchFamily="2" charset="-122"/>
                <a:ea typeface="华文中宋" panose="02010600040101010101" pitchFamily="2" charset="-122"/>
                <a:cs typeface="+mn-cs"/>
              </a:rPr>
              <a:t>需求变更控制非常重要，软件开发双方必须确定变更控制过程，</a:t>
            </a:r>
            <a:r>
              <a:rPr lang="zh-CN" altLang="zh-CN" dirty="0">
                <a:solidFill>
                  <a:srgbClr val="FF0000"/>
                </a:solidFill>
                <a:latin typeface="华文中宋" panose="02010600040101010101" pitchFamily="2" charset="-122"/>
                <a:ea typeface="华文中宋" panose="02010600040101010101" pitchFamily="2" charset="-122"/>
                <a:cs typeface="+mn-cs"/>
              </a:rPr>
              <a:t>建立变更控制委员会</a:t>
            </a:r>
            <a:r>
              <a:rPr lang="zh-CN" altLang="en-US" dirty="0">
                <a:latin typeface="华文中宋" panose="02010600040101010101" pitchFamily="2" charset="-122"/>
                <a:ea typeface="华文中宋" panose="02010600040101010101" pitchFamily="2" charset="-122"/>
                <a:cs typeface="+mn-cs"/>
              </a:rPr>
              <a:t>。</a:t>
            </a:r>
            <a:endParaRPr lang="en-US" altLang="zh-CN" dirty="0">
              <a:latin typeface="华文中宋" panose="02010600040101010101" pitchFamily="2" charset="-122"/>
              <a:ea typeface="华文中宋" panose="02010600040101010101" pitchFamily="2" charset="-122"/>
              <a:cs typeface="+mn-cs"/>
            </a:endParaRPr>
          </a:p>
          <a:p>
            <a:pPr eaLnBrk="1" hangingPunct="1">
              <a:buSzPct val="70000"/>
            </a:pPr>
            <a:r>
              <a:rPr lang="zh-CN" altLang="zh-CN" dirty="0">
                <a:latin typeface="华文中宋" panose="02010600040101010101" pitchFamily="2" charset="-122"/>
                <a:ea typeface="华文中宋" panose="02010600040101010101" pitchFamily="2" charset="-122"/>
                <a:cs typeface="+mn-cs"/>
              </a:rPr>
              <a:t>在需求变更控制时</a:t>
            </a:r>
            <a:r>
              <a:rPr lang="zh-CN" altLang="zh-CN" dirty="0">
                <a:solidFill>
                  <a:srgbClr val="FF0000"/>
                </a:solidFill>
                <a:latin typeface="华文中宋" panose="02010600040101010101" pitchFamily="2" charset="-122"/>
                <a:ea typeface="华文中宋" panose="02010600040101010101" pitchFamily="2" charset="-122"/>
                <a:cs typeface="+mn-cs"/>
              </a:rPr>
              <a:t>进行变更影响分析</a:t>
            </a:r>
            <a:r>
              <a:rPr lang="zh-CN" altLang="zh-CN" dirty="0">
                <a:latin typeface="华文中宋" panose="02010600040101010101" pitchFamily="2" charset="-122"/>
                <a:ea typeface="华文中宋" panose="02010600040101010101" pitchFamily="2" charset="-122"/>
                <a:cs typeface="+mn-cs"/>
              </a:rPr>
              <a:t>，之后跟踪变更影响的产品，并跟踪每项需求的状态。</a:t>
            </a:r>
            <a:endParaRPr lang="en-US" altLang="zh-CN" dirty="0">
              <a:latin typeface="华文中宋" panose="02010600040101010101" pitchFamily="2" charset="-122"/>
              <a:ea typeface="华文中宋" panose="02010600040101010101" pitchFamily="2" charset="-122"/>
              <a:cs typeface="+mn-cs"/>
            </a:endParaRPr>
          </a:p>
          <a:p>
            <a:pPr eaLnBrk="1" hangingPunct="1">
              <a:buSzPct val="70000"/>
            </a:pPr>
            <a:r>
              <a:rPr lang="zh-CN" altLang="zh-CN" dirty="0">
                <a:latin typeface="华文中宋" panose="02010600040101010101" pitchFamily="2" charset="-122"/>
                <a:ea typeface="华文中宋" panose="02010600040101010101" pitchFamily="2" charset="-122"/>
                <a:cs typeface="+mn-cs"/>
              </a:rPr>
              <a:t>变更控制委员会应该由项目经理、软件产品管理部门的代表、开发部门的代表、测试和质量保障部门的代表、文档制作部门的代表、技术支持部门的代表、配置管理部门的代表、用户方代表组成。 </a:t>
            </a:r>
            <a:r>
              <a:rPr lang="en-US" altLang="zh-CN" dirty="0">
                <a:latin typeface="华文中宋" panose="02010600040101010101" pitchFamily="2" charset="-122"/>
                <a:ea typeface="华文中宋" panose="02010600040101010101" pitchFamily="2" charset="-122"/>
                <a:cs typeface="+mn-cs"/>
              </a:rPr>
              <a:t>	</a:t>
            </a:r>
            <a:endParaRPr lang="en-US" altLang="zh-CN" dirty="0">
              <a:latin typeface="华文中宋" panose="02010600040101010101" pitchFamily="2" charset="-122"/>
              <a:ea typeface="华文中宋" panose="02010600040101010101" pitchFamily="2" charset="-122"/>
              <a:cs typeface="+mn-cs"/>
            </a:endParaRPr>
          </a:p>
        </p:txBody>
      </p:sp>
      <p:sp>
        <p:nvSpPr>
          <p:cNvPr id="9318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标题 1"/>
          <p:cNvSpPr>
            <a:spLocks noGrp="1"/>
          </p:cNvSpPr>
          <p:nvPr>
            <p:ph type="title"/>
          </p:nvPr>
        </p:nvSpPr>
        <p:spPr>
          <a:ln/>
        </p:spPr>
        <p:txBody>
          <a:bodyPr vert="horz" wrap="square" lIns="91440" tIns="45720" rIns="91440" bIns="45720" anchor="ctr" anchorCtr="0"/>
          <a:p>
            <a:r>
              <a:rPr lang="zh-CN" altLang="zh-CN" dirty="0"/>
              <a:t>需求变更控制的基本步骤</a:t>
            </a:r>
            <a:endParaRPr lang="zh-CN" altLang="en-US" dirty="0"/>
          </a:p>
        </p:txBody>
      </p:sp>
      <p:sp>
        <p:nvSpPr>
          <p:cNvPr id="94211" name="内容占位符 2"/>
          <p:cNvSpPr>
            <a:spLocks noGrp="1"/>
          </p:cNvSpPr>
          <p:nvPr>
            <p:ph idx="1"/>
          </p:nvPr>
        </p:nvSpPr>
        <p:spPr>
          <a:xfrm>
            <a:off x="511175" y="998538"/>
            <a:ext cx="7993063" cy="5360987"/>
          </a:xfrm>
          <a:ln/>
        </p:spPr>
        <p:txBody>
          <a:bodyPr vert="horz" wrap="square" lIns="91440" tIns="45720" rIns="91440" bIns="45720" anchor="t" anchorCtr="0">
            <a:spAutoFit/>
          </a:bodyPr>
          <a:p>
            <a:pPr>
              <a:buSzPct val="70000"/>
            </a:pPr>
            <a:r>
              <a:rPr lang="en-US" altLang="zh-CN" sz="2000" dirty="0">
                <a:latin typeface="华文中宋" panose="02010600040101010101" pitchFamily="2" charset="-122"/>
                <a:ea typeface="华文中宋" panose="02010600040101010101" pitchFamily="2" charset="-122"/>
                <a:cs typeface="+mn-cs"/>
              </a:rPr>
              <a:t>(1)</a:t>
            </a:r>
            <a:r>
              <a:rPr lang="zh-CN" altLang="zh-CN" sz="2000" dirty="0">
                <a:latin typeface="华文中宋" panose="02010600040101010101" pitchFamily="2" charset="-122"/>
                <a:ea typeface="华文中宋" panose="02010600040101010101" pitchFamily="2" charset="-122"/>
                <a:cs typeface="+mn-cs"/>
              </a:rPr>
              <a:t>通过一个合适的渠道接受一项需求变更请求。 </a:t>
            </a:r>
            <a:endParaRPr lang="zh-CN" altLang="zh-CN" sz="2000" dirty="0">
              <a:latin typeface="华文中宋" panose="02010600040101010101" pitchFamily="2" charset="-122"/>
              <a:ea typeface="华文中宋" panose="02010600040101010101" pitchFamily="2" charset="-122"/>
              <a:cs typeface="+mn-cs"/>
            </a:endParaRPr>
          </a:p>
          <a:p>
            <a:pPr>
              <a:buSzPct val="70000"/>
            </a:pPr>
            <a:r>
              <a:rPr lang="en-US" altLang="zh-CN" sz="2000" dirty="0">
                <a:latin typeface="华文中宋" panose="02010600040101010101" pitchFamily="2" charset="-122"/>
                <a:ea typeface="华文中宋" panose="02010600040101010101" pitchFamily="2" charset="-122"/>
                <a:cs typeface="+mn-cs"/>
              </a:rPr>
              <a:t>(2)</a:t>
            </a:r>
            <a:r>
              <a:rPr lang="zh-CN" altLang="zh-CN" sz="2000" dirty="0">
                <a:latin typeface="华文中宋" panose="02010600040101010101" pitchFamily="2" charset="-122"/>
                <a:ea typeface="华文中宋" panose="02010600040101010101" pitchFamily="2" charset="-122"/>
                <a:cs typeface="+mn-cs"/>
              </a:rPr>
              <a:t>变更控制委员会评估申请的变更，分析变更需求的理由是否充分，</a:t>
            </a:r>
            <a:r>
              <a:rPr lang="zh-CN" altLang="zh-CN" sz="2000" dirty="0">
                <a:solidFill>
                  <a:srgbClr val="FF0000"/>
                </a:solidFill>
                <a:latin typeface="华文中宋" panose="02010600040101010101" pitchFamily="2" charset="-122"/>
                <a:ea typeface="华文中宋" panose="02010600040101010101" pitchFamily="2" charset="-122"/>
                <a:cs typeface="+mn-cs"/>
              </a:rPr>
              <a:t>变更的技术可行性，估计实现变更的代价和可能产生的影响</a:t>
            </a:r>
            <a:r>
              <a:rPr lang="zh-CN" altLang="zh-CN" sz="2000" dirty="0">
                <a:latin typeface="华文中宋" panose="02010600040101010101" pitchFamily="2" charset="-122"/>
                <a:ea typeface="华文中宋" panose="02010600040101010101" pitchFamily="2" charset="-122"/>
                <a:cs typeface="+mn-cs"/>
              </a:rPr>
              <a:t>。</a:t>
            </a:r>
            <a:endParaRPr lang="en-US" altLang="zh-CN" sz="2000" dirty="0">
              <a:latin typeface="华文中宋" panose="02010600040101010101" pitchFamily="2" charset="-122"/>
              <a:ea typeface="华文中宋" panose="02010600040101010101" pitchFamily="2" charset="-122"/>
              <a:cs typeface="+mn-cs"/>
            </a:endParaRPr>
          </a:p>
          <a:p>
            <a:pPr>
              <a:buSzPct val="70000"/>
            </a:pPr>
            <a:r>
              <a:rPr lang="zh-CN" altLang="en-US" sz="2000" dirty="0">
                <a:latin typeface="华文中宋" panose="02010600040101010101" pitchFamily="2" charset="-122"/>
                <a:ea typeface="华文中宋" panose="02010600040101010101" pitchFamily="2" charset="-122"/>
                <a:cs typeface="+mn-cs"/>
              </a:rPr>
              <a:t>变更问题：</a:t>
            </a:r>
            <a:endParaRPr lang="en-US" altLang="zh-CN" sz="2000" dirty="0">
              <a:latin typeface="华文中宋" panose="02010600040101010101" pitchFamily="2" charset="-122"/>
              <a:ea typeface="华文中宋" panose="02010600040101010101" pitchFamily="2" charset="-122"/>
              <a:cs typeface="+mn-cs"/>
            </a:endParaRPr>
          </a:p>
          <a:p>
            <a:pPr>
              <a:buSzPct val="70000"/>
              <a:buFont typeface="Arial" panose="020B0604020202020204" pitchFamily="34" charset="0"/>
              <a:buChar char="•"/>
            </a:pPr>
            <a:r>
              <a:rPr lang="zh-CN" altLang="zh-CN" sz="2000" i="1" dirty="0">
                <a:latin typeface="华文中宋" panose="02010600040101010101" pitchFamily="2" charset="-122"/>
                <a:ea typeface="华文中宋" panose="02010600040101010101" pitchFamily="2" charset="-122"/>
                <a:cs typeface="+mn-cs"/>
              </a:rPr>
              <a:t>变更的需求需要改变软件环境吗</a:t>
            </a:r>
            <a:r>
              <a:rPr lang="en-US" altLang="zh-CN" sz="2000" i="1" dirty="0">
                <a:latin typeface="华文中宋" panose="02010600040101010101" pitchFamily="2" charset="-122"/>
                <a:ea typeface="华文中宋" panose="02010600040101010101" pitchFamily="2" charset="-122"/>
                <a:cs typeface="+mn-cs"/>
              </a:rPr>
              <a:t>? </a:t>
            </a:r>
            <a:endParaRPr lang="zh-CN" altLang="zh-CN" sz="2000" dirty="0">
              <a:latin typeface="华文中宋" panose="02010600040101010101" pitchFamily="2" charset="-122"/>
              <a:ea typeface="华文中宋" panose="02010600040101010101" pitchFamily="2" charset="-122"/>
              <a:cs typeface="+mn-cs"/>
            </a:endParaRPr>
          </a:p>
          <a:p>
            <a:pPr>
              <a:buSzPct val="70000"/>
              <a:buFont typeface="Arial" panose="020B0604020202020204" pitchFamily="34" charset="0"/>
              <a:buChar char="•"/>
            </a:pPr>
            <a:r>
              <a:rPr lang="zh-CN" altLang="zh-CN" sz="2000" i="1" dirty="0">
                <a:latin typeface="华文中宋" panose="02010600040101010101" pitchFamily="2" charset="-122"/>
                <a:ea typeface="华文中宋" panose="02010600040101010101" pitchFamily="2" charset="-122"/>
                <a:cs typeface="+mn-cs"/>
              </a:rPr>
              <a:t>变更的需求在实现上存在技术障碍吗</a:t>
            </a:r>
            <a:r>
              <a:rPr lang="en-US" altLang="zh-CN" sz="2000" i="1" dirty="0">
                <a:latin typeface="华文中宋" panose="02010600040101010101" pitchFamily="2" charset="-122"/>
                <a:ea typeface="华文中宋" panose="02010600040101010101" pitchFamily="2" charset="-122"/>
                <a:cs typeface="+mn-cs"/>
              </a:rPr>
              <a:t>?</a:t>
            </a:r>
            <a:r>
              <a:rPr lang="zh-CN" altLang="zh-CN" sz="2000" i="1" dirty="0">
                <a:latin typeface="华文中宋" panose="02010600040101010101" pitchFamily="2" charset="-122"/>
                <a:ea typeface="华文中宋" panose="02010600040101010101" pitchFamily="2" charset="-122"/>
                <a:cs typeface="+mn-cs"/>
              </a:rPr>
              <a:t>攻克技术障碍需要的人员、时间有保障吗</a:t>
            </a:r>
            <a:r>
              <a:rPr lang="en-US" altLang="zh-CN" sz="2000" i="1" dirty="0">
                <a:latin typeface="华文中宋" panose="02010600040101010101" pitchFamily="2" charset="-122"/>
                <a:ea typeface="华文中宋" panose="02010600040101010101" pitchFamily="2" charset="-122"/>
                <a:cs typeface="+mn-cs"/>
              </a:rPr>
              <a:t>?</a:t>
            </a:r>
            <a:endParaRPr lang="en-US" altLang="zh-CN" sz="2000" i="1" dirty="0">
              <a:latin typeface="华文中宋" panose="02010600040101010101" pitchFamily="2" charset="-122"/>
              <a:ea typeface="华文中宋" panose="02010600040101010101" pitchFamily="2" charset="-122"/>
              <a:cs typeface="+mn-cs"/>
            </a:endParaRPr>
          </a:p>
          <a:p>
            <a:pPr>
              <a:buSzPct val="70000"/>
              <a:buFont typeface="Arial" panose="020B0604020202020204" pitchFamily="34" charset="0"/>
              <a:buChar char="•"/>
            </a:pPr>
            <a:r>
              <a:rPr lang="zh-CN" altLang="zh-CN" sz="2000" i="1" dirty="0">
                <a:latin typeface="华文中宋" panose="02010600040101010101" pitchFamily="2" charset="-122"/>
                <a:ea typeface="华文中宋" panose="02010600040101010101" pitchFamily="2" charset="-122"/>
                <a:cs typeface="+mn-cs"/>
              </a:rPr>
              <a:t>所申请的需求变更是第一次吗</a:t>
            </a:r>
            <a:r>
              <a:rPr lang="en-US" altLang="zh-CN" sz="2000" i="1" dirty="0">
                <a:latin typeface="华文中宋" panose="02010600040101010101" pitchFamily="2" charset="-122"/>
                <a:ea typeface="华文中宋" panose="02010600040101010101" pitchFamily="2" charset="-122"/>
                <a:cs typeface="+mn-cs"/>
              </a:rPr>
              <a:t>?</a:t>
            </a:r>
            <a:r>
              <a:rPr lang="zh-CN" altLang="zh-CN" sz="2000" i="1" dirty="0">
                <a:latin typeface="华文中宋" panose="02010600040101010101" pitchFamily="2" charset="-122"/>
                <a:ea typeface="华文中宋" panose="02010600040101010101" pitchFamily="2" charset="-122"/>
                <a:cs typeface="+mn-cs"/>
              </a:rPr>
              <a:t>如果一项需求发生多次变更应该讨论原因。并且考虑拒绝变更，</a:t>
            </a:r>
            <a:endParaRPr lang="en-US" altLang="zh-CN" sz="2000" i="1" dirty="0">
              <a:latin typeface="华文中宋" panose="02010600040101010101" pitchFamily="2" charset="-122"/>
              <a:ea typeface="华文中宋" panose="02010600040101010101" pitchFamily="2" charset="-122"/>
              <a:cs typeface="+mn-cs"/>
            </a:endParaRPr>
          </a:p>
          <a:p>
            <a:pPr>
              <a:buSzPct val="70000"/>
              <a:buFont typeface="Arial" panose="020B0604020202020204" pitchFamily="34" charset="0"/>
              <a:buChar char="•"/>
            </a:pPr>
            <a:r>
              <a:rPr lang="zh-CN" altLang="zh-CN" sz="2000" i="1" dirty="0">
                <a:latin typeface="华文中宋" panose="02010600040101010101" pitchFamily="2" charset="-122"/>
                <a:ea typeface="华文中宋" panose="02010600040101010101" pitchFamily="2" charset="-122"/>
                <a:cs typeface="+mn-cs"/>
              </a:rPr>
              <a:t>接受变更会有什么风险</a:t>
            </a:r>
            <a:r>
              <a:rPr lang="en-US" altLang="zh-CN" sz="2000" i="1" dirty="0">
                <a:latin typeface="华文中宋" panose="02010600040101010101" pitchFamily="2" charset="-122"/>
                <a:ea typeface="华文中宋" panose="02010600040101010101" pitchFamily="2" charset="-122"/>
                <a:cs typeface="+mn-cs"/>
              </a:rPr>
              <a:t>? </a:t>
            </a:r>
            <a:endParaRPr lang="zh-CN" altLang="zh-CN" sz="2000" dirty="0">
              <a:latin typeface="华文中宋" panose="02010600040101010101" pitchFamily="2" charset="-122"/>
              <a:ea typeface="华文中宋" panose="02010600040101010101" pitchFamily="2" charset="-122"/>
              <a:cs typeface="+mn-cs"/>
            </a:endParaRPr>
          </a:p>
          <a:p>
            <a:pPr>
              <a:buSzPct val="70000"/>
              <a:buFont typeface="Arial" panose="020B0604020202020204" pitchFamily="34" charset="0"/>
              <a:buChar char="•"/>
            </a:pPr>
            <a:r>
              <a:rPr lang="zh-CN" altLang="zh-CN" sz="2000" i="1" dirty="0">
                <a:latin typeface="华文中宋" panose="02010600040101010101" pitchFamily="2" charset="-122"/>
                <a:ea typeface="华文中宋" panose="02010600040101010101" pitchFamily="2" charset="-122"/>
                <a:cs typeface="+mn-cs"/>
              </a:rPr>
              <a:t>申请的变更对质量属性有影响吗</a:t>
            </a:r>
            <a:r>
              <a:rPr lang="en-US" altLang="zh-CN" sz="2000" i="1" dirty="0">
                <a:latin typeface="华文中宋" panose="02010600040101010101" pitchFamily="2" charset="-122"/>
                <a:ea typeface="华文中宋" panose="02010600040101010101" pitchFamily="2" charset="-122"/>
                <a:cs typeface="+mn-cs"/>
              </a:rPr>
              <a:t>?</a:t>
            </a:r>
            <a:endParaRPr lang="en-US" altLang="zh-CN" sz="1800" dirty="0">
              <a:latin typeface="华文中宋" panose="02010600040101010101" pitchFamily="2" charset="-122"/>
              <a:ea typeface="华文中宋" panose="02010600040101010101" pitchFamily="2" charset="-122"/>
              <a:cs typeface="+mn-cs"/>
            </a:endParaRPr>
          </a:p>
        </p:txBody>
      </p:sp>
      <p:sp>
        <p:nvSpPr>
          <p:cNvPr id="9421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标题 1"/>
          <p:cNvSpPr>
            <a:spLocks noGrp="1"/>
          </p:cNvSpPr>
          <p:nvPr>
            <p:ph type="title"/>
          </p:nvPr>
        </p:nvSpPr>
        <p:spPr>
          <a:ln/>
        </p:spPr>
        <p:txBody>
          <a:bodyPr vert="horz" wrap="square" lIns="91440" tIns="45720" rIns="91440" bIns="45720" anchor="ctr" anchorCtr="0"/>
          <a:p>
            <a:r>
              <a:rPr lang="zh-CN" altLang="zh-CN" dirty="0"/>
              <a:t>需求变更控制的基本步骤</a:t>
            </a:r>
            <a:endParaRPr lang="zh-CN" altLang="en-US" dirty="0"/>
          </a:p>
        </p:txBody>
      </p:sp>
      <p:sp>
        <p:nvSpPr>
          <p:cNvPr id="95235" name="内容占位符 2"/>
          <p:cNvSpPr>
            <a:spLocks noGrp="1"/>
          </p:cNvSpPr>
          <p:nvPr>
            <p:ph idx="1"/>
          </p:nvPr>
        </p:nvSpPr>
        <p:spPr>
          <a:xfrm>
            <a:off x="511175" y="998538"/>
            <a:ext cx="7993063" cy="5514975"/>
          </a:xfrm>
          <a:ln/>
        </p:spPr>
        <p:txBody>
          <a:bodyPr vert="horz" wrap="square" lIns="91440" tIns="45720" rIns="91440" bIns="45720" anchor="t" anchorCtr="0">
            <a:spAutoFit/>
          </a:bodyPr>
          <a:p>
            <a:pPr>
              <a:buSzPct val="70000"/>
            </a:pPr>
            <a:r>
              <a:rPr lang="en-US" altLang="zh-CN" dirty="0">
                <a:latin typeface="华文中宋" panose="02010600040101010101" pitchFamily="2" charset="-122"/>
                <a:ea typeface="华文中宋" panose="02010600040101010101" pitchFamily="2" charset="-122"/>
                <a:cs typeface="+mn-cs"/>
              </a:rPr>
              <a:t>(3)</a:t>
            </a:r>
            <a:r>
              <a:rPr lang="zh-CN" altLang="zh-CN" dirty="0">
                <a:latin typeface="华文中宋" panose="02010600040101010101" pitchFamily="2" charset="-122"/>
                <a:ea typeface="华文中宋" panose="02010600040101010101" pitchFamily="2" charset="-122"/>
                <a:cs typeface="+mn-cs"/>
              </a:rPr>
              <a:t>分析需求变更可能影响的软件元素。</a:t>
            </a:r>
            <a:r>
              <a:rPr lang="zh-CN" altLang="en-US" sz="2000" dirty="0">
                <a:latin typeface="华文中宋" panose="02010600040101010101" pitchFamily="2" charset="-122"/>
                <a:ea typeface="华文中宋" panose="02010600040101010101" pitchFamily="2" charset="-122"/>
                <a:cs typeface="+mn-cs"/>
              </a:rPr>
              <a:t>数据库</a:t>
            </a:r>
            <a:r>
              <a:rPr lang="en-US" altLang="zh-CN" sz="2000" dirty="0">
                <a:latin typeface="华文中宋" panose="02010600040101010101" pitchFamily="2" charset="-122"/>
                <a:ea typeface="华文中宋" panose="02010600040101010101" pitchFamily="2" charset="-122"/>
                <a:cs typeface="+mn-cs"/>
              </a:rPr>
              <a:t>,</a:t>
            </a:r>
            <a:r>
              <a:rPr lang="zh-CN" altLang="zh-CN" sz="2000" dirty="0">
                <a:latin typeface="华文中宋" panose="02010600040101010101" pitchFamily="2" charset="-122"/>
                <a:ea typeface="华文中宋" panose="02010600040101010101" pitchFamily="2" charset="-122"/>
                <a:cs typeface="+mn-cs"/>
              </a:rPr>
              <a:t>系统设计元素，数据流程图、数据实体关系图、数据字典、处理说明、类和对象定义、类的方法、过程或函数</a:t>
            </a:r>
            <a:r>
              <a:rPr lang="zh-CN" altLang="en-US" sz="2000" dirty="0">
                <a:latin typeface="华文中宋" panose="02010600040101010101" pitchFamily="2" charset="-122"/>
                <a:ea typeface="华文中宋" panose="02010600040101010101" pitchFamily="2" charset="-122"/>
                <a:cs typeface="+mn-cs"/>
              </a:rPr>
              <a:t>。</a:t>
            </a:r>
            <a:r>
              <a:rPr lang="zh-CN" altLang="zh-CN" sz="2000" dirty="0">
                <a:latin typeface="华文中宋" panose="02010600040101010101" pitchFamily="2" charset="-122"/>
                <a:ea typeface="华文中宋" panose="02010600040101010101" pitchFamily="2" charset="-122"/>
                <a:cs typeface="+mn-cs"/>
              </a:rPr>
              <a:t>开发文档、用户文档、培训文档、联机文档和管理文档的更改</a:t>
            </a:r>
            <a:r>
              <a:rPr lang="zh-CN" altLang="en-US" sz="2000" dirty="0">
                <a:latin typeface="华文中宋" panose="02010600040101010101" pitchFamily="2" charset="-122"/>
                <a:ea typeface="华文中宋" panose="02010600040101010101" pitchFamily="2" charset="-122"/>
                <a:cs typeface="+mn-cs"/>
              </a:rPr>
              <a:t>，</a:t>
            </a:r>
            <a:r>
              <a:rPr lang="zh-CN" altLang="zh-CN" sz="2000" dirty="0">
                <a:latin typeface="华文中宋" panose="02010600040101010101" pitchFamily="2" charset="-122"/>
                <a:ea typeface="华文中宋" panose="02010600040101010101" pitchFamily="2" charset="-122"/>
                <a:cs typeface="+mn-cs"/>
              </a:rPr>
              <a:t>源程序</a:t>
            </a:r>
            <a:r>
              <a:rPr lang="zh-CN" altLang="en-US" sz="2000" dirty="0">
                <a:latin typeface="华文中宋" panose="02010600040101010101" pitchFamily="2" charset="-122"/>
                <a:ea typeface="华文中宋" panose="02010600040101010101" pitchFamily="2" charset="-122"/>
                <a:cs typeface="+mn-cs"/>
              </a:rPr>
              <a:t>，</a:t>
            </a:r>
            <a:r>
              <a:rPr lang="zh-CN" altLang="zh-CN" sz="2000" dirty="0">
                <a:latin typeface="华文中宋" panose="02010600040101010101" pitchFamily="2" charset="-122"/>
                <a:ea typeface="华文中宋" panose="02010600040101010101" pitchFamily="2" charset="-122"/>
                <a:cs typeface="+mn-cs"/>
              </a:rPr>
              <a:t>单元测试、集成测试、系统测试和验收测试方案</a:t>
            </a:r>
            <a:r>
              <a:rPr lang="zh-CN" altLang="en-US" sz="2000" dirty="0">
                <a:latin typeface="华文中宋" panose="02010600040101010101" pitchFamily="2" charset="-122"/>
                <a:ea typeface="华文中宋" panose="02010600040101010101" pitchFamily="2" charset="-122"/>
                <a:cs typeface="+mn-cs"/>
              </a:rPr>
              <a:t>等。</a:t>
            </a:r>
            <a:endParaRPr lang="en-US" altLang="zh-CN" sz="2000"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rPr>
              <a:t>(4)</a:t>
            </a:r>
            <a:r>
              <a:rPr lang="zh-CN" altLang="zh-CN" dirty="0">
                <a:latin typeface="华文中宋" panose="02010600040101010101" pitchFamily="2" charset="-122"/>
                <a:ea typeface="华文中宋" panose="02010600040101010101" pitchFamily="2" charset="-122"/>
                <a:cs typeface="+mn-cs"/>
              </a:rPr>
              <a:t> </a:t>
            </a:r>
            <a:r>
              <a:rPr lang="zh-CN" altLang="en-US" dirty="0">
                <a:latin typeface="华文中宋" panose="02010600040101010101" pitchFamily="2" charset="-122"/>
                <a:ea typeface="华文中宋" panose="02010600040101010101" pitchFamily="2" charset="-122"/>
                <a:cs typeface="+mn-cs"/>
              </a:rPr>
              <a:t>制定</a:t>
            </a:r>
            <a:r>
              <a:rPr lang="zh-CN" altLang="zh-CN" dirty="0">
                <a:latin typeface="华文中宋" panose="02010600040101010101" pitchFamily="2" charset="-122"/>
                <a:ea typeface="华文中宋" panose="02010600040101010101" pitchFamily="2" charset="-122"/>
                <a:cs typeface="+mn-cs"/>
              </a:rPr>
              <a:t>需求变更影响分析报告表和需求变更工作量统计表，然后</a:t>
            </a:r>
            <a:r>
              <a:rPr lang="zh-CN" altLang="en-US" dirty="0">
                <a:latin typeface="华文中宋" panose="02010600040101010101" pitchFamily="2" charset="-122"/>
                <a:ea typeface="华文中宋" panose="02010600040101010101" pitchFamily="2" charset="-122"/>
                <a:cs typeface="+mn-cs"/>
              </a:rPr>
              <a:t>由</a:t>
            </a:r>
            <a:r>
              <a:rPr lang="zh-CN" altLang="zh-CN" dirty="0">
                <a:latin typeface="华文中宋" panose="02010600040101010101" pitchFamily="2" charset="-122"/>
                <a:ea typeface="华文中宋" panose="02010600040101010101" pitchFamily="2" charset="-122"/>
                <a:cs typeface="+mn-cs"/>
              </a:rPr>
              <a:t>需求变更控制委员会</a:t>
            </a:r>
            <a:r>
              <a:rPr lang="zh-CN" altLang="zh-CN" dirty="0">
                <a:solidFill>
                  <a:srgbClr val="FF0000"/>
                </a:solidFill>
                <a:latin typeface="华文中宋" panose="02010600040101010101" pitchFamily="2" charset="-122"/>
                <a:ea typeface="华文中宋" panose="02010600040101010101" pitchFamily="2" charset="-122"/>
                <a:cs typeface="+mn-cs"/>
              </a:rPr>
              <a:t>作出是否采纳变更的决策</a:t>
            </a:r>
            <a:r>
              <a:rPr lang="zh-CN" altLang="zh-CN" dirty="0">
                <a:latin typeface="华文中宋" panose="02010600040101010101" pitchFamily="2" charset="-122"/>
                <a:ea typeface="华文中宋" panose="02010600040101010101" pitchFamily="2" charset="-122"/>
                <a:cs typeface="+mn-cs"/>
              </a:rPr>
              <a:t>。</a:t>
            </a:r>
            <a:endParaRPr lang="zh-CN" altLang="zh-CN"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rPr>
              <a:t>(5)</a:t>
            </a:r>
            <a:r>
              <a:rPr lang="zh-CN" altLang="zh-CN" dirty="0">
                <a:latin typeface="华文中宋" panose="02010600040101010101" pitchFamily="2" charset="-122"/>
                <a:ea typeface="华文中宋" panose="02010600040101010101" pitchFamily="2" charset="-122"/>
                <a:cs typeface="+mn-cs"/>
              </a:rPr>
              <a:t>一旦决定变更，应该</a:t>
            </a:r>
            <a:r>
              <a:rPr lang="zh-CN" altLang="zh-CN" dirty="0">
                <a:solidFill>
                  <a:srgbClr val="FF0000"/>
                </a:solidFill>
                <a:latin typeface="华文中宋" panose="02010600040101010101" pitchFamily="2" charset="-122"/>
                <a:ea typeface="华文中宋" panose="02010600040101010101" pitchFamily="2" charset="-122"/>
                <a:cs typeface="+mn-cs"/>
              </a:rPr>
              <a:t>及时通知所有相关的人员</a:t>
            </a:r>
            <a:r>
              <a:rPr lang="zh-CN" altLang="zh-CN" dirty="0">
                <a:latin typeface="华文中宋" panose="02010600040101010101" pitchFamily="2" charset="-122"/>
                <a:ea typeface="华文中宋" panose="02010600040101010101" pitchFamily="2" charset="-122"/>
                <a:cs typeface="+mn-cs"/>
              </a:rPr>
              <a:t>，最后，要按一定的程序来实施需求变更。</a:t>
            </a:r>
            <a:endParaRPr lang="en-US" altLang="zh-CN" dirty="0">
              <a:latin typeface="华文中宋" panose="02010600040101010101" pitchFamily="2" charset="-122"/>
              <a:ea typeface="华文中宋" panose="02010600040101010101" pitchFamily="2" charset="-122"/>
              <a:cs typeface="+mn-cs"/>
            </a:endParaRPr>
          </a:p>
          <a:p>
            <a:pPr>
              <a:buSzPct val="70000"/>
            </a:pPr>
            <a:endParaRPr lang="zh-CN" altLang="zh-CN" sz="2000" dirty="0">
              <a:latin typeface="华文中宋" panose="02010600040101010101" pitchFamily="2" charset="-122"/>
              <a:ea typeface="华文中宋" panose="02010600040101010101" pitchFamily="2" charset="-122"/>
              <a:cs typeface="+mn-cs"/>
            </a:endParaRPr>
          </a:p>
        </p:txBody>
      </p:sp>
      <p:sp>
        <p:nvSpPr>
          <p:cNvPr id="9523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标题 1"/>
          <p:cNvSpPr>
            <a:spLocks noGrp="1"/>
          </p:cNvSpPr>
          <p:nvPr>
            <p:ph type="title"/>
          </p:nvPr>
        </p:nvSpPr>
        <p:spPr>
          <a:ln/>
        </p:spPr>
        <p:txBody>
          <a:bodyPr vert="horz" wrap="square" lIns="91440" tIns="45720" rIns="91440" bIns="45720" anchor="ctr" anchorCtr="0"/>
          <a:p>
            <a:r>
              <a:rPr lang="en-US" altLang="zh-CN" dirty="0"/>
              <a:t>8.3 </a:t>
            </a:r>
            <a:r>
              <a:rPr lang="zh-CN" altLang="en-US" dirty="0"/>
              <a:t>需求跟踪</a:t>
            </a:r>
            <a:endParaRPr lang="zh-CN" altLang="en-US" dirty="0"/>
          </a:p>
        </p:txBody>
      </p:sp>
      <p:sp>
        <p:nvSpPr>
          <p:cNvPr id="96259" name="内容占位符 2"/>
          <p:cNvSpPr>
            <a:spLocks noGrp="1"/>
          </p:cNvSpPr>
          <p:nvPr>
            <p:ph idx="1"/>
          </p:nvPr>
        </p:nvSpPr>
        <p:spPr>
          <a:xfrm>
            <a:off x="701675" y="1179513"/>
            <a:ext cx="7777163" cy="5337175"/>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案例：在一次项目检查例会上，项目经理问一名开发人员</a:t>
            </a:r>
            <a:r>
              <a:rPr lang="en-US" altLang="zh-CN" dirty="0">
                <a:latin typeface="华文中宋" panose="02010600040101010101" pitchFamily="2" charset="-122"/>
                <a:ea typeface="华文中宋" panose="02010600040101010101" pitchFamily="2" charset="-122"/>
                <a:cs typeface="+mn-cs"/>
              </a:rPr>
              <a:t>: </a:t>
            </a:r>
            <a:r>
              <a:rPr lang="zh-CN" altLang="zh-CN" dirty="0">
                <a:latin typeface="华文中宋" panose="02010600040101010101" pitchFamily="2" charset="-122"/>
                <a:ea typeface="华文中宋" panose="02010600040101010101" pitchFamily="2" charset="-122"/>
                <a:cs typeface="+mn-cs"/>
              </a:rPr>
              <a:t>“你本周的工作计划完成了吗</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”这名开发人员回答</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我没有按计划完成我的工作，因为用户打电话要我增加一个由入库单到合同单的确认功能，我原来认为这件事情比较简单，就没有让他申请需求变更。而我在添加这项功能的过程中意识到相关联的地方太多，一会这里有问题，一会那里有问题，越来越乱，我自己都被搞晕了。”</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sz="2000" dirty="0">
                <a:latin typeface="华文中宋" panose="02010600040101010101" pitchFamily="2" charset="-122"/>
                <a:ea typeface="华文中宋" panose="02010600040101010101" pitchFamily="2" charset="-122"/>
                <a:cs typeface="+mn-cs"/>
              </a:rPr>
              <a:t>这个例子说明需求变更一定要履行需求变更控制程序，同时也说明对每项需求进行跟踪管理的重要性。</a:t>
            </a:r>
            <a:endParaRPr lang="zh-CN" altLang="en-US" sz="2000" dirty="0">
              <a:latin typeface="华文中宋" panose="02010600040101010101" pitchFamily="2" charset="-122"/>
              <a:ea typeface="华文中宋" panose="02010600040101010101" pitchFamily="2" charset="-122"/>
              <a:cs typeface="+mn-cs"/>
            </a:endParaRPr>
          </a:p>
        </p:txBody>
      </p:sp>
      <p:sp>
        <p:nvSpPr>
          <p:cNvPr id="9626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标题 1"/>
          <p:cNvSpPr>
            <a:spLocks noGrp="1"/>
          </p:cNvSpPr>
          <p:nvPr>
            <p:ph type="title"/>
          </p:nvPr>
        </p:nvSpPr>
        <p:spPr>
          <a:ln/>
        </p:spPr>
        <p:txBody>
          <a:bodyPr vert="horz" wrap="square" lIns="91440" tIns="45720" rIns="91440" bIns="45720" anchor="ctr" anchorCtr="0"/>
          <a:p>
            <a:r>
              <a:rPr lang="zh-CN" altLang="en-US" dirty="0"/>
              <a:t>需求跟踪</a:t>
            </a:r>
            <a:endParaRPr lang="zh-CN" altLang="en-US" dirty="0"/>
          </a:p>
        </p:txBody>
      </p:sp>
      <p:sp>
        <p:nvSpPr>
          <p:cNvPr id="97283" name="内容占位符 2"/>
          <p:cNvSpPr>
            <a:spLocks noGrp="1"/>
          </p:cNvSpPr>
          <p:nvPr>
            <p:ph idx="1"/>
          </p:nvPr>
        </p:nvSpPr>
        <p:spPr>
          <a:xfrm>
            <a:off x="701675" y="1179513"/>
            <a:ext cx="7777163" cy="5262562"/>
          </a:xfrm>
          <a:ln/>
        </p:spPr>
        <p:txBody>
          <a:bodyPr vert="horz" wrap="square" lIns="91440" tIns="45720" rIns="91440" bIns="45720" anchor="t" anchorCtr="0">
            <a:spAutoFit/>
          </a:bodyPr>
          <a:p>
            <a:pPr>
              <a:buSzPct val="70000"/>
            </a:pPr>
            <a:r>
              <a:rPr lang="zh-CN" altLang="zh-CN" sz="2000" dirty="0">
                <a:latin typeface="华文中宋" panose="02010600040101010101" pitchFamily="2" charset="-122"/>
                <a:ea typeface="华文中宋" panose="02010600040101010101" pitchFamily="2" charset="-122"/>
                <a:cs typeface="+mn-cs"/>
              </a:rPr>
              <a:t>需求跟踪是指跟踪一个需求使用期限的全过程，需求跟踪包括编制每项需求同其他系统需求、其他设计部件、源程序模块、测试用例、帮助文件、文档等系统元素之间的联系文档。</a:t>
            </a:r>
            <a:endParaRPr lang="en-US" altLang="zh-CN" sz="2000" dirty="0">
              <a:latin typeface="华文中宋" panose="02010600040101010101" pitchFamily="2" charset="-122"/>
              <a:ea typeface="华文中宋" panose="02010600040101010101" pitchFamily="2" charset="-122"/>
              <a:cs typeface="+mn-cs"/>
            </a:endParaRPr>
          </a:p>
          <a:p>
            <a:pPr>
              <a:buSzPct val="70000"/>
            </a:pPr>
            <a:r>
              <a:rPr lang="zh-CN" altLang="zh-CN" sz="2000" dirty="0">
                <a:latin typeface="华文中宋" panose="02010600040101010101" pitchFamily="2" charset="-122"/>
                <a:ea typeface="华文中宋" panose="02010600040101010101" pitchFamily="2" charset="-122"/>
                <a:cs typeface="+mn-cs"/>
              </a:rPr>
              <a:t>需求跟踪提供了</a:t>
            </a:r>
            <a:r>
              <a:rPr lang="zh-CN" altLang="zh-CN" sz="2000" dirty="0">
                <a:solidFill>
                  <a:srgbClr val="FF0000"/>
                </a:solidFill>
                <a:latin typeface="华文中宋" panose="02010600040101010101" pitchFamily="2" charset="-122"/>
                <a:ea typeface="华文中宋" panose="02010600040101010101" pitchFamily="2" charset="-122"/>
                <a:cs typeface="+mn-cs"/>
              </a:rPr>
              <a:t>由需求到产品实现整个过程范围的查阅的能力</a:t>
            </a:r>
            <a:r>
              <a:rPr lang="zh-CN" altLang="zh-CN" sz="2000" dirty="0">
                <a:latin typeface="华文中宋" panose="02010600040101010101" pitchFamily="2" charset="-122"/>
                <a:ea typeface="华文中宋" panose="02010600040101010101" pitchFamily="2" charset="-122"/>
                <a:cs typeface="+mn-cs"/>
              </a:rPr>
              <a:t>，能够将每项需求从最基础的业务需求→用户需求→功能需求或非功能需求一直追踪下来，也可以沿这条路径反方向回溯到业务需求。</a:t>
            </a:r>
            <a:endParaRPr lang="en-US" altLang="zh-CN" sz="2000" dirty="0">
              <a:latin typeface="华文中宋" panose="02010600040101010101" pitchFamily="2" charset="-122"/>
              <a:ea typeface="华文中宋" panose="02010600040101010101" pitchFamily="2" charset="-122"/>
              <a:cs typeface="+mn-cs"/>
            </a:endParaRPr>
          </a:p>
          <a:p>
            <a:pPr>
              <a:buSzPct val="70000"/>
            </a:pPr>
            <a:r>
              <a:rPr lang="zh-CN" altLang="zh-CN" sz="2000" dirty="0">
                <a:latin typeface="华文中宋" panose="02010600040101010101" pitchFamily="2" charset="-122"/>
                <a:ea typeface="华文中宋" panose="02010600040101010101" pitchFamily="2" charset="-122"/>
                <a:cs typeface="+mn-cs"/>
              </a:rPr>
              <a:t>需求跟踪有两种方式：</a:t>
            </a:r>
            <a:endParaRPr lang="zh-CN" altLang="zh-CN" sz="2000" dirty="0">
              <a:latin typeface="华文中宋" panose="02010600040101010101" pitchFamily="2" charset="-122"/>
              <a:ea typeface="华文中宋" panose="02010600040101010101" pitchFamily="2" charset="-122"/>
              <a:cs typeface="+mn-cs"/>
            </a:endParaRPr>
          </a:p>
          <a:p>
            <a:pPr>
              <a:buSzPct val="70000"/>
            </a:pPr>
            <a:r>
              <a:rPr lang="zh-CN" altLang="zh-CN" sz="2000" dirty="0">
                <a:latin typeface="华文中宋" panose="02010600040101010101" pitchFamily="2" charset="-122"/>
                <a:ea typeface="华文中宋" panose="02010600040101010101" pitchFamily="2" charset="-122"/>
                <a:cs typeface="+mn-cs"/>
              </a:rPr>
              <a:t>（</a:t>
            </a:r>
            <a:r>
              <a:rPr lang="en-US" altLang="zh-CN" sz="2000" dirty="0">
                <a:latin typeface="华文中宋" panose="02010600040101010101" pitchFamily="2" charset="-122"/>
                <a:ea typeface="华文中宋" panose="02010600040101010101" pitchFamily="2" charset="-122"/>
                <a:cs typeface="+mn-cs"/>
              </a:rPr>
              <a:t>1</a:t>
            </a:r>
            <a:r>
              <a:rPr lang="zh-CN" altLang="zh-CN" sz="2000" dirty="0">
                <a:latin typeface="华文中宋" panose="02010600040101010101" pitchFamily="2" charset="-122"/>
                <a:ea typeface="华文中宋" panose="02010600040101010101" pitchFamily="2" charset="-122"/>
                <a:cs typeface="+mn-cs"/>
              </a:rPr>
              <a:t>）正向跟踪。检查《产品需求规格说明书》中的每个需求是否都能在后继工作成果中找到对应点。</a:t>
            </a:r>
            <a:endParaRPr lang="zh-CN" altLang="zh-CN" sz="2000" dirty="0">
              <a:latin typeface="华文中宋" panose="02010600040101010101" pitchFamily="2" charset="-122"/>
              <a:ea typeface="华文中宋" panose="02010600040101010101" pitchFamily="2" charset="-122"/>
              <a:cs typeface="+mn-cs"/>
            </a:endParaRPr>
          </a:p>
          <a:p>
            <a:pPr>
              <a:buSzPct val="70000"/>
            </a:pPr>
            <a:r>
              <a:rPr lang="zh-CN" altLang="zh-CN" sz="2000" dirty="0">
                <a:latin typeface="华文中宋" panose="02010600040101010101" pitchFamily="2" charset="-122"/>
                <a:ea typeface="华文中宋" panose="02010600040101010101" pitchFamily="2" charset="-122"/>
                <a:cs typeface="+mn-cs"/>
              </a:rPr>
              <a:t>（</a:t>
            </a:r>
            <a:r>
              <a:rPr lang="en-US" altLang="zh-CN" sz="2000" dirty="0">
                <a:latin typeface="华文中宋" panose="02010600040101010101" pitchFamily="2" charset="-122"/>
                <a:ea typeface="华文中宋" panose="02010600040101010101" pitchFamily="2" charset="-122"/>
                <a:cs typeface="+mn-cs"/>
              </a:rPr>
              <a:t>2</a:t>
            </a:r>
            <a:r>
              <a:rPr lang="zh-CN" altLang="zh-CN" sz="2000" dirty="0">
                <a:latin typeface="华文中宋" panose="02010600040101010101" pitchFamily="2" charset="-122"/>
                <a:ea typeface="华文中宋" panose="02010600040101010101" pitchFamily="2" charset="-122"/>
                <a:cs typeface="+mn-cs"/>
              </a:rPr>
              <a:t>）逆向跟踪。检查设计文档、代码、测试用例等工作成果是否都能在《产品需求规格说明书》中找到出处</a:t>
            </a:r>
            <a:endParaRPr lang="zh-CN" altLang="en-US" sz="2000" dirty="0">
              <a:latin typeface="华文中宋" panose="02010600040101010101" pitchFamily="2" charset="-122"/>
              <a:ea typeface="华文中宋" panose="02010600040101010101" pitchFamily="2" charset="-122"/>
              <a:cs typeface="+mn-cs"/>
            </a:endParaRPr>
          </a:p>
        </p:txBody>
      </p:sp>
      <p:sp>
        <p:nvSpPr>
          <p:cNvPr id="9728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标题 1"/>
          <p:cNvSpPr>
            <a:spLocks noGrp="1"/>
          </p:cNvSpPr>
          <p:nvPr>
            <p:ph type="title"/>
          </p:nvPr>
        </p:nvSpPr>
        <p:spPr>
          <a:ln/>
        </p:spPr>
        <p:txBody>
          <a:bodyPr vert="horz" wrap="square" lIns="91440" tIns="45720" rIns="91440" bIns="45720" anchor="ctr" anchorCtr="0"/>
          <a:p>
            <a:r>
              <a:rPr lang="zh-CN" altLang="zh-CN" dirty="0"/>
              <a:t>需求跟踪矩阵</a:t>
            </a:r>
            <a:endParaRPr lang="zh-CN" altLang="en-US" dirty="0"/>
          </a:p>
        </p:txBody>
      </p:sp>
      <p:graphicFrame>
        <p:nvGraphicFramePr>
          <p:cNvPr id="5" name="内容占位符 4"/>
          <p:cNvGraphicFramePr>
            <a:graphicFrameLocks noGrp="1"/>
          </p:cNvGraphicFramePr>
          <p:nvPr>
            <p:ph idx="1"/>
          </p:nvPr>
        </p:nvGraphicFramePr>
        <p:xfrm>
          <a:off x="1042988" y="2997200"/>
          <a:ext cx="7561263" cy="2303463"/>
        </p:xfrm>
        <a:graphic>
          <a:graphicData uri="http://schemas.openxmlformats.org/drawingml/2006/table">
            <a:tbl>
              <a:tblPr firstRow="1" firstCol="1" bandRow="1">
                <a:tableStyleId>{5C22544A-7EE6-4342-B048-85BDC9FD1C3A}</a:tableStyleId>
              </a:tblPr>
              <a:tblGrid>
                <a:gridCol w="998318"/>
                <a:gridCol w="2193646"/>
                <a:gridCol w="1124292"/>
                <a:gridCol w="1994741"/>
                <a:gridCol w="1250266"/>
              </a:tblGrid>
              <a:tr h="383910">
                <a:tc>
                  <a:txBody>
                    <a:bodyPr/>
                    <a:lstStyle/>
                    <a:p>
                      <a:pPr algn="ctr">
                        <a:spcAft>
                          <a:spcPts val="0"/>
                        </a:spcAft>
                      </a:pPr>
                      <a:r>
                        <a:rPr lang="zh-CN" sz="1600" kern="0">
                          <a:effectLst/>
                        </a:rPr>
                        <a:t>用例</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nchor="ctr"/>
                </a:tc>
                <a:tc>
                  <a:txBody>
                    <a:bodyPr/>
                    <a:lstStyle/>
                    <a:p>
                      <a:pPr algn="ctr">
                        <a:spcAft>
                          <a:spcPts val="0"/>
                        </a:spcAft>
                      </a:pPr>
                      <a:r>
                        <a:rPr lang="zh-CN" sz="1600" kern="0">
                          <a:effectLst/>
                        </a:rPr>
                        <a:t>功能需求</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nchor="ctr"/>
                </a:tc>
                <a:tc>
                  <a:txBody>
                    <a:bodyPr/>
                    <a:lstStyle/>
                    <a:p>
                      <a:pPr algn="ctr">
                        <a:spcAft>
                          <a:spcPts val="0"/>
                        </a:spcAft>
                      </a:pPr>
                      <a:r>
                        <a:rPr lang="zh-CN" sz="1600" kern="0">
                          <a:effectLst/>
                        </a:rPr>
                        <a:t>设计元素</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nchor="ctr"/>
                </a:tc>
                <a:tc>
                  <a:txBody>
                    <a:bodyPr/>
                    <a:lstStyle/>
                    <a:p>
                      <a:pPr algn="ctr">
                        <a:spcAft>
                          <a:spcPts val="0"/>
                        </a:spcAft>
                      </a:pPr>
                      <a:r>
                        <a:rPr lang="zh-CN" sz="1600" kern="0">
                          <a:effectLst/>
                        </a:rPr>
                        <a:t>代码</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nchor="ctr"/>
                </a:tc>
                <a:tc>
                  <a:txBody>
                    <a:bodyPr/>
                    <a:lstStyle/>
                    <a:p>
                      <a:pPr algn="ctr">
                        <a:spcAft>
                          <a:spcPts val="0"/>
                        </a:spcAft>
                      </a:pPr>
                      <a:r>
                        <a:rPr lang="zh-CN" sz="1600" kern="0">
                          <a:effectLst/>
                        </a:rPr>
                        <a:t>测试实例</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nchor="ctr"/>
                </a:tc>
              </a:tr>
              <a:tr h="1919553">
                <a:tc>
                  <a:txBody>
                    <a:bodyPr/>
                    <a:lstStyle/>
                    <a:p>
                      <a:pPr algn="l">
                        <a:spcAft>
                          <a:spcPts val="0"/>
                        </a:spcAft>
                      </a:pPr>
                      <a:r>
                        <a:rPr lang="en-US" sz="1600" kern="0">
                          <a:effectLst/>
                        </a:rPr>
                        <a:t>UC-28</a:t>
                      </a:r>
                      <a:br>
                        <a:rPr lang="en-US" sz="1600" kern="0">
                          <a:effectLst/>
                        </a:rPr>
                      </a:br>
                      <a:r>
                        <a:rPr lang="en-US" sz="1600" kern="0">
                          <a:effectLst/>
                        </a:rPr>
                        <a:t>UC-29</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nchor="ctr"/>
                </a:tc>
                <a:tc>
                  <a:txBody>
                    <a:bodyPr/>
                    <a:lstStyle/>
                    <a:p>
                      <a:pPr algn="l">
                        <a:spcAft>
                          <a:spcPts val="0"/>
                        </a:spcAft>
                      </a:pPr>
                      <a:r>
                        <a:rPr lang="en-US" sz="1600" kern="0">
                          <a:effectLst/>
                        </a:rPr>
                        <a:t>Catalog.query.sort</a:t>
                      </a:r>
                      <a:br>
                        <a:rPr lang="en-US" sz="1600" kern="0">
                          <a:effectLst/>
                        </a:rPr>
                      </a:br>
                      <a:r>
                        <a:rPr lang="en-US" sz="1600" kern="0">
                          <a:effectLst/>
                        </a:rPr>
                        <a:t>catalog.query.import</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nchor="ctr"/>
                </a:tc>
                <a:tc>
                  <a:txBody>
                    <a:bodyPr/>
                    <a:lstStyle/>
                    <a:p>
                      <a:pPr marL="17780" indent="-1270">
                        <a:spcAft>
                          <a:spcPts val="0"/>
                        </a:spcAft>
                      </a:pPr>
                      <a:r>
                        <a:rPr lang="en-US" sz="1600">
                          <a:effectLst/>
                        </a:rPr>
                        <a:t>DFD-12</a:t>
                      </a:r>
                      <a:endParaRPr lang="zh-CN" sz="2000">
                        <a:effectLst/>
                      </a:endParaRPr>
                    </a:p>
                    <a:p>
                      <a:pPr marL="17780" indent="-1270">
                        <a:spcAft>
                          <a:spcPts val="0"/>
                        </a:spcAft>
                      </a:pPr>
                      <a:r>
                        <a:rPr lang="en-US" sz="1600">
                          <a:effectLst/>
                        </a:rPr>
                        <a:t>DFD-08</a:t>
                      </a:r>
                      <a:endParaRPr lang="zh-CN" sz="2000">
                        <a:effectLst/>
                        <a:latin typeface="Times New Roman" panose="02020603050405020304" pitchFamily="18" charset="0"/>
                        <a:ea typeface="宋体" panose="02010600030101010101" pitchFamily="2" charset="-122"/>
                      </a:endParaRPr>
                    </a:p>
                  </a:txBody>
                  <a:tcPr marL="68584" marR="68584" marT="0" marB="0" anchor="ctr"/>
                </a:tc>
                <a:tc>
                  <a:txBody>
                    <a:bodyPr/>
                    <a:lstStyle/>
                    <a:p>
                      <a:pPr algn="l">
                        <a:spcAft>
                          <a:spcPts val="0"/>
                        </a:spcAft>
                      </a:pPr>
                      <a:r>
                        <a:rPr lang="en-US" sz="1600" kern="0" dirty="0" err="1">
                          <a:effectLst/>
                        </a:rPr>
                        <a:t>Catalog.sort</a:t>
                      </a:r>
                      <a:r>
                        <a:rPr lang="en-US" sz="1600" kern="0" dirty="0">
                          <a:effectLst/>
                        </a:rPr>
                        <a:t>()</a:t>
                      </a:r>
                      <a:br>
                        <a:rPr lang="en-US" sz="1600" kern="0" dirty="0">
                          <a:effectLst/>
                        </a:rPr>
                      </a:br>
                      <a:r>
                        <a:rPr lang="en-US" sz="1600" kern="0" dirty="0" err="1">
                          <a:effectLst/>
                        </a:rPr>
                        <a:t>Catalog.import</a:t>
                      </a:r>
                      <a:r>
                        <a:rPr lang="en-US" sz="1600" kern="0" dirty="0">
                          <a:effectLst/>
                        </a:rPr>
                        <a:t>()</a:t>
                      </a:r>
                      <a:br>
                        <a:rPr lang="en-US" sz="1600" kern="0" dirty="0">
                          <a:effectLst/>
                        </a:rPr>
                      </a:br>
                      <a:r>
                        <a:rPr lang="en-US" sz="1600" kern="0" dirty="0" err="1">
                          <a:effectLst/>
                        </a:rPr>
                        <a:t>Catalog.validate</a:t>
                      </a:r>
                      <a:r>
                        <a:rPr lang="en-US" sz="1600" kern="0" dirty="0">
                          <a:effectLst/>
                        </a:rPr>
                        <a:t>()</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nchor="ctr"/>
                </a:tc>
                <a:tc>
                  <a:txBody>
                    <a:bodyPr/>
                    <a:lstStyle/>
                    <a:p>
                      <a:pPr algn="l">
                        <a:spcAft>
                          <a:spcPts val="0"/>
                        </a:spcAft>
                      </a:pPr>
                      <a:r>
                        <a:rPr lang="en-US" sz="1600" kern="0" dirty="0">
                          <a:effectLst/>
                        </a:rPr>
                        <a:t>Search.7</a:t>
                      </a:r>
                      <a:br>
                        <a:rPr lang="en-US" sz="1600" kern="0" dirty="0">
                          <a:effectLst/>
                        </a:rPr>
                      </a:br>
                      <a:r>
                        <a:rPr lang="en-US" sz="1600" kern="0" dirty="0">
                          <a:effectLst/>
                        </a:rPr>
                        <a:t>Search.8</a:t>
                      </a:r>
                      <a:br>
                        <a:rPr lang="en-US" sz="1600" kern="0" dirty="0">
                          <a:effectLst/>
                        </a:rPr>
                      </a:br>
                      <a:r>
                        <a:rPr lang="en-US" sz="1600" kern="0" dirty="0" err="1">
                          <a:effectLst/>
                        </a:rPr>
                        <a:t>Search.8</a:t>
                      </a:r>
                      <a:br>
                        <a:rPr lang="en-US" sz="1600" kern="0" dirty="0">
                          <a:effectLst/>
                        </a:rPr>
                      </a:br>
                      <a:r>
                        <a:rPr lang="en-US" sz="1600" kern="0" dirty="0">
                          <a:effectLst/>
                        </a:rPr>
                        <a:t>Search.13</a:t>
                      </a:r>
                      <a:br>
                        <a:rPr lang="en-US" sz="1600" kern="0" dirty="0">
                          <a:effectLst/>
                        </a:rPr>
                      </a:br>
                      <a:r>
                        <a:rPr lang="en-US" sz="1600" kern="0" dirty="0">
                          <a:effectLst/>
                        </a:rPr>
                        <a:t>Search.14</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0" marB="0" anchor="ctr"/>
                </a:tc>
              </a:tr>
            </a:tbl>
          </a:graphicData>
        </a:graphic>
      </p:graphicFrame>
      <p:sp>
        <p:nvSpPr>
          <p:cNvPr id="98327"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6" name="矩形 5"/>
          <p:cNvSpPr/>
          <p:nvPr/>
        </p:nvSpPr>
        <p:spPr>
          <a:xfrm>
            <a:off x="811213" y="1484313"/>
            <a:ext cx="7616825" cy="831850"/>
          </a:xfrm>
          <a:prstGeom prst="rect">
            <a:avLst/>
          </a:prstGeom>
        </p:spPr>
        <p:txBody>
          <a:bodyPr>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zh-CN" altLang="zh-CN" sz="2400" b="1" i="0" u="none" strike="noStrike" kern="1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需求跟踪矩阵可以反映每个需求变化所影响的功能需求、设计元素、模块代码、测试用例和开发文档。</a:t>
            </a:r>
            <a:endParaRPr kumimoji="0" lang="zh-CN" altLang="en-US" sz="2400" b="1" i="0" u="none" strike="noStrike" kern="1200" cap="none" spc="0" normalizeH="0" baseline="0" noProof="0" dirty="0">
              <a:ln>
                <a:noFill/>
              </a:ln>
              <a:solidFill>
                <a:schemeClr val="accent2"/>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p:sld>
</file>

<file path=ppt/theme/_rels/theme2.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华为3Com培训胶片模板ISSUE1.1">
  <a:themeElements>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华为3Com培训胶片模板ISSUE1.1">
      <a:majorFont>
        <a:latin typeface="Times New Roman"/>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lnDef>
  </a:objectDefaults>
  <a:extraClrSchemeLst>
    <a:extraClrScheme>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华为3Com培训胶片模板ISSUE1.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华为3Com培训胶片模板ISSUE1.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华为3Com培训胶片模板ISSUE1.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华为3Com培训胶片模板ISSUE1.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华为3Com培训胶片模板ISSUE1.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华为3Com培训胶片模板ISSUE1.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都市">
  <a:themeElements>
    <a:clrScheme name="都市">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都市">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都市">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8945</Words>
  <Application>WPS 演示</Application>
  <PresentationFormat>全屏显示(4:3)</PresentationFormat>
  <Paragraphs>721</Paragraphs>
  <Slides>63</Slides>
  <Notes>1</Notes>
  <HiddenSlides>0</HiddenSlides>
  <MMClips>1</MMClips>
  <ScaleCrop>false</ScaleCrop>
  <HeadingPairs>
    <vt:vector size="8" baseType="variant">
      <vt:variant>
        <vt:lpstr>已用的字体</vt:lpstr>
      </vt:variant>
      <vt:variant>
        <vt:i4>22</vt:i4>
      </vt:variant>
      <vt:variant>
        <vt:lpstr>主题</vt:lpstr>
      </vt:variant>
      <vt:variant>
        <vt:i4>2</vt:i4>
      </vt:variant>
      <vt:variant>
        <vt:lpstr>嵌入 OLE 服务器</vt:lpstr>
      </vt:variant>
      <vt:variant>
        <vt:i4>6</vt:i4>
      </vt:variant>
      <vt:variant>
        <vt:lpstr>幻灯片标题</vt:lpstr>
      </vt:variant>
      <vt:variant>
        <vt:i4>63</vt:i4>
      </vt:variant>
    </vt:vector>
  </HeadingPairs>
  <TitlesOfParts>
    <vt:vector size="93" baseType="lpstr">
      <vt:lpstr>Arial</vt:lpstr>
      <vt:lpstr>宋体</vt:lpstr>
      <vt:lpstr>Wingdings</vt:lpstr>
      <vt:lpstr>华文中宋</vt:lpstr>
      <vt:lpstr>Trebuchet MS</vt:lpstr>
      <vt:lpstr>方正姚体</vt:lpstr>
      <vt:lpstr>Georgia</vt:lpstr>
      <vt:lpstr>Wingdings 2</vt:lpstr>
      <vt:lpstr>Times New Roman</vt:lpstr>
      <vt:lpstr>楷体_GB2312</vt:lpstr>
      <vt:lpstr>新宋体</vt:lpstr>
      <vt:lpstr>微软雅黑</vt:lpstr>
      <vt:lpstr>Symbol</vt:lpstr>
      <vt:lpstr>华文行楷</vt:lpstr>
      <vt:lpstr>隶书</vt:lpstr>
      <vt:lpstr>Calibri</vt:lpstr>
      <vt:lpstr>Georgia</vt:lpstr>
      <vt:lpstr>楷体_GB2312</vt:lpstr>
      <vt:lpstr>Arial Unicode MS</vt:lpstr>
      <vt:lpstr>Garamond</vt:lpstr>
      <vt:lpstr>Wingdings</vt:lpstr>
      <vt:lpstr>Times New Roman</vt:lpstr>
      <vt:lpstr>华为3Com培训胶片模板ISSUE1.1</vt:lpstr>
      <vt:lpstr>都市</vt:lpstr>
      <vt:lpstr>Visio.Drawing.15</vt:lpstr>
      <vt:lpstr>MS_ClipArt_Gallery.5</vt:lpstr>
      <vt:lpstr>Visio.Drawing.15</vt:lpstr>
      <vt:lpstr>Visio.Drawing.15</vt:lpstr>
      <vt:lpstr>Visio.Drawing.15</vt:lpstr>
      <vt:lpstr>Visio.Drawing.15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ECJTU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计算机网络</dc:title>
  <dc:creator>xiexin</dc:creator>
  <cp:lastModifiedBy>5414</cp:lastModifiedBy>
  <cp:revision>115</cp:revision>
  <dcterms:created xsi:type="dcterms:W3CDTF">2006-02-20T02:27:42Z</dcterms:created>
  <dcterms:modified xsi:type="dcterms:W3CDTF">2025-10-15T14:44:18Z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D56B3BEBFD7B4E8A84370E3F4791FC7A_12</vt:lpwstr>
  </property>
</Properties>
</file>