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530" r:id="rId3"/>
    <p:sldId id="603" r:id="rId4"/>
    <p:sldId id="529" r:id="rId6"/>
    <p:sldId id="533" r:id="rId7"/>
    <p:sldId id="532" r:id="rId8"/>
    <p:sldId id="531" r:id="rId9"/>
    <p:sldId id="604" r:id="rId10"/>
    <p:sldId id="538" r:id="rId11"/>
    <p:sldId id="605" r:id="rId12"/>
    <p:sldId id="537" r:id="rId13"/>
    <p:sldId id="536" r:id="rId14"/>
    <p:sldId id="535" r:id="rId15"/>
    <p:sldId id="534" r:id="rId16"/>
    <p:sldId id="546" r:id="rId17"/>
    <p:sldId id="545" r:id="rId18"/>
    <p:sldId id="544" r:id="rId19"/>
    <p:sldId id="543" r:id="rId20"/>
    <p:sldId id="542" r:id="rId21"/>
    <p:sldId id="541" r:id="rId22"/>
    <p:sldId id="540" r:id="rId23"/>
    <p:sldId id="554" r:id="rId24"/>
    <p:sldId id="553" r:id="rId25"/>
    <p:sldId id="552" r:id="rId26"/>
    <p:sldId id="549" r:id="rId27"/>
    <p:sldId id="565" r:id="rId28"/>
    <p:sldId id="564" r:id="rId29"/>
    <p:sldId id="562" r:id="rId30"/>
    <p:sldId id="561" r:id="rId31"/>
    <p:sldId id="572" r:id="rId32"/>
    <p:sldId id="571" r:id="rId33"/>
    <p:sldId id="570" r:id="rId34"/>
    <p:sldId id="569" r:id="rId35"/>
    <p:sldId id="568" r:id="rId36"/>
    <p:sldId id="567" r:id="rId37"/>
    <p:sldId id="560" r:id="rId38"/>
    <p:sldId id="559" r:id="rId39"/>
    <p:sldId id="558" r:id="rId40"/>
    <p:sldId id="557" r:id="rId41"/>
    <p:sldId id="606" r:id="rId42"/>
    <p:sldId id="573" r:id="rId43"/>
    <p:sldId id="579" r:id="rId44"/>
    <p:sldId id="578" r:id="rId45"/>
    <p:sldId id="577" r:id="rId46"/>
    <p:sldId id="576" r:id="rId47"/>
    <p:sldId id="574" r:id="rId48"/>
    <p:sldId id="580" r:id="rId49"/>
    <p:sldId id="581" r:id="rId50"/>
    <p:sldId id="586" r:id="rId51"/>
    <p:sldId id="585" r:id="rId52"/>
    <p:sldId id="607" r:id="rId53"/>
    <p:sldId id="589" r:id="rId54"/>
    <p:sldId id="583" r:id="rId55"/>
    <p:sldId id="584" r:id="rId56"/>
    <p:sldId id="609" r:id="rId57"/>
    <p:sldId id="610" r:id="rId58"/>
    <p:sldId id="611" r:id="rId59"/>
    <p:sldId id="612" r:id="rId60"/>
    <p:sldId id="613" r:id="rId61"/>
    <p:sldId id="614" r:id="rId62"/>
    <p:sldId id="615" r:id="rId63"/>
  </p:sldIdLst>
  <p:sldSz cx="9144000" cy="6858000" type="screen4x3"/>
  <p:notesSz cx="6858000" cy="9144000"/>
  <p:defaultTextStyle>
    <a:defPPr>
      <a:defRPr lang="zh-CN"/>
    </a:defPPr>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2FDB2607-1784-4EEB-B798-7EB5836EED8A}">
        <p14:showMediaCtrls xmlns:p14="http://schemas.microsoft.com/office/powerpoint/2010/main" val="1"/>
      </p:ext>
    </p:extLst>
  </p:showPr>
  <p:clrMru>
    <a:srgbClr val="0066FF"/>
    <a:srgbClr val="FF99FF"/>
    <a:srgbClr val="FFCC99"/>
    <a:srgbClr val="FF3300"/>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88343"/>
  </p:normalViewPr>
  <p:slideViewPr>
    <p:cSldViewPr showGuides="1">
      <p:cViewPr varScale="1">
        <p:scale>
          <a:sx n="85" d="100"/>
          <a:sy n="85" d="100"/>
        </p:scale>
        <p:origin x="1306" y="53"/>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6" Type="http://schemas.openxmlformats.org/officeDocument/2006/relationships/tableStyles" Target="tableStyles.xml"/><Relationship Id="rId65" Type="http://schemas.openxmlformats.org/officeDocument/2006/relationships/viewProps" Target="viewProps.xml"/><Relationship Id="rId64" Type="http://schemas.openxmlformats.org/officeDocument/2006/relationships/presProps" Target="presProps.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notesMaster" Target="notesMasters/notesMaster1.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1.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4"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eaLnBrk="1" hangingPunct="1">
              <a:defRPr sz="1200" b="0">
                <a:solidFill>
                  <a:schemeClr val="tx1"/>
                </a:solidFill>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5" name="Rectangle 3"/>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lstStyle>
            <a:lvl1pPr algn="r" eaLnBrk="1" hangingPunct="1">
              <a:defRPr sz="1200" b="0">
                <a:solidFill>
                  <a:schemeClr val="tx1"/>
                </a:solidFill>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6" name="Rectangle 4"/>
          <p:cNvSpPr>
            <a:spLocks noGrp="1" noRot="1"/>
          </p:cNvSpPr>
          <p:nvPr>
            <p:ph type="sldImg" idx="2"/>
          </p:nvPr>
        </p:nvSpPr>
        <p:spPr>
          <a:xfrm>
            <a:off x="1143000" y="685800"/>
            <a:ext cx="4572000" cy="3429000"/>
          </a:xfrm>
          <a:prstGeom prst="rect">
            <a:avLst/>
          </a:prstGeom>
          <a:noFill/>
          <a:ln w="9525">
            <a:noFill/>
          </a:ln>
        </p:spPr>
      </p:sp>
      <p:sp>
        <p:nvSpPr>
          <p:cNvPr id="3077" name="Rectangle 5"/>
          <p:cNvSpPr>
            <a:spLocks noGrp="1" noRot="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8" name="Rectangle 6"/>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lstStyle>
            <a:lvl1pPr eaLnBrk="1" hangingPunct="1">
              <a:defRPr sz="1200" b="0">
                <a:solidFill>
                  <a:schemeClr val="tx1"/>
                </a:solidFill>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9" name="Rectangle 7"/>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lstStyle>
            <a:lvl1pPr algn="r" eaLnBrk="1" hangingPunct="1">
              <a:defRPr sz="1200" b="0">
                <a:solidFill>
                  <a:schemeClr val="tx1"/>
                </a:solidFill>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F7A953BD-8DD7-4F30-BF99-8A6ACB6FC307}" type="slidenum">
              <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幻灯片图像占位符 1"/>
          <p:cNvSpPr>
            <a:spLocks noGrp="1" noRot="1" noChangeAspect="1" noTextEdit="1"/>
          </p:cNvSpPr>
          <p:nvPr>
            <p:ph type="sldImg"/>
          </p:nvPr>
        </p:nvSpPr>
        <p:spPr>
          <a:ln/>
        </p:spPr>
      </p:sp>
      <p:sp>
        <p:nvSpPr>
          <p:cNvPr id="6147"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614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幻灯片图像占位符 1"/>
          <p:cNvSpPr>
            <a:spLocks noGrp="1" noRot="1" noChangeAspect="1" noTextEdit="1"/>
          </p:cNvSpPr>
          <p:nvPr>
            <p:ph type="sldImg"/>
          </p:nvPr>
        </p:nvSpPr>
        <p:spPr>
          <a:ln/>
        </p:spPr>
      </p:sp>
      <p:sp>
        <p:nvSpPr>
          <p:cNvPr id="57347"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5734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pic>
        <p:nvPicPr>
          <p:cNvPr id="2" name="Picture 4" descr="cover_01"/>
          <p:cNvPicPr>
            <a:picLocks noChangeAspect="1"/>
          </p:cNvPicPr>
          <p:nvPr/>
        </p:nvPicPr>
        <p:blipFill>
          <a:blip r:embed="rId2"/>
          <a:stretch>
            <a:fillRect/>
          </a:stretch>
        </p:blipFill>
        <p:spPr>
          <a:xfrm>
            <a:off x="-26987" y="0"/>
            <a:ext cx="7380287" cy="6858000"/>
          </a:xfrm>
          <a:prstGeom prst="rect">
            <a:avLst/>
          </a:prstGeom>
          <a:noFill/>
          <a:ln w="9525">
            <a:noFill/>
          </a:ln>
        </p:spPr>
      </p:pic>
      <p:sp>
        <p:nvSpPr>
          <p:cNvPr id="2050" name="Rectangle 2"/>
          <p:cNvSpPr>
            <a:spLocks noGrp="1" noChangeArrowheads="1"/>
          </p:cNvSpPr>
          <p:nvPr>
            <p:ph type="ctrTitle"/>
          </p:nvPr>
        </p:nvSpPr>
        <p:spPr>
          <a:xfrm>
            <a:off x="2555776" y="2132856"/>
            <a:ext cx="6156424" cy="673844"/>
          </a:xfrm>
          <a:effectLst>
            <a:outerShdw dist="17961" dir="2700000" algn="ctr" rotWithShape="0">
              <a:srgbClr val="777777"/>
            </a:outerShdw>
          </a:effectLst>
        </p:spPr>
        <p:txBody>
          <a:bodyPr/>
          <a:lstStyle>
            <a:lvl1pPr>
              <a:defRPr sz="4400">
                <a:solidFill>
                  <a:schemeClr val="accent2"/>
                </a:solidFill>
                <a:latin typeface="Arial" panose="020B0604020202020204" pitchFamily="34" charset="0"/>
              </a:defRPr>
            </a:lvl1pPr>
          </a:lstStyle>
          <a:p>
            <a:pPr lvl="0"/>
            <a:endParaRPr lang="zh-CN" altLang="zh-CN" noProof="0"/>
          </a:p>
        </p:txBody>
      </p:sp>
      <p:sp>
        <p:nvSpPr>
          <p:cNvPr id="2051" name="Rectangle 3"/>
          <p:cNvSpPr>
            <a:spLocks noGrp="1" noChangeArrowheads="1"/>
          </p:cNvSpPr>
          <p:nvPr>
            <p:ph type="subTitle" idx="1"/>
          </p:nvPr>
        </p:nvSpPr>
        <p:spPr>
          <a:xfrm>
            <a:off x="3923928" y="3212976"/>
            <a:ext cx="3744416" cy="864096"/>
          </a:xfrm>
        </p:spPr>
        <p:txBody>
          <a:bodyPr/>
          <a:lstStyle>
            <a:lvl1pPr marL="0" indent="0" algn="ctr">
              <a:lnSpc>
                <a:spcPct val="100000"/>
              </a:lnSpc>
              <a:spcBef>
                <a:spcPct val="0"/>
              </a:spcBef>
              <a:buClrTx/>
              <a:buSzTx/>
              <a:buFontTx/>
              <a:buNone/>
              <a:defRPr sz="2800" b="1">
                <a:effectLst>
                  <a:outerShdw blurRad="38100" dist="38100" dir="2700000" algn="tl">
                    <a:srgbClr val="C0C0C0"/>
                  </a:outerShdw>
                </a:effectLst>
              </a:defRPr>
            </a:lvl1pPr>
          </a:lstStyle>
          <a:p>
            <a:pPr lvl="0"/>
            <a:r>
              <a:rPr lang="zh-CN" noProof="0" dirty="0"/>
              <a:t>单击此处编辑母版副标题样式</a:t>
            </a:r>
            <a:endParaRPr lang="zh-CN" noProof="0" dirty="0"/>
          </a:p>
        </p:txBody>
      </p:sp>
    </p:spTree>
  </p:cSld>
  <p:clrMapOvr>
    <a:masterClrMapping/>
  </p:clrMapOvr>
  <p:transition spd="med">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827584" y="1380248"/>
            <a:ext cx="7391400" cy="2283702"/>
          </a:xfrm>
        </p:spPr>
        <p:txBody>
          <a:bodyPr/>
          <a:lstStyle>
            <a:lvl1pPr>
              <a:defRPr sz="2400">
                <a:latin typeface="华文中宋" panose="02010600040101010101" pitchFamily="2" charset="-122"/>
                <a:ea typeface="华文中宋" panose="02010600040101010101" pitchFamily="2" charset="-122"/>
              </a:defRPr>
            </a:lvl1pPr>
            <a:lvl2pPr>
              <a:defRPr sz="2000">
                <a:latin typeface="华文中宋" panose="02010600040101010101" pitchFamily="2" charset="-122"/>
                <a:ea typeface="华文中宋" panose="02010600040101010101" pitchFamily="2" charset="-122"/>
              </a:defRPr>
            </a:lvl2pPr>
            <a:lvl3pPr>
              <a:defRPr sz="1800">
                <a:latin typeface="华文中宋" panose="02010600040101010101" pitchFamily="2" charset="-122"/>
                <a:ea typeface="华文中宋" panose="02010600040101010101" pitchFamily="2" charset="-122"/>
              </a:defRPr>
            </a:lvl3pPr>
            <a:lvl4pPr>
              <a:defRPr sz="1600">
                <a:latin typeface="华文中宋" panose="02010600040101010101" pitchFamily="2" charset="-122"/>
                <a:ea typeface="华文中宋" panose="02010600040101010101" pitchFamily="2" charset="-122"/>
              </a:defRPr>
            </a:lvl4pPr>
            <a:lvl5pPr>
              <a:defRPr sz="1400">
                <a:latin typeface="华文中宋" panose="02010600040101010101" pitchFamily="2" charset="-122"/>
                <a:ea typeface="华文中宋" panose="02010600040101010101" pitchFamily="2"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A9DF4DAA-9D73-4981-AF79-83EDA43AD3E1}"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A9DF4DAA-9D73-4981-AF79-83EDA43AD3E1}"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914400" y="1524000"/>
            <a:ext cx="3619500" cy="19780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86300" y="1524000"/>
            <a:ext cx="3619500" cy="19780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A9DF4DAA-9D73-4981-AF79-83EDA43AD3E1}"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页脚占位符 6"/>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A9DF4DAA-9D73-4981-AF79-83EDA43AD3E1}"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页脚占位符 2"/>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A9DF4DAA-9D73-4981-AF79-83EDA43AD3E1}"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A9DF4DAA-9D73-4981-AF79-83EDA43AD3E1}"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A9DF4DAA-9D73-4981-AF79-83EDA43AD3E1}"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sp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A9DF4DAA-9D73-4981-AF79-83EDA43AD3E1}"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A9DF4DAA-9D73-4981-AF79-83EDA43AD3E1}"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418263" y="260350"/>
            <a:ext cx="1887537" cy="324167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0" y="260350"/>
            <a:ext cx="5510213" cy="324167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A9DF4DAA-9D73-4981-AF79-83EDA43AD3E1}"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755650" y="260350"/>
            <a:ext cx="7086600" cy="6858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914400" y="1524000"/>
            <a:ext cx="3619500" cy="197802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86300" y="1524000"/>
            <a:ext cx="3619500" cy="197802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A9DF4DAA-9D73-4981-AF79-83EDA43AD3E1}"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755650" y="260350"/>
            <a:ext cx="7086600" cy="685800"/>
          </a:xfrm>
        </p:spPr>
        <p:txBody>
          <a:bodyPr/>
          <a:lstStyle/>
          <a:p>
            <a:r>
              <a:rPr lang="zh-CN" altLang="en-US"/>
              <a:t>单击此处编辑母版标题样式</a:t>
            </a:r>
            <a:endParaRPr lang="zh-CN" altLang="en-US"/>
          </a:p>
        </p:txBody>
      </p:sp>
      <p:sp>
        <p:nvSpPr>
          <p:cNvPr id="3" name="内容占位符 2"/>
          <p:cNvSpPr>
            <a:spLocks noGrp="1"/>
          </p:cNvSpPr>
          <p:nvPr>
            <p:ph sz="quarter" idx="1"/>
          </p:nvPr>
        </p:nvSpPr>
        <p:spPr>
          <a:xfrm>
            <a:off x="914400" y="1524000"/>
            <a:ext cx="3619500" cy="91281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86300" y="1524000"/>
            <a:ext cx="3619500" cy="91281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914400" y="2589213"/>
            <a:ext cx="3619500" cy="912812"/>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内容占位符 5"/>
          <p:cNvSpPr>
            <a:spLocks noGrp="1"/>
          </p:cNvSpPr>
          <p:nvPr>
            <p:ph sz="quarter" idx="4"/>
          </p:nvPr>
        </p:nvSpPr>
        <p:spPr>
          <a:xfrm>
            <a:off x="4686300" y="2589213"/>
            <a:ext cx="3619500" cy="912812"/>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页脚占位符 6"/>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A9DF4DAA-9D73-4981-AF79-83EDA43AD3E1}"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OverTx" preserve="1">
  <p:cSld name="标题和内容在文本之上">
    <p:spTree>
      <p:nvGrpSpPr>
        <p:cNvPr id="1" name=""/>
        <p:cNvGrpSpPr/>
        <p:nvPr/>
      </p:nvGrpSpPr>
      <p:grpSpPr>
        <a:xfrm>
          <a:off x="0" y="0"/>
          <a:ext cx="0" cy="0"/>
          <a:chOff x="0" y="0"/>
          <a:chExt cx="0" cy="0"/>
        </a:xfrm>
      </p:grpSpPr>
      <p:sp>
        <p:nvSpPr>
          <p:cNvPr id="2" name="标题 1"/>
          <p:cNvSpPr>
            <a:spLocks noGrp="1"/>
          </p:cNvSpPr>
          <p:nvPr>
            <p:ph type="title"/>
          </p:nvPr>
        </p:nvSpPr>
        <p:spPr>
          <a:xfrm>
            <a:off x="755650" y="260350"/>
            <a:ext cx="7086600" cy="685800"/>
          </a:xfr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914400" y="1524000"/>
            <a:ext cx="7391400" cy="91281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914400" y="2589213"/>
            <a:ext cx="7391400" cy="912812"/>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A9DF4DAA-9D73-4981-AF79-83EDA43AD3E1}"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755650" y="260350"/>
            <a:ext cx="7550150" cy="32416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3" name="页脚占位符 2"/>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A9DF4DAA-9D73-4981-AF79-83EDA43AD3E1}"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image" Target="../media/image2.png"/><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Grp="1"/>
          </p:cNvSpPr>
          <p:nvPr>
            <p:ph type="title"/>
          </p:nvPr>
        </p:nvSpPr>
        <p:spPr>
          <a:xfrm>
            <a:off x="1476375" y="260350"/>
            <a:ext cx="6365875" cy="685800"/>
          </a:xfrm>
          <a:prstGeom prst="rect">
            <a:avLst/>
          </a:prstGeom>
          <a:noFill/>
          <a:ln w="9525">
            <a:noFill/>
          </a:ln>
          <a:effectLst>
            <a:outerShdw dist="17961" dir="2699999" algn="ctr" rotWithShape="0">
              <a:srgbClr val="DDDDDD"/>
            </a:outerShdw>
          </a:effectLst>
        </p:spPr>
        <p:txBody>
          <a:bodyPr anchor="ctr" anchorCtr="0"/>
          <a:p>
            <a:pPr lvl="0"/>
            <a:r>
              <a:rPr lang="zh-CN" altLang="zh-CN" dirty="0"/>
              <a:t>单击此处编辑母版标题样式</a:t>
            </a:r>
            <a:endParaRPr lang="zh-CN" altLang="zh-CN" dirty="0"/>
          </a:p>
        </p:txBody>
      </p:sp>
      <p:sp>
        <p:nvSpPr>
          <p:cNvPr id="1027" name="Rectangle 3"/>
          <p:cNvSpPr>
            <a:spLocks noGrp="1"/>
          </p:cNvSpPr>
          <p:nvPr>
            <p:ph type="body" idx="1"/>
          </p:nvPr>
        </p:nvSpPr>
        <p:spPr>
          <a:xfrm>
            <a:off x="827088" y="1412875"/>
            <a:ext cx="7391400" cy="1978025"/>
          </a:xfrm>
          <a:prstGeom prst="rect">
            <a:avLst/>
          </a:prstGeom>
          <a:noFill/>
          <a:ln w="9525">
            <a:noFill/>
          </a:ln>
        </p:spPr>
        <p:txBody>
          <a:bodyPr>
            <a:spAutoFit/>
          </a:bodyPr>
          <a:p>
            <a:pPr lvl="0"/>
            <a:r>
              <a:rPr lang="zh-CN" altLang="zh-CN" dirty="0"/>
              <a:t>单击此处编辑母版文本样式</a:t>
            </a:r>
            <a:endParaRPr lang="zh-CN" altLang="zh-CN" dirty="0"/>
          </a:p>
          <a:p>
            <a:pPr lvl="1"/>
            <a:r>
              <a:rPr lang="zh-CN" altLang="zh-CN" dirty="0"/>
              <a:t>第二级</a:t>
            </a:r>
            <a:endParaRPr lang="zh-CN" altLang="zh-CN" dirty="0"/>
          </a:p>
          <a:p>
            <a:pPr lvl="2"/>
            <a:r>
              <a:rPr lang="zh-CN" altLang="zh-CN" dirty="0"/>
              <a:t>第三级</a:t>
            </a:r>
            <a:endParaRPr lang="zh-CN" altLang="zh-CN" dirty="0"/>
          </a:p>
          <a:p>
            <a:pPr lvl="3"/>
            <a:r>
              <a:rPr lang="zh-CN" altLang="zh-CN" dirty="0"/>
              <a:t>第四级</a:t>
            </a:r>
            <a:endParaRPr lang="zh-CN" altLang="zh-CN" dirty="0"/>
          </a:p>
          <a:p>
            <a:pPr lvl="4"/>
            <a:r>
              <a:rPr lang="zh-CN" altLang="zh-CN" dirty="0"/>
              <a:t>第五级</a:t>
            </a:r>
            <a:endParaRPr lang="zh-CN" altLang="zh-CN" dirty="0"/>
          </a:p>
        </p:txBody>
      </p:sp>
      <p:sp>
        <p:nvSpPr>
          <p:cNvPr id="1028" name="Line 4"/>
          <p:cNvSpPr/>
          <p:nvPr/>
        </p:nvSpPr>
        <p:spPr>
          <a:xfrm flipV="1">
            <a:off x="381000" y="954088"/>
            <a:ext cx="8294688" cy="36512"/>
          </a:xfrm>
          <a:prstGeom prst="line">
            <a:avLst/>
          </a:prstGeom>
          <a:ln w="38100" cap="flat" cmpd="sng">
            <a:solidFill>
              <a:srgbClr val="0066FF"/>
            </a:solidFill>
            <a:prstDash val="solid"/>
            <a:headEnd type="none" w="med" len="med"/>
            <a:tailEnd type="none" w="med" len="med"/>
          </a:ln>
        </p:spPr>
      </p:sp>
      <p:sp>
        <p:nvSpPr>
          <p:cNvPr id="1029" name="Rectangle 5"/>
          <p:cNvSpPr>
            <a:spLocks noGrp="1" noChangeArrowheads="1"/>
          </p:cNvSpPr>
          <p:nvPr>
            <p:ph type="ftr" sz="quarter" idx="3"/>
          </p:nvPr>
        </p:nvSpPr>
        <p:spPr bwMode="auto">
          <a:xfrm>
            <a:off x="7812088" y="6381750"/>
            <a:ext cx="1331913" cy="476250"/>
          </a:xfrm>
          <a:prstGeom prst="rect">
            <a:avLst/>
          </a:prstGeom>
          <a:noFill/>
          <a:ln>
            <a:noFill/>
          </a:ln>
          <a:effectLst/>
        </p:spPr>
        <p:txBody>
          <a:bodyPr vert="horz" wrap="square" lIns="91440" tIns="45720" rIns="91440" bIns="45720" numCol="1" anchor="t" anchorCtr="0" compatLnSpc="1"/>
          <a:lstStyle>
            <a:lvl1pPr algn="ctr" eaLnBrk="1" hangingPunct="1">
              <a:defRPr sz="1800">
                <a:latin typeface="Times New Roman" panose="02020603050405020304" pitchFamily="18"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A9DF4DAA-9D73-4981-AF79-83EDA43AD3E1}"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
        <p:nvSpPr>
          <p:cNvPr id="1030" name="Rectangle 7"/>
          <p:cNvSpPr>
            <a:spLocks noChangeArrowheads="1"/>
          </p:cNvSpPr>
          <p:nvPr/>
        </p:nvSpPr>
        <p:spPr bwMode="auto">
          <a:xfrm rot="10800000" flipH="1" flipV="1">
            <a:off x="0" y="6413500"/>
            <a:ext cx="5715000" cy="39688"/>
          </a:xfrm>
          <a:prstGeom prst="rect">
            <a:avLst/>
          </a:prstGeom>
          <a:gradFill flip="none" rotWithShape="1">
            <a:gsLst>
              <a:gs pos="0">
                <a:srgbClr val="0066FF"/>
              </a:gs>
              <a:gs pos="100000">
                <a:srgbClr val="FFFFFF"/>
              </a:gs>
            </a:gsLst>
            <a:lin ang="0" scaled="1"/>
            <a:tileRect/>
          </a:gradFill>
          <a:ln w="9525">
            <a:noFill/>
            <a:miter lim="800000"/>
          </a:ln>
          <a:effectLst/>
        </p:spPr>
        <p:txBody>
          <a:bodyPr wrap="none" anchor="ctr"/>
          <a:lstStyle>
            <a:lvl1pPr eaLnBrk="0" hangingPunct="0">
              <a:defRPr sz="2400" b="1">
                <a:solidFill>
                  <a:schemeClr val="accent2"/>
                </a:solidFill>
                <a:latin typeface="华文中宋" panose="02010600040101010101" pitchFamily="2" charset="-122"/>
                <a:ea typeface="华文中宋" panose="02010600040101010101" pitchFamily="2" charset="-122"/>
              </a:defRPr>
            </a:lvl1pPr>
            <a:lvl2pPr marL="742950" indent="-285750" eaLnBrk="0" hangingPunct="0">
              <a:defRPr sz="2400" b="1">
                <a:solidFill>
                  <a:schemeClr val="accent2"/>
                </a:solidFill>
                <a:latin typeface="华文中宋" panose="02010600040101010101" pitchFamily="2" charset="-122"/>
                <a:ea typeface="华文中宋" panose="02010600040101010101" pitchFamily="2" charset="-122"/>
              </a:defRPr>
            </a:lvl2pPr>
            <a:lvl3pPr marL="1143000" indent="-228600" eaLnBrk="0" hangingPunct="0">
              <a:defRPr sz="2400" b="1">
                <a:solidFill>
                  <a:schemeClr val="accent2"/>
                </a:solidFill>
                <a:latin typeface="华文中宋" panose="02010600040101010101" pitchFamily="2" charset="-122"/>
                <a:ea typeface="华文中宋" panose="02010600040101010101" pitchFamily="2" charset="-122"/>
              </a:defRPr>
            </a:lvl3pPr>
            <a:lvl4pPr marL="1600200" indent="-228600" eaLnBrk="0" hangingPunct="0">
              <a:defRPr sz="2400" b="1">
                <a:solidFill>
                  <a:schemeClr val="accent2"/>
                </a:solidFill>
                <a:latin typeface="华文中宋" panose="02010600040101010101" pitchFamily="2" charset="-122"/>
                <a:ea typeface="华文中宋" panose="02010600040101010101" pitchFamily="2" charset="-122"/>
              </a:defRPr>
            </a:lvl4pPr>
            <a:lvl5pPr marL="2057400" indent="-228600" eaLnBrk="0" hangingPunct="0">
              <a:defRPr sz="2400" b="1">
                <a:solidFill>
                  <a:schemeClr val="accent2"/>
                </a:solidFill>
                <a:latin typeface="华文中宋" panose="02010600040101010101" pitchFamily="2" charset="-122"/>
                <a:ea typeface="华文中宋" panose="02010600040101010101" pitchFamily="2" charset="-122"/>
              </a:defRPr>
            </a:lvl5pPr>
            <a:lvl6pPr marL="25146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6pPr>
            <a:lvl7pPr marL="29718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7pPr>
            <a:lvl8pPr marL="34290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8pPr>
            <a:lvl9pPr marL="38862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accent2"/>
              </a:solidFill>
              <a:effectLst/>
              <a:uLnTx/>
              <a:uFillTx/>
              <a:latin typeface="华文中宋" panose="02010600040101010101" pitchFamily="2" charset="-122"/>
              <a:ea typeface="华文中宋" panose="02010600040101010101" pitchFamily="2" charset="-122"/>
              <a:cs typeface="+mn-cs"/>
            </a:endParaRPr>
          </a:p>
        </p:txBody>
      </p:sp>
      <p:sp>
        <p:nvSpPr>
          <p:cNvPr id="1033" name="Text Box 9"/>
          <p:cNvSpPr txBox="1">
            <a:spLocks noChangeArrowheads="1"/>
          </p:cNvSpPr>
          <p:nvPr/>
        </p:nvSpPr>
        <p:spPr bwMode="auto">
          <a:xfrm>
            <a:off x="539750" y="6380163"/>
            <a:ext cx="2540000" cy="415925"/>
          </a:xfrm>
          <a:prstGeom prst="rect">
            <a:avLst/>
          </a:prstGeom>
          <a:noFill/>
          <a:ln>
            <a:noFill/>
          </a:ln>
          <a:effectLst/>
        </p:spPr>
        <p:txBody>
          <a:bodyPr lIns="0" tIns="0" rIns="0" bIns="0" anchor="ctr">
            <a:spAutoFit/>
          </a:bodyPr>
          <a:lstStyle/>
          <a:p>
            <a:pPr marL="0" marR="0" lvl="0" indent="0" algn="l" defTabSz="914400" rtl="0" eaLnBrk="1" fontAlgn="base" latinLnBrk="0" hangingPunct="1">
              <a:lnSpc>
                <a:spcPct val="150000"/>
              </a:lnSpc>
              <a:spcBef>
                <a:spcPct val="50000"/>
              </a:spcBef>
              <a:spcAft>
                <a:spcPct val="50000"/>
              </a:spcAft>
              <a:buClrTx/>
              <a:buSzTx/>
              <a:buFontTx/>
              <a:buNone/>
              <a:defRPr/>
            </a:pPr>
            <a:r>
              <a:rPr kumimoji="0" lang="en-US" altLang="zh-CN" sz="1800" b="0"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mn-cs"/>
              </a:rPr>
              <a:t>《</a:t>
            </a:r>
            <a:r>
              <a:rPr kumimoji="0" lang="zh-CN" altLang="en-US" sz="1800" b="0"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mn-cs"/>
              </a:rPr>
              <a:t>软件工程与安全</a:t>
            </a:r>
            <a:r>
              <a:rPr kumimoji="0" lang="en-US" altLang="zh-CN" sz="1800" b="0"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mn-cs"/>
              </a:rPr>
              <a:t>》</a:t>
            </a:r>
            <a:endParaRPr kumimoji="0" lang="zh-CN" sz="1800" b="0"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mn-cs"/>
            </a:endParaRPr>
          </a:p>
        </p:txBody>
      </p:sp>
      <p:pic>
        <p:nvPicPr>
          <p:cNvPr id="1032" name="图片 1"/>
          <p:cNvPicPr>
            <a:picLocks noChangeAspect="1"/>
          </p:cNvPicPr>
          <p:nvPr userDrawn="1"/>
        </p:nvPicPr>
        <p:blipFill>
          <a:blip r:embed="rId16"/>
          <a:stretch>
            <a:fillRect/>
          </a:stretch>
        </p:blipFill>
        <p:spPr>
          <a:xfrm>
            <a:off x="8294688" y="71438"/>
            <a:ext cx="763587" cy="765175"/>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ransition spd="med">
    <p:fade/>
  </p:transition>
  <p:hf sldNum="0" hdr="0" ftr="0" dt="0"/>
  <p:txStyles>
    <p:titleStyle>
      <a:lvl1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cs typeface="+mj-cs"/>
        </a:defRPr>
      </a:lvl1pPr>
      <a:lvl2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defRPr>
      </a:lvl2pPr>
      <a:lvl3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defRPr>
      </a:lvl3pPr>
      <a:lvl4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defRPr>
      </a:lvl4pPr>
      <a:lvl5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defRPr>
      </a:lvl5pPr>
      <a:lvl6pPr marL="457200" algn="ctr" rtl="0" fontAlgn="base">
        <a:spcBef>
          <a:spcPct val="0"/>
        </a:spcBef>
        <a:spcAft>
          <a:spcPct val="0"/>
        </a:spcAft>
        <a:defRPr sz="2800" b="1">
          <a:solidFill>
            <a:srgbClr val="333399"/>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sz="2800" b="1">
          <a:solidFill>
            <a:srgbClr val="333399"/>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sz="2800" b="1">
          <a:solidFill>
            <a:srgbClr val="333399"/>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sz="2800" b="1">
          <a:solidFill>
            <a:srgbClr val="333399"/>
          </a:solidFill>
          <a:latin typeface="Times New Roman" panose="02020603050405020304" pitchFamily="18" charset="0"/>
          <a:ea typeface="宋体" panose="02010600030101010101" pitchFamily="2" charset="-122"/>
        </a:defRPr>
      </a:lvl9pPr>
    </p:titleStyle>
    <p:body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vl6pPr marL="2386330" indent="-228600" algn="just" rtl="0" fontAlgn="base">
        <a:lnSpc>
          <a:spcPct val="140000"/>
        </a:lnSpc>
        <a:spcBef>
          <a:spcPct val="20000"/>
        </a:spcBef>
        <a:spcAft>
          <a:spcPct val="0"/>
        </a:spcAft>
        <a:buChar char="»"/>
        <a:defRPr sz="1200">
          <a:solidFill>
            <a:schemeClr val="tx1"/>
          </a:solidFill>
          <a:latin typeface="+mn-lt"/>
          <a:ea typeface="+mn-ea"/>
        </a:defRPr>
      </a:lvl6pPr>
      <a:lvl7pPr marL="2843530" indent="-228600" algn="just" rtl="0" fontAlgn="base">
        <a:lnSpc>
          <a:spcPct val="140000"/>
        </a:lnSpc>
        <a:spcBef>
          <a:spcPct val="20000"/>
        </a:spcBef>
        <a:spcAft>
          <a:spcPct val="0"/>
        </a:spcAft>
        <a:buChar char="»"/>
        <a:defRPr sz="1200">
          <a:solidFill>
            <a:schemeClr val="tx1"/>
          </a:solidFill>
          <a:latin typeface="+mn-lt"/>
          <a:ea typeface="+mn-ea"/>
        </a:defRPr>
      </a:lvl7pPr>
      <a:lvl8pPr marL="3300730" indent="-228600" algn="just" rtl="0" fontAlgn="base">
        <a:lnSpc>
          <a:spcPct val="140000"/>
        </a:lnSpc>
        <a:spcBef>
          <a:spcPct val="20000"/>
        </a:spcBef>
        <a:spcAft>
          <a:spcPct val="0"/>
        </a:spcAft>
        <a:buChar char="»"/>
        <a:defRPr sz="1200">
          <a:solidFill>
            <a:schemeClr val="tx1"/>
          </a:solidFill>
          <a:latin typeface="+mn-lt"/>
          <a:ea typeface="+mn-ea"/>
        </a:defRPr>
      </a:lvl8pPr>
      <a:lvl9pPr marL="3757930" indent="-228600" algn="just" rtl="0" fontAlgn="base">
        <a:lnSpc>
          <a:spcPct val="140000"/>
        </a:lnSpc>
        <a:spcBef>
          <a:spcPct val="20000"/>
        </a:spcBef>
        <a:spcAft>
          <a:spcPct val="0"/>
        </a:spcAft>
        <a:buChar char="»"/>
        <a:defRPr sz="12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3.emf"/><Relationship Id="rId1" Type="http://schemas.openxmlformats.org/officeDocument/2006/relationships/oleObject" Target="../embeddings/oleObject1.bin"/></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4.emf"/><Relationship Id="rId1" Type="http://schemas.openxmlformats.org/officeDocument/2006/relationships/oleObject" Target="../embeddings/oleObject2.bin"/></Relationships>
</file>

<file path=ppt/slides/_rels/slide12.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4.emf"/><Relationship Id="rId1" Type="http://schemas.openxmlformats.org/officeDocument/2006/relationships/oleObject" Target="../embeddings/oleObject3.bin"/></Relationships>
</file>

<file path=ppt/slides/_rels/slide13.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4.emf"/><Relationship Id="rId1" Type="http://schemas.openxmlformats.org/officeDocument/2006/relationships/oleObject" Target="../embeddings/oleObject4.bin"/></Relationships>
</file>

<file path=ppt/slides/_rels/slide14.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2.xml"/><Relationship Id="rId2" Type="http://schemas.openxmlformats.org/officeDocument/2006/relationships/image" Target="../media/image4.emf"/><Relationship Id="rId1" Type="http://schemas.openxmlformats.org/officeDocument/2006/relationships/oleObject" Target="../embeddings/oleObject5.bin"/></Relationships>
</file>

<file path=ppt/slides/_rels/slide15.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2.xml"/><Relationship Id="rId2" Type="http://schemas.openxmlformats.org/officeDocument/2006/relationships/image" Target="../media/image4.emf"/><Relationship Id="rId1" Type="http://schemas.openxmlformats.org/officeDocument/2006/relationships/oleObject" Target="../embeddings/oleObject6.bin"/></Relationships>
</file>

<file path=ppt/slides/_rels/slide16.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2.xml"/><Relationship Id="rId2" Type="http://schemas.openxmlformats.org/officeDocument/2006/relationships/image" Target="../media/image4.emf"/><Relationship Id="rId1" Type="http://schemas.openxmlformats.org/officeDocument/2006/relationships/oleObject" Target="../embeddings/oleObject7.bin"/></Relationships>
</file>

<file path=ppt/slides/_rels/slide17.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2.xml"/><Relationship Id="rId2" Type="http://schemas.openxmlformats.org/officeDocument/2006/relationships/image" Target="../media/image4.emf"/><Relationship Id="rId1" Type="http://schemas.openxmlformats.org/officeDocument/2006/relationships/oleObject" Target="../embeddings/oleObject8.bin"/></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38.xml.rels><?xml version="1.0" encoding="UTF-8" standalone="yes"?>
<Relationships xmlns="http://schemas.openxmlformats.org/package/2006/relationships"><Relationship Id="rId4" Type="http://schemas.openxmlformats.org/officeDocument/2006/relationships/vmlDrawing" Target="../drawings/vmlDrawing9.vml"/><Relationship Id="rId3" Type="http://schemas.openxmlformats.org/officeDocument/2006/relationships/slideLayout" Target="../slideLayouts/slideLayout2.xml"/><Relationship Id="rId2" Type="http://schemas.openxmlformats.org/officeDocument/2006/relationships/image" Target="../media/image7.emf"/><Relationship Id="rId1" Type="http://schemas.openxmlformats.org/officeDocument/2006/relationships/oleObject" Target="../embeddings/oleObject9.bin"/></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4" Type="http://schemas.openxmlformats.org/officeDocument/2006/relationships/vmlDrawing" Target="../drawings/vmlDrawing10.vml"/><Relationship Id="rId3" Type="http://schemas.openxmlformats.org/officeDocument/2006/relationships/slideLayout" Target="../slideLayouts/slideLayout2.xml"/><Relationship Id="rId2" Type="http://schemas.openxmlformats.org/officeDocument/2006/relationships/image" Target="../media/image8.emf"/><Relationship Id="rId1" Type="http://schemas.openxmlformats.org/officeDocument/2006/relationships/oleObject" Target="../embeddings/oleObject10.bin"/></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4" Type="http://schemas.openxmlformats.org/officeDocument/2006/relationships/vmlDrawing" Target="../drawings/vmlDrawing11.vml"/><Relationship Id="rId3" Type="http://schemas.openxmlformats.org/officeDocument/2006/relationships/slideLayout" Target="../slideLayouts/slideLayout2.xml"/><Relationship Id="rId2" Type="http://schemas.openxmlformats.org/officeDocument/2006/relationships/image" Target="../media/image9.emf"/><Relationship Id="rId1" Type="http://schemas.openxmlformats.org/officeDocument/2006/relationships/oleObject" Target="../embeddings/oleObject11.bin"/></Relationships>
</file>

<file path=ppt/slides/_rels/slide46.xml.rels><?xml version="1.0" encoding="UTF-8" standalone="yes"?>
<Relationships xmlns="http://schemas.openxmlformats.org/package/2006/relationships"><Relationship Id="rId4" Type="http://schemas.openxmlformats.org/officeDocument/2006/relationships/vmlDrawing" Target="../drawings/vmlDrawing12.vml"/><Relationship Id="rId3" Type="http://schemas.openxmlformats.org/officeDocument/2006/relationships/slideLayout" Target="../slideLayouts/slideLayout2.xml"/><Relationship Id="rId2" Type="http://schemas.openxmlformats.org/officeDocument/2006/relationships/image" Target="../media/image10.emf"/><Relationship Id="rId1" Type="http://schemas.openxmlformats.org/officeDocument/2006/relationships/oleObject" Target="../embeddings/oleObject12.bin"/></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4" Type="http://schemas.openxmlformats.org/officeDocument/2006/relationships/vmlDrawing" Target="../drawings/vmlDrawing13.vml"/><Relationship Id="rId3" Type="http://schemas.openxmlformats.org/officeDocument/2006/relationships/slideLayout" Target="../slideLayouts/slideLayout2.xml"/><Relationship Id="rId2" Type="http://schemas.openxmlformats.org/officeDocument/2006/relationships/image" Target="../media/image11.emf"/><Relationship Id="rId1" Type="http://schemas.openxmlformats.org/officeDocument/2006/relationships/oleObject" Target="../embeddings/oleObject13.bin"/></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标题 4"/>
          <p:cNvSpPr>
            <a:spLocks noGrp="1" noChangeArrowheads="1"/>
          </p:cNvSpPr>
          <p:nvPr>
            <p:ph type="ctrTitle"/>
          </p:nvPr>
        </p:nvSpPr>
        <p:spPr>
          <a:xfrm>
            <a:off x="1763713" y="2133600"/>
            <a:ext cx="6156325" cy="673100"/>
          </a:xfrm>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smtClean="0">
                <a:ln>
                  <a:noFill/>
                </a:ln>
                <a:solidFill>
                  <a:schemeClr val="accent6"/>
                </a:solidFill>
                <a:effectLst/>
                <a:uLnTx/>
                <a:uFillTx/>
                <a:latin typeface="华文中宋" panose="02010600040101010101" pitchFamily="2" charset="-122"/>
                <a:ea typeface="华文中宋" panose="02010600040101010101" pitchFamily="2" charset="-122"/>
                <a:cs typeface="+mj-cs"/>
              </a:rPr>
              <a:t>第十二章   </a:t>
            </a:r>
            <a:r>
              <a:rPr kumimoji="0" lang="zh-CN" altLang="en-US" sz="4400" b="1" i="0" u="none" strike="noStrike" kern="0" cap="none" spc="0" normalizeH="0" baseline="0" noProof="0" dirty="0">
                <a:ln>
                  <a:noFill/>
                </a:ln>
                <a:solidFill>
                  <a:schemeClr val="accent6"/>
                </a:solidFill>
                <a:effectLst/>
                <a:uLnTx/>
                <a:uFillTx/>
                <a:latin typeface="华文中宋" panose="02010600040101010101" pitchFamily="2" charset="-122"/>
                <a:ea typeface="华文中宋" panose="02010600040101010101" pitchFamily="2" charset="-122"/>
                <a:cs typeface="+mj-cs"/>
              </a:rPr>
              <a:t>软件测试</a:t>
            </a:r>
            <a:endParaRPr kumimoji="0" lang="zh-CN" altLang="en-US" sz="4400" b="1" i="0" u="none" strike="noStrike" kern="0" cap="none" spc="0" normalizeH="0" baseline="0" noProof="0" dirty="0">
              <a:ln>
                <a:noFill/>
              </a:ln>
              <a:solidFill>
                <a:schemeClr val="accent6"/>
              </a:solidFill>
              <a:effectLst/>
              <a:uLnTx/>
              <a:uFillTx/>
              <a:latin typeface="华文中宋" panose="02010600040101010101" pitchFamily="2" charset="-122"/>
              <a:ea typeface="华文中宋" panose="02010600040101010101" pitchFamily="2" charset="-122"/>
              <a:cs typeface="+mj-cs"/>
            </a:endParaRPr>
          </a:p>
        </p:txBody>
      </p:sp>
      <p:sp>
        <p:nvSpPr>
          <p:cNvPr id="4099"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
        <p:nvSpPr>
          <p:cNvPr id="5" name="副标题 5"/>
          <p:cNvSpPr>
            <a:spLocks noGrp="1"/>
          </p:cNvSpPr>
          <p:nvPr>
            <p:ph type="subTitle" idx="1"/>
          </p:nvPr>
        </p:nvSpPr>
        <p:spPr>
          <a:xfrm>
            <a:off x="2843213" y="3892550"/>
            <a:ext cx="3743325" cy="523875"/>
          </a:xfrm>
        </p:spPr>
        <p:txBody>
          <a:bodyPr vert="horz" wrap="square" lIns="91440" tIns="45720" rIns="91440" bIns="45720" numCol="1" anchor="t" anchorCtr="0" compatLnSpc="1">
            <a:spAutoFit/>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软件编码</a:t>
            </a:r>
            <a:endPar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endParaRPr>
          </a:p>
        </p:txBody>
      </p:sp>
      <p:sp>
        <p:nvSpPr>
          <p:cNvPr id="5123"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5124" name="内容占位符 1"/>
          <p:cNvSpPr>
            <a:spLocks noGrp="1"/>
          </p:cNvSpPr>
          <p:nvPr>
            <p:ph idx="1"/>
          </p:nvPr>
        </p:nvSpPr>
        <p:spPr>
          <a:xfrm>
            <a:off x="2987675" y="1773238"/>
            <a:ext cx="4608513" cy="4154487"/>
          </a:xfrm>
          <a:ln/>
        </p:spPr>
        <p:txBody>
          <a:bodyPr vert="horz" wrap="square" lIns="91440" tIns="45720" rIns="91440" bIns="45720" anchor="t" anchorCtr="0">
            <a:spAutoFit/>
          </a:bodyPr>
          <a:p>
            <a:pPr marL="0" indent="0" eaLnBrk="1" hangingPunct="1">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一、软件测试概述</a:t>
            </a:r>
            <a:endParaRPr lang="en-US" altLang="zh-CN" dirty="0">
              <a:latin typeface="华文中宋" panose="02010600040101010101" pitchFamily="2" charset="-122"/>
              <a:ea typeface="华文中宋" panose="02010600040101010101" pitchFamily="2" charset="-122"/>
              <a:cs typeface="+mn-cs"/>
            </a:endParaRPr>
          </a:p>
          <a:p>
            <a:pPr marL="0" indent="0" eaLnBrk="1" hangingPunct="1">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二、白盒测试技术</a:t>
            </a:r>
            <a:endParaRPr lang="en-US" altLang="zh-CN" dirty="0">
              <a:latin typeface="华文中宋" panose="02010600040101010101" pitchFamily="2" charset="-122"/>
              <a:ea typeface="华文中宋" panose="02010600040101010101" pitchFamily="2" charset="-122"/>
              <a:cs typeface="+mn-cs"/>
            </a:endParaRPr>
          </a:p>
          <a:p>
            <a:pPr marL="0" indent="0" eaLnBrk="1" hangingPunct="1">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三、黑盒测试技术</a:t>
            </a:r>
            <a:endParaRPr lang="zh-CN" altLang="en-US" dirty="0">
              <a:latin typeface="华文中宋" panose="02010600040101010101" pitchFamily="2" charset="-122"/>
              <a:ea typeface="华文中宋" panose="02010600040101010101" pitchFamily="2" charset="-122"/>
              <a:cs typeface="+mn-cs"/>
            </a:endParaRPr>
          </a:p>
          <a:p>
            <a:pPr marL="0" indent="0" eaLnBrk="1" hangingPunct="1">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四、灰盒测试</a:t>
            </a:r>
            <a:endParaRPr lang="en-US" altLang="zh-CN" dirty="0">
              <a:latin typeface="华文中宋" panose="02010600040101010101" pitchFamily="2" charset="-122"/>
              <a:ea typeface="华文中宋" panose="02010600040101010101" pitchFamily="2" charset="-122"/>
              <a:cs typeface="+mn-cs"/>
            </a:endParaRPr>
          </a:p>
          <a:p>
            <a:pPr marL="0" indent="0" eaLnBrk="1" hangingPunct="1">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五、软件测试步骤</a:t>
            </a:r>
            <a:endParaRPr lang="en-US" altLang="zh-CN" dirty="0">
              <a:latin typeface="华文中宋" panose="02010600040101010101" pitchFamily="2" charset="-122"/>
              <a:ea typeface="华文中宋" panose="02010600040101010101" pitchFamily="2" charset="-122"/>
              <a:cs typeface="+mn-cs"/>
            </a:endParaRPr>
          </a:p>
          <a:p>
            <a:pPr marL="0" indent="0" eaLnBrk="1" hangingPunct="1">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六、软件测试周期</a:t>
            </a:r>
            <a:endParaRPr lang="en-US" altLang="zh-CN" dirty="0">
              <a:latin typeface="华文中宋" panose="02010600040101010101" pitchFamily="2" charset="-122"/>
              <a:ea typeface="华文中宋" panose="02010600040101010101" pitchFamily="2" charset="-122"/>
              <a:cs typeface="+mn-cs"/>
            </a:endParaRPr>
          </a:p>
          <a:p>
            <a:pPr marL="0" indent="0" eaLnBrk="1" hangingPunct="1">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七、安全测试</a:t>
            </a:r>
            <a:endParaRPr lang="zh-CN" altLang="en-US" dirty="0">
              <a:latin typeface="华文中宋" panose="02010600040101010101" pitchFamily="2" charset="-122"/>
              <a:ea typeface="华文中宋" panose="02010600040101010101" pitchFamily="2" charset="-122"/>
              <a:cs typeface="+mn-cs"/>
            </a:endParaRPr>
          </a:p>
        </p:txBody>
      </p:sp>
      <p:sp>
        <p:nvSpPr>
          <p:cNvPr id="6" name="文本框 5"/>
          <p:cNvSpPr txBox="1"/>
          <p:nvPr/>
        </p:nvSpPr>
        <p:spPr>
          <a:xfrm>
            <a:off x="395288" y="1341438"/>
            <a:ext cx="4572000" cy="706438"/>
          </a:xfrm>
          <a:prstGeom prst="rect">
            <a:avLst/>
          </a:prstGeom>
          <a:noFill/>
        </p:spPr>
        <p:txBody>
          <a:bodyPr>
            <a:spAutoFit/>
          </a:bodyPr>
          <a:lstStyle/>
          <a:p>
            <a:pPr marR="0" defTabSz="914400">
              <a:buClrTx/>
              <a:buSzTx/>
              <a:buFontTx/>
              <a:buNone/>
              <a:defRPr/>
            </a:pPr>
            <a:r>
              <a:rPr kumimoji="0" lang="zh-CN" altLang="en-US" sz="4000" kern="1200" cap="none" spc="0" normalizeH="0" baseline="0" noProof="0" dirty="0">
                <a:solidFill>
                  <a:schemeClr val="tx1">
                    <a:lumMod val="75000"/>
                    <a:lumOff val="25000"/>
                  </a:schemeClr>
                </a:solidFill>
                <a:latin typeface="华文中宋" panose="02010600040101010101" pitchFamily="2" charset="-122"/>
                <a:ea typeface="华文中宋" panose="02010600040101010101" pitchFamily="2" charset="-122"/>
                <a:cs typeface="+mn-cs"/>
              </a:rPr>
              <a:t>本章要点</a:t>
            </a:r>
            <a:endParaRPr kumimoji="0" lang="zh-CN" altLang="en-US" sz="4000" kern="1200" cap="none" spc="0" normalizeH="0" baseline="0" noProof="0" dirty="0">
              <a:latin typeface="华文中宋" panose="02010600040101010101" pitchFamily="2" charset="-122"/>
              <a:ea typeface="华文中宋" panose="02010600040101010101" pitchFamily="2" charset="-122"/>
              <a:cs typeface="+mn-cs"/>
            </a:endParaRPr>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2800" b="1" i="0" u="none" strike="noStrike" kern="0" cap="none" spc="0" normalizeH="0" baseline="0" noProof="0" dirty="0" smtClean="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1</a:t>
            </a:r>
            <a:r>
              <a:rPr kumimoji="1" lang="zh-CN" altLang="en-US" sz="2800" b="1" i="0" u="none" strike="noStrike" kern="0" cap="none" spc="0" normalizeH="0" baseline="0" noProof="0" dirty="0" smtClean="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、软件测试概述</a:t>
            </a:r>
            <a:endParaRPr kumimoji="0" lang="zh-CN" altLang="en-US" sz="2800" b="1" i="0" u="none" strike="noStrike" kern="0" cap="none" spc="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endParaRPr>
          </a:p>
        </p:txBody>
      </p:sp>
      <p:sp>
        <p:nvSpPr>
          <p:cNvPr id="7171" name="页脚占位符 3"/>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
        <p:nvSpPr>
          <p:cNvPr id="5124" name="Text Box 1030"/>
          <p:cNvSpPr txBox="1">
            <a:spLocks noChangeArrowheads="1"/>
          </p:cNvSpPr>
          <p:nvPr/>
        </p:nvSpPr>
        <p:spPr bwMode="auto">
          <a:xfrm>
            <a:off x="342900" y="1792288"/>
            <a:ext cx="8458200" cy="4216400"/>
          </a:xfrm>
          <a:prstGeom prst="rect">
            <a:avLst/>
          </a:prstGeom>
          <a:noFill/>
          <a:ln>
            <a:noFill/>
          </a:ln>
        </p:spPr>
        <p:txBody>
          <a:bodyPr>
            <a:spAutoFit/>
          </a:bodyPr>
          <a:lstStyle>
            <a:lvl1pPr algn="just">
              <a:lnSpc>
                <a:spcPct val="140000"/>
              </a:lnSpc>
              <a:spcBef>
                <a:spcPct val="20000"/>
              </a:spcBef>
              <a:buClr>
                <a:schemeClr val="accent2"/>
              </a:buClr>
              <a:buSzPct val="7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buChar char="è"/>
              <a:defRPr>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buChar char="Ø"/>
              <a:defRPr sz="16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buChar char="–"/>
              <a:defRPr sz="14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buChar char="»"/>
              <a:defRPr sz="12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9pPr>
          </a:lstStyle>
          <a:p>
            <a:pPr marL="342900" marR="0" lvl="0" indent="-342900" algn="just" defTabSz="914400" rtl="0" eaLnBrk="1" fontAlgn="base" latinLnBrk="0" hangingPunct="1">
              <a:lnSpc>
                <a:spcPct val="100000"/>
              </a:lnSpc>
              <a:spcBef>
                <a:spcPct val="50000"/>
              </a:spcBef>
              <a:spcAft>
                <a:spcPct val="0"/>
              </a:spcAft>
              <a:buClrTx/>
              <a:buSzTx/>
              <a:buFont typeface="Arial" panose="020B0604020202020204" pitchFamily="34" charset="0"/>
              <a:buChar char="•"/>
              <a:defRPr/>
            </a:pPr>
            <a:r>
              <a:rPr kumimoji="1" lang="zh-CN" altLang="en-US" sz="2400" b="1" i="0" u="none" strike="noStrike" kern="1200" cap="none" spc="0" normalizeH="0" baseline="0" noProof="0" dirty="0" smtClean="0">
                <a:ln>
                  <a:noFill/>
                </a:ln>
                <a:solidFill>
                  <a:srgbClr val="000000"/>
                </a:solidFill>
                <a:effectLst/>
                <a:uLnTx/>
                <a:uFillTx/>
                <a:latin typeface="华文中宋" panose="02010600040101010101" pitchFamily="2" charset="-122"/>
                <a:ea typeface="华文中宋" panose="02010600040101010101" pitchFamily="2" charset="-122"/>
                <a:cs typeface="+mn-cs"/>
              </a:rPr>
              <a:t>  </a:t>
            </a:r>
            <a:r>
              <a:rPr kumimoji="1" lang="zh-CN" altLang="en-US" sz="2400" b="0" i="0" u="none" strike="noStrike" kern="1200" cap="none" spc="0" normalizeH="0" baseline="0" noProof="0" dirty="0" smtClean="0">
                <a:ln>
                  <a:noFill/>
                </a:ln>
                <a:solidFill>
                  <a:srgbClr val="000000"/>
                </a:solidFill>
                <a:effectLst/>
                <a:uLnTx/>
                <a:uFillTx/>
                <a:latin typeface="华文中宋" panose="02010600040101010101" pitchFamily="2" charset="-122"/>
                <a:ea typeface="华文中宋" panose="02010600040101010101" pitchFamily="2" charset="-122"/>
                <a:cs typeface="+mn-cs"/>
              </a:rPr>
              <a:t>测试</a:t>
            </a:r>
            <a:r>
              <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是为了发现程序中的错误而执行程序的</a:t>
            </a:r>
            <a:r>
              <a:rPr kumimoji="1" lang="zh-CN" altLang="en-US" sz="2400" b="0" i="0" u="none" strike="noStrike" kern="1200" cap="none" spc="0" normalizeH="0" baseline="0" noProof="0" dirty="0" smtClean="0">
                <a:ln>
                  <a:noFill/>
                </a:ln>
                <a:solidFill>
                  <a:srgbClr val="000000"/>
                </a:solidFill>
                <a:effectLst/>
                <a:uLnTx/>
                <a:uFillTx/>
                <a:latin typeface="华文中宋" panose="02010600040101010101" pitchFamily="2" charset="-122"/>
                <a:ea typeface="华文中宋" panose="02010600040101010101" pitchFamily="2" charset="-122"/>
                <a:cs typeface="+mn-cs"/>
              </a:rPr>
              <a:t>过程。无论</a:t>
            </a:r>
            <a:r>
              <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怎样强调软件测试的重要性和它对软件可靠性的影响都不过分。</a:t>
            </a:r>
            <a:endPar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1" fontAlgn="base" latinLnBrk="0" hangingPunct="1">
              <a:lnSpc>
                <a:spcPct val="100000"/>
              </a:lnSpc>
              <a:spcBef>
                <a:spcPct val="50000"/>
              </a:spcBef>
              <a:spcAft>
                <a:spcPct val="0"/>
              </a:spcAft>
              <a:buClrTx/>
              <a:buSzTx/>
              <a:buFontTx/>
              <a:buNone/>
              <a:defRPr/>
            </a:pPr>
            <a:r>
              <a:rPr kumimoji="1" lang="zh-CN" altLang="en-US" sz="2800" b="0" i="0" u="none" strike="noStrike" kern="120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mn-cs"/>
              </a:rPr>
              <a:t>   </a:t>
            </a:r>
            <a:r>
              <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软件测试在软件生存周期中横跨两个阶段。</a:t>
            </a:r>
            <a:endPar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a:p>
            <a:pPr marL="342900" marR="0" lvl="0" indent="-342900" algn="just" defTabSz="914400" rtl="0" eaLnBrk="1" fontAlgn="base" latinLnBrk="0" hangingPunct="1">
              <a:lnSpc>
                <a:spcPct val="100000"/>
              </a:lnSpc>
              <a:spcBef>
                <a:spcPct val="50000"/>
              </a:spcBef>
              <a:spcAft>
                <a:spcPct val="0"/>
              </a:spcAft>
              <a:buClrTx/>
              <a:buSzTx/>
              <a:buFont typeface="Arial" panose="020B0604020202020204" pitchFamily="34" charset="0"/>
              <a:buChar char="•"/>
              <a:defRPr/>
            </a:pPr>
            <a:r>
              <a:rPr kumimoji="1" lang="zh-CN" altLang="en-US" sz="2400" b="0" i="0" u="none" strike="noStrike" kern="1200" cap="none" spc="0" normalizeH="0" baseline="0" noProof="0" dirty="0" smtClean="0">
                <a:ln>
                  <a:noFill/>
                </a:ln>
                <a:solidFill>
                  <a:srgbClr val="000000"/>
                </a:solidFill>
                <a:effectLst/>
                <a:uLnTx/>
                <a:uFillTx/>
                <a:latin typeface="华文中宋" panose="02010600040101010101" pitchFamily="2" charset="-122"/>
                <a:ea typeface="华文中宋" panose="02010600040101010101" pitchFamily="2" charset="-122"/>
                <a:cs typeface="+mn-cs"/>
              </a:rPr>
              <a:t>1</a:t>
            </a:r>
            <a:r>
              <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、通常在编出每个模块之后就对它做必要的测试（称为</a:t>
            </a:r>
            <a:r>
              <a:rPr kumimoji="1" lang="zh-CN" altLang="en-US" sz="2400" b="0"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单元测试</a:t>
            </a:r>
            <a:r>
              <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），模块的编写者和测试者是同一个人，</a:t>
            </a:r>
            <a:r>
              <a:rPr kumimoji="1" lang="zh-CN" altLang="en-US" sz="2400" b="0"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编码和单元测试属于软件生存周期的同一个阶段。</a:t>
            </a:r>
            <a:endParaRPr kumimoji="1" lang="zh-CN" altLang="en-US" sz="2400" b="0"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a:p>
            <a:pPr marL="342900" marR="0" lvl="0" indent="-342900" algn="just" defTabSz="914400" rtl="0" eaLnBrk="1" fontAlgn="base" latinLnBrk="0" hangingPunct="1">
              <a:lnSpc>
                <a:spcPct val="100000"/>
              </a:lnSpc>
              <a:spcBef>
                <a:spcPct val="50000"/>
              </a:spcBef>
              <a:spcAft>
                <a:spcPct val="0"/>
              </a:spcAft>
              <a:buClrTx/>
              <a:buSzTx/>
              <a:buFont typeface="Arial" panose="020B0604020202020204" pitchFamily="34" charset="0"/>
              <a:buChar char="•"/>
              <a:defRPr/>
            </a:pPr>
            <a:r>
              <a:rPr kumimoji="1" lang="zh-CN" altLang="en-US" sz="2400" b="0" i="0" u="none" strike="noStrike" kern="1200" cap="none" spc="0" normalizeH="0" baseline="0" noProof="0" dirty="0" smtClean="0">
                <a:ln>
                  <a:noFill/>
                </a:ln>
                <a:solidFill>
                  <a:srgbClr val="000000"/>
                </a:solidFill>
                <a:effectLst/>
                <a:uLnTx/>
                <a:uFillTx/>
                <a:latin typeface="华文中宋" panose="02010600040101010101" pitchFamily="2" charset="-122"/>
                <a:ea typeface="华文中宋" panose="02010600040101010101" pitchFamily="2" charset="-122"/>
                <a:cs typeface="+mn-cs"/>
              </a:rPr>
              <a:t>2</a:t>
            </a:r>
            <a:r>
              <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、在这个阶段结束之后，对软件系统还要进行各种</a:t>
            </a:r>
            <a:r>
              <a:rPr kumimoji="1" lang="zh-CN" altLang="en-US" sz="2400" b="0"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综合测试，</a:t>
            </a:r>
            <a:r>
              <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这是软件生存周期中的另一个独立的阶段，通常由专门的测试人员承担这项工作。</a:t>
            </a:r>
            <a:endPar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p:txBody>
      </p:sp>
      <p:sp>
        <p:nvSpPr>
          <p:cNvPr id="5125" name="Rectangle 1031"/>
          <p:cNvSpPr>
            <a:spLocks noChangeArrowheads="1"/>
          </p:cNvSpPr>
          <p:nvPr/>
        </p:nvSpPr>
        <p:spPr bwMode="auto">
          <a:xfrm>
            <a:off x="341313" y="1022350"/>
            <a:ext cx="4572000" cy="609600"/>
          </a:xfrm>
          <a:prstGeom prst="rect">
            <a:avLst/>
          </a:prstGeom>
          <a:noFill/>
          <a:ln>
            <a:noFill/>
          </a:ln>
        </p:spPr>
        <p:txBody>
          <a:bodyPr anchor="b"/>
          <a:lstStyle>
            <a:lvl1pPr algn="just">
              <a:lnSpc>
                <a:spcPct val="140000"/>
              </a:lnSpc>
              <a:spcBef>
                <a:spcPct val="20000"/>
              </a:spcBef>
              <a:buClr>
                <a:schemeClr val="accent2"/>
              </a:buClr>
              <a:buSzPct val="7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buChar char="è"/>
              <a:defRPr>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buChar char="Ø"/>
              <a:defRPr sz="16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buChar char="–"/>
              <a:defRPr sz="14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buChar char="»"/>
              <a:defRPr sz="12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1" i="0" u="none" strike="noStrike" kern="1200" cap="none" spc="0" normalizeH="0" baseline="0" noProof="0" dirty="0" smtClean="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1.1 </a:t>
            </a:r>
            <a:r>
              <a:rPr kumimoji="1" lang="zh-CN" altLang="en-US" sz="2800" b="1" i="0" u="none" strike="noStrike" kern="1200" cap="none" spc="0" normalizeH="0" baseline="0" noProof="0" dirty="0" smtClean="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软件测试</a:t>
            </a:r>
            <a:r>
              <a:rPr kumimoji="1" lang="zh-CN" altLang="en-GB" sz="2800" b="1" i="0" u="none" strike="noStrike" kern="1200" cap="none" spc="0" normalizeH="0" baseline="0" noProof="0" dirty="0" smtClean="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基本</a:t>
            </a:r>
            <a:r>
              <a:rPr kumimoji="1" lang="zh-CN" altLang="en-GB" sz="28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概念</a:t>
            </a:r>
            <a:endParaRPr kumimoji="1" lang="zh-CN" altLang="en-US" sz="28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GB"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基本概念</a:t>
            </a:r>
            <a:endParaRPr kumimoji="0" lang="zh-CN" altLang="en-US" sz="2800" b="1" i="0" u="none" strike="noStrike" kern="0" cap="none" spc="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endParaRPr>
          </a:p>
        </p:txBody>
      </p:sp>
      <p:sp>
        <p:nvSpPr>
          <p:cNvPr id="8195"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3" name="Rectangle 6"/>
          <p:cNvSpPr>
            <a:spLocks noChangeArrowheads="1"/>
          </p:cNvSpPr>
          <p:nvPr/>
        </p:nvSpPr>
        <p:spPr bwMode="auto">
          <a:xfrm>
            <a:off x="544513" y="1484313"/>
            <a:ext cx="8229600" cy="4340225"/>
          </a:xfrm>
          <a:prstGeom prst="rect">
            <a:avLst/>
          </a:prstGeom>
          <a:noFill/>
          <a:ln>
            <a:noFill/>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1" fontAlgn="base" latinLnBrk="0" hangingPunct="1">
              <a:lnSpc>
                <a:spcPct val="150000"/>
              </a:lnSpc>
              <a:spcBef>
                <a:spcPct val="50000"/>
              </a:spcBef>
              <a:spcAft>
                <a:spcPct val="0"/>
              </a:spcAft>
              <a:buClrTx/>
              <a:buSzTx/>
              <a:buFont typeface="Arial" panose="020B0604020202020204" pitchFamily="34" charset="0"/>
              <a:buChar char="•"/>
              <a:defRPr/>
            </a:pPr>
            <a:r>
              <a:rPr kumimoji="1" lang="zh-CN" altLang="en-US" sz="2400" b="0" i="0" u="none" strike="noStrike" kern="1200" cap="none" spc="0" normalizeH="0" baseline="0" noProof="0" dirty="0" smtClean="0">
                <a:ln>
                  <a:noFill/>
                </a:ln>
                <a:solidFill>
                  <a:srgbClr val="000000"/>
                </a:solidFill>
                <a:effectLst/>
                <a:uLnTx/>
                <a:uFillTx/>
                <a:latin typeface="华文中宋" panose="02010600040101010101" pitchFamily="2" charset="-122"/>
                <a:ea typeface="华文中宋" panose="02010600040101010101" pitchFamily="2" charset="-122"/>
                <a:cs typeface="+mn-cs"/>
              </a:rPr>
              <a:t>测试阶段</a:t>
            </a:r>
            <a:r>
              <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的根本目的：</a:t>
            </a:r>
            <a:r>
              <a:rPr kumimoji="1" lang="zh-CN" altLang="en-US" sz="2400" b="0"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尽可能多地发现并排除软件中潜藏的错误，</a:t>
            </a:r>
            <a:r>
              <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最终把一个高质量的软件系统交给用户使用</a:t>
            </a:r>
            <a:r>
              <a:rPr kumimoji="1" lang="zh-CN" altLang="en-US" sz="2400" b="0" i="0" u="none" strike="noStrike" kern="1200" cap="none" spc="0" normalizeH="0" baseline="0" noProof="0" dirty="0" smtClean="0">
                <a:ln>
                  <a:noFill/>
                </a:ln>
                <a:solidFill>
                  <a:srgbClr val="000000"/>
                </a:solidFill>
                <a:effectLst/>
                <a:uLnTx/>
                <a:uFillTx/>
                <a:latin typeface="华文中宋" panose="02010600040101010101" pitchFamily="2" charset="-122"/>
                <a:ea typeface="华文中宋" panose="02010600040101010101" pitchFamily="2" charset="-122"/>
                <a:cs typeface="+mn-cs"/>
              </a:rPr>
              <a:t>。</a:t>
            </a:r>
            <a:endParaRPr kumimoji="1" lang="en-US" altLang="zh-CN" sz="2400" b="0" i="0" u="none" strike="noStrike" kern="1200" cap="none" spc="0" normalizeH="0" baseline="0" noProof="0" dirty="0" smtClean="0">
              <a:ln>
                <a:noFill/>
              </a:ln>
              <a:solidFill>
                <a:srgbClr val="000000"/>
              </a:solidFill>
              <a:effectLst/>
              <a:uLnTx/>
              <a:uFillTx/>
              <a:latin typeface="华文中宋" panose="02010600040101010101" pitchFamily="2" charset="-122"/>
              <a:ea typeface="华文中宋" panose="02010600040101010101" pitchFamily="2" charset="-122"/>
              <a:cs typeface="+mn-cs"/>
            </a:endParaRPr>
          </a:p>
          <a:p>
            <a:pPr marL="342900" marR="0" lvl="0" indent="-342900" algn="l" defTabSz="914400" rtl="0" eaLnBrk="1" fontAlgn="base" latinLnBrk="0" hangingPunct="1">
              <a:lnSpc>
                <a:spcPct val="150000"/>
              </a:lnSpc>
              <a:spcBef>
                <a:spcPct val="50000"/>
              </a:spcBef>
              <a:spcAft>
                <a:spcPct val="0"/>
              </a:spcAft>
              <a:buClrTx/>
              <a:buSzTx/>
              <a:buFont typeface="Arial" panose="020B0604020202020204" pitchFamily="34" charset="0"/>
              <a:buChar char="•"/>
              <a:defRPr/>
            </a:pPr>
            <a:r>
              <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软件工程的测试阶段，测试人员努力设计出一系列测试方案，目的却是为了</a:t>
            </a:r>
            <a:r>
              <a:rPr kumimoji="1" lang="zh-CN" altLang="en-US" sz="2400" b="0"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“破坏”</a:t>
            </a:r>
            <a:r>
              <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已经建造好的软件系统--</a:t>
            </a:r>
            <a:r>
              <a:rPr kumimoji="1" lang="zh-CN" altLang="en-US" sz="2400" b="0"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竭力证明程序中有错误不能按照预定要求正确执行。</a:t>
            </a:r>
            <a:endParaRPr kumimoji="1" lang="zh-CN" altLang="en-US" sz="2400" b="0"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a:p>
            <a:pPr marL="342900" marR="0" lvl="0" indent="-342900" algn="l" defTabSz="914400" rtl="0" eaLnBrk="1" fontAlgn="base" latinLnBrk="0" hangingPunct="1">
              <a:lnSpc>
                <a:spcPct val="150000"/>
              </a:lnSpc>
              <a:spcBef>
                <a:spcPct val="50000"/>
              </a:spcBef>
              <a:spcAft>
                <a:spcPct val="0"/>
              </a:spcAft>
              <a:buClrTx/>
              <a:buSzTx/>
              <a:buFont typeface="Arial" panose="020B0604020202020204" pitchFamily="34" charset="0"/>
              <a:buChar char="•"/>
              <a:defRPr/>
            </a:pPr>
            <a:r>
              <a:rPr kumimoji="1" lang="zh-CN"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测试一个大型程序所需要的创造力，事实上可能要超过设计那个程序所要求的创造力。</a:t>
            </a:r>
            <a:endParaRPr kumimoji="1" lang="zh-CN" altLang="en-US" sz="2400" b="1"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软件测试的</a:t>
            </a:r>
            <a:r>
              <a:rPr kumimoji="1" lang="zh-CN" altLang="en-US" sz="2800" b="1" i="0" u="none" strike="noStrike" kern="0" cap="none" spc="0" normalizeH="0" baseline="0" noProof="0" dirty="0" smtClean="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目的</a:t>
            </a:r>
            <a:endParaRPr kumimoji="0" lang="zh-CN" altLang="en-US" sz="2800" b="1" i="0" u="none" strike="noStrike" kern="0" cap="none" spc="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endParaRPr>
          </a:p>
        </p:txBody>
      </p:sp>
      <p:sp>
        <p:nvSpPr>
          <p:cNvPr id="9219"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7173" name="Text Box 4"/>
          <p:cNvSpPr txBox="1">
            <a:spLocks noChangeArrowheads="1"/>
          </p:cNvSpPr>
          <p:nvPr/>
        </p:nvSpPr>
        <p:spPr bwMode="auto">
          <a:xfrm>
            <a:off x="430213" y="1055688"/>
            <a:ext cx="8458200" cy="5226050"/>
          </a:xfrm>
          <a:prstGeom prst="rect">
            <a:avLst/>
          </a:prstGeom>
          <a:noFill/>
          <a:ln>
            <a:noFill/>
          </a:ln>
        </p:spPr>
        <p:txBody>
          <a:bodyPr>
            <a:spAutoFit/>
          </a:bodyPr>
          <a:lstStyle>
            <a:lvl1pPr algn="just">
              <a:lnSpc>
                <a:spcPct val="140000"/>
              </a:lnSpc>
              <a:spcBef>
                <a:spcPct val="20000"/>
              </a:spcBef>
              <a:buClr>
                <a:schemeClr val="accent2"/>
              </a:buClr>
              <a:buSzPct val="7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buChar char="è"/>
              <a:defRPr>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buChar char="Ø"/>
              <a:defRPr sz="16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buChar char="–"/>
              <a:defRPr sz="14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buChar char="»"/>
              <a:defRPr sz="12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20000"/>
              </a:lnSpc>
              <a:spcBef>
                <a:spcPct val="50000"/>
              </a:spcBef>
              <a:spcAft>
                <a:spcPct val="0"/>
              </a:spcAft>
              <a:buClrTx/>
              <a:buSzTx/>
              <a:buFontTx/>
              <a:buNone/>
              <a:defRPr/>
            </a:pPr>
            <a:r>
              <a:rPr kumimoji="1" lang="zh-CN" altLang="en-US" sz="2400" b="0" i="0" u="none" strike="noStrike" kern="1200" cap="none" spc="0" normalizeH="0" baseline="0" noProof="0" dirty="0" smtClean="0">
                <a:ln>
                  <a:noFill/>
                </a:ln>
                <a:solidFill>
                  <a:srgbClr val="000000"/>
                </a:solidFill>
                <a:effectLst/>
                <a:uLnTx/>
                <a:uFillTx/>
                <a:latin typeface="华文中宋" panose="02010600040101010101" pitchFamily="2" charset="-122"/>
                <a:ea typeface="华文中宋" panose="02010600040101010101" pitchFamily="2" charset="-122"/>
                <a:cs typeface="+mn-cs"/>
              </a:rPr>
              <a:t>1</a:t>
            </a:r>
            <a:r>
              <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、测试是为了发现程序中的错误而执行程序的过程；</a:t>
            </a:r>
            <a:endPar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1" fontAlgn="base" latinLnBrk="0" hangingPunct="1">
              <a:lnSpc>
                <a:spcPct val="120000"/>
              </a:lnSpc>
              <a:spcBef>
                <a:spcPct val="50000"/>
              </a:spcBef>
              <a:spcAft>
                <a:spcPct val="0"/>
              </a:spcAft>
              <a:buClrTx/>
              <a:buSzTx/>
              <a:buFontTx/>
              <a:buNone/>
              <a:defRPr/>
            </a:pPr>
            <a:r>
              <a:rPr kumimoji="1" lang="zh-CN" altLang="en-US" sz="2400" b="0" i="0" u="none" strike="noStrike" kern="1200" cap="none" spc="0" normalizeH="0" baseline="0" noProof="0" dirty="0" smtClean="0">
                <a:ln>
                  <a:noFill/>
                </a:ln>
                <a:solidFill>
                  <a:srgbClr val="000000"/>
                </a:solidFill>
                <a:effectLst/>
                <a:uLnTx/>
                <a:uFillTx/>
                <a:latin typeface="华文中宋" panose="02010600040101010101" pitchFamily="2" charset="-122"/>
                <a:ea typeface="华文中宋" panose="02010600040101010101" pitchFamily="2" charset="-122"/>
                <a:cs typeface="+mn-cs"/>
              </a:rPr>
              <a:t>2</a:t>
            </a:r>
            <a:r>
              <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、好的测试方案是极可能发现迄今为止尚未发现的错误的测试方案；</a:t>
            </a:r>
            <a:endPar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1" fontAlgn="base" latinLnBrk="0" hangingPunct="1">
              <a:lnSpc>
                <a:spcPct val="120000"/>
              </a:lnSpc>
              <a:spcBef>
                <a:spcPct val="50000"/>
              </a:spcBef>
              <a:spcAft>
                <a:spcPct val="0"/>
              </a:spcAft>
              <a:buClrTx/>
              <a:buSzTx/>
              <a:buFontTx/>
              <a:buNone/>
              <a:defRPr/>
            </a:pPr>
            <a:r>
              <a:rPr kumimoji="1" lang="zh-CN" altLang="en-US" sz="2400" b="0" i="0" u="none" strike="noStrike" kern="1200" cap="none" spc="0" normalizeH="0" baseline="0" noProof="0" dirty="0" smtClean="0">
                <a:ln>
                  <a:noFill/>
                </a:ln>
                <a:solidFill>
                  <a:srgbClr val="000000"/>
                </a:solidFill>
                <a:effectLst/>
                <a:uLnTx/>
                <a:uFillTx/>
                <a:latin typeface="华文中宋" panose="02010600040101010101" pitchFamily="2" charset="-122"/>
                <a:ea typeface="华文中宋" panose="02010600040101010101" pitchFamily="2" charset="-122"/>
                <a:cs typeface="+mn-cs"/>
              </a:rPr>
              <a:t>3</a:t>
            </a:r>
            <a:r>
              <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、成功的测试是发现了至今为止尚未发现的错误的测试</a:t>
            </a:r>
            <a:r>
              <a:rPr kumimoji="1" lang="zh-CN" altLang="en-US" sz="2400" b="0" i="0" u="none" strike="noStrike" kern="1200" cap="none" spc="0" normalizeH="0" baseline="0" noProof="0" dirty="0" smtClean="0">
                <a:ln>
                  <a:noFill/>
                </a:ln>
                <a:solidFill>
                  <a:srgbClr val="000000"/>
                </a:solidFill>
                <a:effectLst/>
                <a:uLnTx/>
                <a:uFillTx/>
                <a:latin typeface="华文中宋" panose="02010600040101010101" pitchFamily="2" charset="-122"/>
                <a:ea typeface="华文中宋" panose="02010600040101010101" pitchFamily="2" charset="-122"/>
                <a:cs typeface="+mn-cs"/>
              </a:rPr>
              <a:t>。</a:t>
            </a:r>
            <a:endParaRPr kumimoji="1" lang="en-US" altLang="zh-CN" sz="2400" b="0" i="0" u="none" strike="noStrike" kern="1200" cap="none" spc="0" normalizeH="0" baseline="0" noProof="0" dirty="0" smtClean="0">
              <a:ln>
                <a:noFill/>
              </a:ln>
              <a:solidFill>
                <a:srgbClr val="000000"/>
              </a:solidFill>
              <a:effectLst/>
              <a:uLnTx/>
              <a:uFillTx/>
              <a:latin typeface="华文中宋" panose="02010600040101010101" pitchFamily="2" charset="-122"/>
              <a:ea typeface="华文中宋" panose="02010600040101010101" pitchFamily="2" charset="-122"/>
              <a:cs typeface="+mn-cs"/>
            </a:endParaRPr>
          </a:p>
          <a:p>
            <a:pPr marL="342900" marR="0" lvl="0" indent="-342900" algn="just" defTabSz="914400" rtl="0" eaLnBrk="1" fontAlgn="base" latinLnBrk="0" hangingPunct="1">
              <a:lnSpc>
                <a:spcPct val="120000"/>
              </a:lnSpc>
              <a:spcBef>
                <a:spcPct val="50000"/>
              </a:spcBef>
              <a:spcAft>
                <a:spcPct val="0"/>
              </a:spcAft>
              <a:buClrTx/>
              <a:buSzTx/>
              <a:buFont typeface="Wingdings" panose="05000000000000000000" pitchFamily="2" charset="2"/>
              <a:buChar char="l"/>
              <a:defRPr/>
            </a:pPr>
            <a:r>
              <a:rPr kumimoji="1" lang="zh-CN" altLang="en-US" sz="2400" b="0" i="0" u="none" strike="noStrike" kern="1200" cap="none" spc="0" normalizeH="0" baseline="0" noProof="0" dirty="0">
                <a:ln>
                  <a:noFill/>
                </a:ln>
                <a:solidFill>
                  <a:schemeClr val="accent6"/>
                </a:solidFill>
                <a:effectLst/>
                <a:uLnTx/>
                <a:uFillTx/>
                <a:latin typeface="华文中宋" panose="02010600040101010101" pitchFamily="2" charset="-122"/>
                <a:ea typeface="华文中宋" panose="02010600040101010101" pitchFamily="2" charset="-122"/>
                <a:cs typeface="+mn-cs"/>
              </a:rPr>
              <a:t>测试的目的决定了测试方案的设计</a:t>
            </a:r>
            <a:endParaRPr kumimoji="1" lang="en-US" altLang="zh-CN" sz="2400" b="0" i="0" u="none" strike="noStrike" kern="1200" cap="none" spc="0" normalizeH="0" baseline="0" noProof="0" dirty="0">
              <a:ln>
                <a:noFill/>
              </a:ln>
              <a:solidFill>
                <a:schemeClr val="accent6"/>
              </a:solidFill>
              <a:effectLst/>
              <a:uLnTx/>
              <a:uFillTx/>
              <a:latin typeface="华文中宋" panose="02010600040101010101" pitchFamily="2" charset="-122"/>
              <a:ea typeface="华文中宋" panose="02010600040101010101" pitchFamily="2" charset="-122"/>
              <a:cs typeface="+mn-cs"/>
            </a:endParaRPr>
          </a:p>
          <a:p>
            <a:pPr marL="0" marR="0" lvl="0" indent="0" algn="l" defTabSz="914400" rtl="0" eaLnBrk="1" fontAlgn="base" latinLnBrk="0" hangingPunct="1">
              <a:lnSpc>
                <a:spcPct val="120000"/>
              </a:lnSpc>
              <a:spcBef>
                <a:spcPct val="0"/>
              </a:spcBef>
              <a:spcAft>
                <a:spcPct val="0"/>
              </a:spcAft>
              <a:buClrTx/>
              <a:buSzTx/>
              <a:buFontTx/>
              <a:buNone/>
              <a:defRPr/>
            </a:pPr>
            <a:r>
              <a:rPr kumimoji="1" lang="zh-CN" altLang="en-US" sz="2800" b="0" i="0" u="none" strike="noStrike" kern="120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mn-cs"/>
              </a:rPr>
              <a:t>1、</a:t>
            </a:r>
            <a:r>
              <a:rPr kumimoji="1" lang="zh-CN" altLang="en-US" sz="2400" b="0"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为了证明程序是正确的</a:t>
            </a:r>
            <a:r>
              <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而进行测试，就会设计一些不易暴露错误的的测试方案。</a:t>
            </a:r>
            <a:endPar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a:p>
            <a:pPr marL="0" marR="0" lvl="0" indent="0" algn="l" defTabSz="914400" rtl="0" eaLnBrk="1" fontAlgn="base" latinLnBrk="0" hangingPunct="1">
              <a:lnSpc>
                <a:spcPct val="120000"/>
              </a:lnSpc>
              <a:spcBef>
                <a:spcPct val="0"/>
              </a:spcBef>
              <a:spcAft>
                <a:spcPct val="0"/>
              </a:spcAft>
              <a:buClrTx/>
              <a:buSzTx/>
              <a:buFontTx/>
              <a:buNone/>
              <a:defRPr/>
            </a:pPr>
            <a:r>
              <a:rPr kumimoji="1" lang="zh-CN" altLang="en-US" sz="2800" b="0" i="0" u="none" strike="noStrike" kern="1200" cap="none" spc="0" normalizeH="0" baseline="0" noProof="0" dirty="0" smtClean="0">
                <a:ln>
                  <a:noFill/>
                </a:ln>
                <a:solidFill>
                  <a:srgbClr val="000000"/>
                </a:solidFill>
                <a:effectLst/>
                <a:uLnTx/>
                <a:uFillTx/>
                <a:latin typeface="华文新魏" panose="02010800040101010101" pitchFamily="2" charset="-122"/>
                <a:ea typeface="华文新魏" panose="02010800040101010101" pitchFamily="2" charset="-122"/>
                <a:cs typeface="+mn-cs"/>
              </a:rPr>
              <a:t>2</a:t>
            </a:r>
            <a:r>
              <a:rPr kumimoji="1" lang="zh-CN" altLang="en-US" sz="2800" b="0" i="0" u="none" strike="noStrike" kern="120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mn-cs"/>
              </a:rPr>
              <a:t>、</a:t>
            </a:r>
            <a:r>
              <a:rPr kumimoji="1" lang="zh-CN" altLang="en-US" sz="2400" b="0"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为了发现程序中的错误，</a:t>
            </a:r>
            <a:r>
              <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就会力求设计出最能暴露错误的测试方案</a:t>
            </a:r>
            <a:r>
              <a:rPr kumimoji="1" lang="zh-CN" altLang="en-US" sz="2400" b="0" i="0" u="none" strike="noStrike" kern="1200" cap="none" spc="0" normalizeH="0" baseline="0" noProof="0" dirty="0" smtClean="0">
                <a:ln>
                  <a:noFill/>
                </a:ln>
                <a:solidFill>
                  <a:srgbClr val="000000"/>
                </a:solidFill>
                <a:effectLst/>
                <a:uLnTx/>
                <a:uFillTx/>
                <a:latin typeface="华文中宋" panose="02010600040101010101" pitchFamily="2" charset="-122"/>
                <a:ea typeface="华文中宋" panose="02010600040101010101" pitchFamily="2" charset="-122"/>
                <a:cs typeface="+mn-cs"/>
              </a:rPr>
              <a:t>。从</a:t>
            </a:r>
            <a:r>
              <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心理学的角度看，由程序的编写者自己进行测试是不恰当的</a:t>
            </a:r>
            <a:r>
              <a:rPr kumimoji="1" lang="zh-CN" altLang="en-US" sz="2400" b="0" i="0" u="none" strike="noStrike" kern="1200" cap="none" spc="0" normalizeH="0" baseline="0" noProof="0" dirty="0" smtClean="0">
                <a:ln>
                  <a:noFill/>
                </a:ln>
                <a:solidFill>
                  <a:srgbClr val="000000"/>
                </a:solidFill>
                <a:effectLst/>
                <a:uLnTx/>
                <a:uFillTx/>
                <a:latin typeface="华文中宋" panose="02010600040101010101" pitchFamily="2" charset="-122"/>
                <a:ea typeface="华文中宋" panose="02010600040101010101" pitchFamily="2" charset="-122"/>
                <a:cs typeface="+mn-cs"/>
              </a:rPr>
              <a:t>。</a:t>
            </a:r>
            <a:endPar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标题 1"/>
          <p:cNvSpPr>
            <a:spLocks noGrp="1"/>
          </p:cNvSpPr>
          <p:nvPr>
            <p:ph type="title"/>
          </p:nvPr>
        </p:nvSpPr>
        <p:spPr>
          <a:ln/>
        </p:spPr>
        <p:txBody>
          <a:bodyPr vert="horz" wrap="square" lIns="91440" tIns="45720" rIns="91440" bIns="45720" anchor="ctr" anchorCtr="0"/>
          <a:p>
            <a:r>
              <a:rPr lang="zh-CN" altLang="en-US" dirty="0"/>
              <a:t>软</a:t>
            </a:r>
            <a:r>
              <a:rPr lang="zh-CN" altLang="zh-CN" dirty="0"/>
              <a:t>件测试对象和信息流</a:t>
            </a:r>
            <a:endParaRPr lang="zh-CN" altLang="en-US" dirty="0"/>
          </a:p>
        </p:txBody>
      </p:sp>
      <p:sp>
        <p:nvSpPr>
          <p:cNvPr id="10243"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11" name="Rectangle 6"/>
          <p:cNvSpPr/>
          <p:nvPr/>
        </p:nvSpPr>
        <p:spPr>
          <a:xfrm>
            <a:off x="539750" y="4292600"/>
            <a:ext cx="8458200" cy="1430338"/>
          </a:xfrm>
          <a:prstGeom prst="rect">
            <a:avLst/>
          </a:prstGeom>
          <a:noFill/>
          <a:ln w="9525">
            <a:noFill/>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eaLnBrk="1" hangingPunct="1">
              <a:lnSpc>
                <a:spcPct val="120000"/>
              </a:lnSpc>
              <a:spcBef>
                <a:spcPct val="50000"/>
              </a:spcBef>
              <a:buClrTx/>
              <a:buSzTx/>
              <a:buFontTx/>
              <a:buNone/>
            </a:pPr>
            <a:r>
              <a:rPr lang="zh-CN" altLang="en-US" sz="2400" dirty="0">
                <a:solidFill>
                  <a:srgbClr val="000000"/>
                </a:solidFill>
                <a:latin typeface="华文中宋" panose="02010600040101010101" pitchFamily="2" charset="-122"/>
                <a:ea typeface="华文中宋" panose="02010600040101010101" pitchFamily="2" charset="-122"/>
              </a:rPr>
              <a:t>1）软件配置：包括需求说明书，设计说明书，源程序清单等；</a:t>
            </a:r>
            <a:endParaRPr lang="zh-CN" altLang="en-US" sz="2400" dirty="0">
              <a:solidFill>
                <a:srgbClr val="000000"/>
              </a:solidFill>
              <a:latin typeface="华文中宋" panose="02010600040101010101" pitchFamily="2" charset="-122"/>
              <a:ea typeface="华文中宋" panose="02010600040101010101" pitchFamily="2" charset="-122"/>
            </a:endParaRPr>
          </a:p>
          <a:p>
            <a:pPr marL="0" lvl="0" indent="0" eaLnBrk="1" hangingPunct="1">
              <a:lnSpc>
                <a:spcPct val="70000"/>
              </a:lnSpc>
              <a:spcBef>
                <a:spcPct val="50000"/>
              </a:spcBef>
              <a:buClrTx/>
              <a:buSzTx/>
              <a:buFontTx/>
              <a:buNone/>
            </a:pPr>
            <a:r>
              <a:rPr lang="zh-CN" altLang="en-US" sz="2400" dirty="0">
                <a:solidFill>
                  <a:srgbClr val="000000"/>
                </a:solidFill>
                <a:latin typeface="华文中宋" panose="02010600040101010101" pitchFamily="2" charset="-122"/>
                <a:ea typeface="华文中宋" panose="02010600040101010101" pitchFamily="2" charset="-122"/>
              </a:rPr>
              <a:t>2）测试配置：包括测试计划和测试方案。</a:t>
            </a:r>
            <a:endParaRPr lang="zh-CN" altLang="en-US" sz="2400" dirty="0">
              <a:solidFill>
                <a:srgbClr val="000000"/>
              </a:solidFill>
              <a:latin typeface="华文中宋" panose="02010600040101010101" pitchFamily="2" charset="-122"/>
              <a:ea typeface="华文中宋" panose="02010600040101010101" pitchFamily="2" charset="-122"/>
            </a:endParaRPr>
          </a:p>
          <a:p>
            <a:pPr marL="0" lvl="0" indent="0" eaLnBrk="1" hangingPunct="1">
              <a:lnSpc>
                <a:spcPct val="70000"/>
              </a:lnSpc>
              <a:spcBef>
                <a:spcPct val="50000"/>
              </a:spcBef>
              <a:buClrTx/>
              <a:buSzTx/>
              <a:buFontTx/>
              <a:buNone/>
            </a:pPr>
            <a:r>
              <a:rPr lang="en-US" altLang="zh-CN" sz="2400" dirty="0">
                <a:solidFill>
                  <a:srgbClr val="000000"/>
                </a:solidFill>
                <a:latin typeface="华文中宋" panose="02010600040101010101" pitchFamily="2" charset="-122"/>
                <a:ea typeface="华文中宋" panose="02010600040101010101" pitchFamily="2" charset="-122"/>
              </a:rPr>
              <a:t>3</a:t>
            </a:r>
            <a:r>
              <a:rPr lang="zh-CN" altLang="en-US" sz="2400" dirty="0">
                <a:solidFill>
                  <a:srgbClr val="000000"/>
                </a:solidFill>
                <a:latin typeface="华文中宋" panose="02010600040101010101" pitchFamily="2" charset="-122"/>
                <a:ea typeface="华文中宋" panose="02010600040101010101" pitchFamily="2" charset="-122"/>
              </a:rPr>
              <a:t>）测试工具：</a:t>
            </a:r>
            <a:r>
              <a:rPr lang="en-US" altLang="zh-CN" sz="2400" dirty="0">
                <a:solidFill>
                  <a:srgbClr val="000000"/>
                </a:solidFill>
                <a:latin typeface="华文中宋" panose="02010600040101010101" pitchFamily="2" charset="-122"/>
                <a:ea typeface="华文中宋" panose="02010600040101010101" pitchFamily="2" charset="-122"/>
              </a:rPr>
              <a:t>winrunner, robot;</a:t>
            </a:r>
            <a:endParaRPr lang="en-US" altLang="zh-CN" sz="2400" dirty="0">
              <a:solidFill>
                <a:srgbClr val="000000"/>
              </a:solidFill>
              <a:latin typeface="华文中宋" panose="02010600040101010101" pitchFamily="2" charset="-122"/>
              <a:ea typeface="华文中宋" panose="02010600040101010101" pitchFamily="2" charset="-122"/>
            </a:endParaRPr>
          </a:p>
        </p:txBody>
      </p:sp>
      <p:graphicFrame>
        <p:nvGraphicFramePr>
          <p:cNvPr id="10245" name="对象 2"/>
          <p:cNvGraphicFramePr>
            <a:graphicFrameLocks noChangeAspect="1"/>
          </p:cNvGraphicFramePr>
          <p:nvPr/>
        </p:nvGraphicFramePr>
        <p:xfrm>
          <a:off x="755650" y="1338263"/>
          <a:ext cx="7294563" cy="2625725"/>
        </p:xfrm>
        <a:graphic>
          <a:graphicData uri="http://schemas.openxmlformats.org/presentationml/2006/ole">
            <mc:AlternateContent xmlns:mc="http://schemas.openxmlformats.org/markup-compatibility/2006">
              <mc:Choice xmlns:v="urn:schemas-microsoft-com:vml" Requires="v">
                <p:oleObj spid="_x0000_s3076" name="" r:id="rId1" imgW="7531100" imgH="2717800" progId="Visio.Drawing.15">
                  <p:embed/>
                </p:oleObj>
              </mc:Choice>
              <mc:Fallback>
                <p:oleObj name="" r:id="rId1" imgW="7531100" imgH="2717800" progId="Visio.Drawing.15">
                  <p:embed/>
                  <p:pic>
                    <p:nvPicPr>
                      <p:cNvPr id="0" name="图片 3075"/>
                      <p:cNvPicPr/>
                      <p:nvPr/>
                    </p:nvPicPr>
                    <p:blipFill>
                      <a:blip r:embed="rId2"/>
                      <a:stretch>
                        <a:fillRect/>
                      </a:stretch>
                    </p:blipFill>
                    <p:spPr>
                      <a:xfrm>
                        <a:off x="755650" y="1338263"/>
                        <a:ext cx="7294563" cy="2625725"/>
                      </a:xfrm>
                      <a:prstGeom prst="rect">
                        <a:avLst/>
                      </a:prstGeom>
                      <a:noFill/>
                      <a:ln w="38100">
                        <a:noFill/>
                        <a:miter/>
                      </a:ln>
                    </p:spPr>
                  </p:pic>
                </p:oleObj>
              </mc:Fallback>
            </mc:AlternateContent>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1"/>
          <p:cNvSpPr>
            <a:spLocks noGrp="1"/>
          </p:cNvSpPr>
          <p:nvPr>
            <p:ph type="title"/>
          </p:nvPr>
        </p:nvSpPr>
        <p:spPr>
          <a:ln/>
        </p:spPr>
        <p:txBody>
          <a:bodyPr vert="horz" wrap="square" lIns="91440" tIns="45720" rIns="91440" bIns="45720" anchor="ctr" anchorCtr="0"/>
          <a:p>
            <a:r>
              <a:rPr lang="en-US" altLang="zh-CN" dirty="0"/>
              <a:t>1.2</a:t>
            </a:r>
            <a:r>
              <a:rPr lang="zh-CN" altLang="zh-CN" dirty="0"/>
              <a:t>测试文档</a:t>
            </a:r>
            <a:endParaRPr lang="zh-CN" altLang="en-US" dirty="0"/>
          </a:p>
        </p:txBody>
      </p:sp>
      <p:sp>
        <p:nvSpPr>
          <p:cNvPr id="11267" name="内容占位符 2"/>
          <p:cNvSpPr>
            <a:spLocks noGrp="1"/>
          </p:cNvSpPr>
          <p:nvPr>
            <p:ph idx="1"/>
          </p:nvPr>
        </p:nvSpPr>
        <p:spPr>
          <a:xfrm>
            <a:off x="827088" y="1379538"/>
            <a:ext cx="7391400" cy="2973387"/>
          </a:xfrm>
          <a:ln/>
        </p:spPr>
        <p:txBody>
          <a:bodyPr vert="horz" wrap="square" lIns="91440" tIns="45720" rIns="91440" bIns="45720" anchor="t" anchorCtr="0">
            <a:spAutoFit/>
          </a:bodyPr>
          <a:p>
            <a:pPr>
              <a:buSzPct val="70000"/>
            </a:pPr>
            <a:r>
              <a:rPr lang="zh-CN" altLang="zh-CN" dirty="0">
                <a:latin typeface="华文中宋" panose="02010600040101010101" pitchFamily="2" charset="-122"/>
                <a:ea typeface="华文中宋" panose="02010600040101010101" pitchFamily="2" charset="-122"/>
                <a:cs typeface="+mn-cs"/>
              </a:rPr>
              <a:t>测试计划</a:t>
            </a:r>
            <a:endParaRPr lang="en-US" altLang="zh-CN" dirty="0">
              <a:latin typeface="华文中宋" panose="02010600040101010101" pitchFamily="2" charset="-122"/>
              <a:ea typeface="华文中宋" panose="02010600040101010101" pitchFamily="2" charset="-122"/>
              <a:cs typeface="+mn-cs"/>
            </a:endParaRPr>
          </a:p>
          <a:p>
            <a:pPr>
              <a:buSzPct val="70000"/>
            </a:pPr>
            <a:r>
              <a:rPr lang="zh-CN" altLang="zh-CN" dirty="0">
                <a:latin typeface="华文中宋" panose="02010600040101010101" pitchFamily="2" charset="-122"/>
                <a:ea typeface="华文中宋" panose="02010600040101010101" pitchFamily="2" charset="-122"/>
                <a:cs typeface="+mn-cs"/>
              </a:rPr>
              <a:t>测试规范</a:t>
            </a:r>
            <a:endParaRPr lang="en-US" altLang="zh-CN" dirty="0">
              <a:latin typeface="华文中宋" panose="02010600040101010101" pitchFamily="2" charset="-122"/>
              <a:ea typeface="华文中宋" panose="02010600040101010101" pitchFamily="2" charset="-122"/>
              <a:cs typeface="+mn-cs"/>
            </a:endParaRPr>
          </a:p>
          <a:p>
            <a:pPr>
              <a:buSzPct val="70000"/>
            </a:pPr>
            <a:r>
              <a:rPr lang="zh-CN" altLang="zh-CN" dirty="0">
                <a:latin typeface="华文中宋" panose="02010600040101010101" pitchFamily="2" charset="-122"/>
                <a:ea typeface="华文中宋" panose="02010600040101010101" pitchFamily="2" charset="-122"/>
                <a:cs typeface="+mn-cs"/>
              </a:rPr>
              <a:t>测试用例</a:t>
            </a:r>
            <a:endParaRPr lang="en-US" altLang="zh-CN" dirty="0">
              <a:latin typeface="华文中宋" panose="02010600040101010101" pitchFamily="2" charset="-122"/>
              <a:ea typeface="华文中宋" panose="02010600040101010101" pitchFamily="2" charset="-122"/>
              <a:cs typeface="+mn-cs"/>
            </a:endParaRPr>
          </a:p>
          <a:p>
            <a:pPr>
              <a:buSzPct val="70000"/>
            </a:pPr>
            <a:r>
              <a:rPr lang="zh-CN" altLang="zh-CN" dirty="0">
                <a:latin typeface="华文中宋" panose="02010600040101010101" pitchFamily="2" charset="-122"/>
                <a:ea typeface="华文中宋" panose="02010600040101010101" pitchFamily="2" charset="-122"/>
                <a:cs typeface="+mn-cs"/>
              </a:rPr>
              <a:t>测试报告</a:t>
            </a:r>
            <a:endParaRPr lang="en-US" altLang="zh-CN" dirty="0">
              <a:latin typeface="华文中宋" panose="02010600040101010101" pitchFamily="2" charset="-122"/>
              <a:ea typeface="华文中宋" panose="02010600040101010101" pitchFamily="2" charset="-122"/>
              <a:cs typeface="+mn-cs"/>
            </a:endParaRPr>
          </a:p>
          <a:p>
            <a:pPr>
              <a:buSzPct val="70000"/>
            </a:pPr>
            <a:r>
              <a:rPr lang="zh-CN" altLang="zh-CN" dirty="0">
                <a:latin typeface="华文中宋" panose="02010600040101010101" pitchFamily="2" charset="-122"/>
                <a:ea typeface="华文中宋" panose="02010600040101010101" pitchFamily="2" charset="-122"/>
                <a:cs typeface="+mn-cs"/>
              </a:rPr>
              <a:t>缺陷报告</a:t>
            </a:r>
            <a:endParaRPr lang="zh-CN" altLang="en-US" dirty="0">
              <a:latin typeface="华文中宋" panose="02010600040101010101" pitchFamily="2" charset="-122"/>
              <a:ea typeface="华文中宋" panose="02010600040101010101" pitchFamily="2" charset="-122"/>
              <a:cs typeface="+mn-cs"/>
            </a:endParaRPr>
          </a:p>
        </p:txBody>
      </p:sp>
      <p:sp>
        <p:nvSpPr>
          <p:cNvPr id="11268" name="页脚占位符 3"/>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800" b="1" i="0" u="none" strike="noStrike" kern="0" cap="none" spc="0" normalizeH="0" baseline="0" noProof="0" dirty="0" smtClean="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1.3 </a:t>
            </a:r>
            <a:r>
              <a:rPr kumimoji="0" lang="zh-CN" altLang="en-US" sz="2800" b="1" i="0" u="none" strike="noStrike" kern="0" cap="none" spc="0" normalizeH="0" baseline="0" noProof="0" dirty="0" smtClean="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软件测试</a:t>
            </a:r>
            <a:r>
              <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的原则</a:t>
            </a:r>
            <a:endParaRPr kumimoji="0" lang="zh-CN" altLang="en-US" sz="2800" b="1" i="0" u="none" strike="noStrike" kern="0" cap="none" spc="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endParaRPr>
          </a:p>
        </p:txBody>
      </p:sp>
      <p:sp>
        <p:nvSpPr>
          <p:cNvPr id="12291"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11268" name="Rectangle 3"/>
          <p:cNvSpPr>
            <a:spLocks noChangeArrowheads="1"/>
          </p:cNvSpPr>
          <p:nvPr/>
        </p:nvSpPr>
        <p:spPr bwMode="auto">
          <a:xfrm>
            <a:off x="430213" y="1217613"/>
            <a:ext cx="8458200" cy="470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lnSpc>
                <a:spcPct val="140000"/>
              </a:lnSpc>
              <a:spcBef>
                <a:spcPct val="20000"/>
              </a:spcBef>
              <a:buClr>
                <a:schemeClr val="accent2"/>
              </a:buClr>
              <a:buSzPct val="7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buChar char="è"/>
              <a:defRPr>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buChar char="Ø"/>
              <a:defRPr sz="16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buChar char="–"/>
              <a:defRPr sz="14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buChar char="»"/>
              <a:defRPr sz="12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ts val="3000"/>
              </a:lnSpc>
              <a:spcBef>
                <a:spcPct val="0"/>
              </a:spcBef>
              <a:spcAft>
                <a:spcPct val="0"/>
              </a:spcAft>
              <a:buClrTx/>
              <a:buSzTx/>
              <a:buFont typeface="Arial" panose="020B0604020202020204" pitchFamily="34" charset="0"/>
              <a:buChar char="•"/>
              <a:defRPr/>
            </a:pPr>
            <a:r>
              <a:rPr kumimoji="1" lang="zh-CN" altLang="en-US" sz="2400" b="0" i="0" u="none" strike="noStrike" kern="1200" cap="none" spc="0" normalizeH="0" baseline="0" noProof="0" dirty="0" smtClean="0">
                <a:ln>
                  <a:noFill/>
                </a:ln>
                <a:solidFill>
                  <a:srgbClr val="000000"/>
                </a:solidFill>
                <a:effectLst/>
                <a:uLnTx/>
                <a:uFillTx/>
                <a:latin typeface="华文中宋" panose="02010600040101010101" pitchFamily="2" charset="-122"/>
                <a:ea typeface="华文中宋" panose="02010600040101010101" pitchFamily="2" charset="-122"/>
                <a:cs typeface="+mn-cs"/>
              </a:rPr>
              <a:t>应制定测试计划并严格执行，排除随意性；</a:t>
            </a:r>
            <a:endParaRPr kumimoji="1" lang="zh-CN" altLang="en-US" sz="2400" b="0" i="0" u="none" strike="noStrike" kern="1200" cap="none" spc="0" normalizeH="0" baseline="0" noProof="0" dirty="0" smtClean="0">
              <a:ln>
                <a:noFill/>
              </a:ln>
              <a:solidFill>
                <a:srgbClr val="000000"/>
              </a:solidFill>
              <a:effectLst/>
              <a:uLnTx/>
              <a:uFillTx/>
              <a:latin typeface="华文中宋" panose="02010600040101010101" pitchFamily="2" charset="-122"/>
              <a:ea typeface="华文中宋" panose="02010600040101010101" pitchFamily="2" charset="-122"/>
              <a:cs typeface="+mn-cs"/>
            </a:endParaRPr>
          </a:p>
          <a:p>
            <a:pPr marL="342900" marR="0" lvl="0" indent="-342900" algn="l" defTabSz="914400" rtl="0" eaLnBrk="1" fontAlgn="base" latinLnBrk="0" hangingPunct="1">
              <a:lnSpc>
                <a:spcPts val="3000"/>
              </a:lnSpc>
              <a:spcBef>
                <a:spcPct val="0"/>
              </a:spcBef>
              <a:spcAft>
                <a:spcPct val="0"/>
              </a:spcAft>
              <a:buClrTx/>
              <a:buSzTx/>
              <a:buFont typeface="Arial" panose="020B0604020202020204" pitchFamily="34" charset="0"/>
              <a:buChar char="•"/>
              <a:defRPr/>
            </a:pPr>
            <a:r>
              <a:rPr kumimoji="1" lang="zh-CN" altLang="zh-CN" sz="2400" b="0" i="0" u="none" strike="noStrike" kern="1200" cap="none" spc="0" normalizeH="0" baseline="0" noProof="0" dirty="0" smtClean="0">
                <a:ln>
                  <a:noFill/>
                </a:ln>
                <a:solidFill>
                  <a:srgbClr val="000000"/>
                </a:solidFill>
                <a:effectLst/>
                <a:uLnTx/>
                <a:uFillTx/>
                <a:latin typeface="华文中宋" panose="02010600040101010101" pitchFamily="2" charset="-122"/>
                <a:ea typeface="华文中宋" panose="02010600040101010101" pitchFamily="2" charset="-122"/>
                <a:cs typeface="+mn-cs"/>
              </a:rPr>
              <a:t>应尽早地开始软件测试</a:t>
            </a:r>
            <a:endParaRPr kumimoji="1" lang="en-US" altLang="zh-CN" sz="2400" b="0" i="0" u="none" strike="noStrike" kern="1200" cap="none" spc="0" normalizeH="0" baseline="0" noProof="0" dirty="0" smtClean="0">
              <a:ln>
                <a:noFill/>
              </a:ln>
              <a:solidFill>
                <a:srgbClr val="000000"/>
              </a:solidFill>
              <a:effectLst/>
              <a:uLnTx/>
              <a:uFillTx/>
              <a:latin typeface="华文中宋" panose="02010600040101010101" pitchFamily="2" charset="-122"/>
              <a:ea typeface="华文中宋" panose="02010600040101010101" pitchFamily="2" charset="-122"/>
              <a:cs typeface="+mn-cs"/>
            </a:endParaRPr>
          </a:p>
          <a:p>
            <a:pPr marL="342900" marR="0" lvl="0" indent="-342900" algn="l" defTabSz="914400" rtl="0" eaLnBrk="1" fontAlgn="base" latinLnBrk="0" hangingPunct="1">
              <a:lnSpc>
                <a:spcPts val="3000"/>
              </a:lnSpc>
              <a:spcBef>
                <a:spcPct val="0"/>
              </a:spcBef>
              <a:spcAft>
                <a:spcPct val="0"/>
              </a:spcAft>
              <a:buClrTx/>
              <a:buSzTx/>
              <a:buFont typeface="Arial" panose="020B0604020202020204" pitchFamily="34" charset="0"/>
              <a:buChar char="•"/>
              <a:defRPr/>
            </a:pPr>
            <a:r>
              <a:rPr kumimoji="1" lang="zh-CN" altLang="zh-CN" sz="2400" b="0" i="0" u="none" strike="noStrike" kern="1200" cap="none" spc="0" normalizeH="0" baseline="0" noProof="0" dirty="0" smtClean="0">
                <a:ln>
                  <a:noFill/>
                </a:ln>
                <a:solidFill>
                  <a:srgbClr val="000000"/>
                </a:solidFill>
                <a:effectLst/>
                <a:uLnTx/>
                <a:uFillTx/>
                <a:latin typeface="华文中宋" panose="02010600040101010101" pitchFamily="2" charset="-122"/>
                <a:ea typeface="华文中宋" panose="02010600040101010101" pitchFamily="2" charset="-122"/>
                <a:cs typeface="+mn-cs"/>
              </a:rPr>
              <a:t>避免程序员测试自己的程序</a:t>
            </a:r>
            <a:endParaRPr kumimoji="1" lang="en-US" altLang="zh-CN" sz="2400" b="0" i="0" u="none" strike="noStrike" kern="1200" cap="none" spc="0" normalizeH="0" baseline="0" noProof="0" dirty="0" smtClean="0">
              <a:ln>
                <a:noFill/>
              </a:ln>
              <a:solidFill>
                <a:srgbClr val="000000"/>
              </a:solidFill>
              <a:effectLst/>
              <a:uLnTx/>
              <a:uFillTx/>
              <a:latin typeface="华文中宋" panose="02010600040101010101" pitchFamily="2" charset="-122"/>
              <a:ea typeface="华文中宋" panose="02010600040101010101" pitchFamily="2" charset="-122"/>
              <a:cs typeface="+mn-cs"/>
            </a:endParaRPr>
          </a:p>
          <a:p>
            <a:pPr marL="342900" marR="0" lvl="0" indent="-342900" algn="l" defTabSz="914400" rtl="0" eaLnBrk="1" fontAlgn="base" latinLnBrk="0" hangingPunct="1">
              <a:lnSpc>
                <a:spcPts val="3000"/>
              </a:lnSpc>
              <a:spcBef>
                <a:spcPct val="0"/>
              </a:spcBef>
              <a:spcAft>
                <a:spcPct val="0"/>
              </a:spcAft>
              <a:buClrTx/>
              <a:buSzTx/>
              <a:buFont typeface="Arial" panose="020B0604020202020204" pitchFamily="34" charset="0"/>
              <a:buChar char="•"/>
              <a:defRPr/>
            </a:pPr>
            <a:r>
              <a:rPr kumimoji="1" lang="zh-CN" altLang="zh-CN" sz="2400" b="0" i="0" u="none" strike="noStrike" kern="1200" cap="none" spc="0" normalizeH="0" baseline="0" noProof="0" dirty="0" smtClean="0">
                <a:ln>
                  <a:noFill/>
                </a:ln>
                <a:solidFill>
                  <a:srgbClr val="000000"/>
                </a:solidFill>
                <a:effectLst/>
                <a:uLnTx/>
                <a:uFillTx/>
                <a:latin typeface="华文中宋" panose="02010600040101010101" pitchFamily="2" charset="-122"/>
                <a:ea typeface="华文中宋" panose="02010600040101010101" pitchFamily="2" charset="-122"/>
                <a:cs typeface="+mn-cs"/>
              </a:rPr>
              <a:t>注重设计测试用例</a:t>
            </a:r>
            <a:r>
              <a:rPr kumimoji="1" lang="zh-CN" altLang="en-US" sz="2400" b="0" i="0" u="none" strike="noStrike" kern="1200" cap="none" spc="0" normalizeH="0" baseline="0" noProof="0" dirty="0" smtClean="0">
                <a:ln>
                  <a:noFill/>
                </a:ln>
                <a:solidFill>
                  <a:srgbClr val="000000"/>
                </a:solidFill>
                <a:effectLst/>
                <a:uLnTx/>
                <a:uFillTx/>
                <a:latin typeface="华文中宋" panose="02010600040101010101" pitchFamily="2" charset="-122"/>
                <a:ea typeface="华文中宋" panose="02010600040101010101" pitchFamily="2" charset="-122"/>
                <a:cs typeface="+mn-cs"/>
              </a:rPr>
              <a:t>，测试数据不仅要选择合理的输入数据，还要选择不合理的输入数据；</a:t>
            </a:r>
            <a:endParaRPr kumimoji="1" lang="en-US" altLang="zh-CN" sz="2400" b="0" i="0" u="none" strike="noStrike" kern="1200" cap="none" spc="0" normalizeH="0" baseline="0" noProof="0" dirty="0" smtClean="0">
              <a:ln>
                <a:noFill/>
              </a:ln>
              <a:solidFill>
                <a:srgbClr val="000000"/>
              </a:solidFill>
              <a:effectLst/>
              <a:uLnTx/>
              <a:uFillTx/>
              <a:latin typeface="华文中宋" panose="02010600040101010101" pitchFamily="2" charset="-122"/>
              <a:ea typeface="华文中宋" panose="02010600040101010101" pitchFamily="2" charset="-122"/>
              <a:cs typeface="+mn-cs"/>
            </a:endParaRPr>
          </a:p>
          <a:p>
            <a:pPr marL="342900" marR="0" lvl="0" indent="-342900" algn="l" defTabSz="914400" rtl="0" eaLnBrk="1" fontAlgn="base" latinLnBrk="0" hangingPunct="1">
              <a:lnSpc>
                <a:spcPts val="3000"/>
              </a:lnSpc>
              <a:spcBef>
                <a:spcPct val="0"/>
              </a:spcBef>
              <a:spcAft>
                <a:spcPct val="0"/>
              </a:spcAft>
              <a:buClrTx/>
              <a:buSzTx/>
              <a:buFont typeface="Arial" panose="020B0604020202020204" pitchFamily="34" charset="0"/>
              <a:buChar char="•"/>
              <a:defRPr/>
            </a:pPr>
            <a:r>
              <a:rPr kumimoji="1" lang="zh-CN" altLang="zh-CN" sz="2400" b="0" i="0" u="none" strike="noStrike" kern="1200" cap="none" spc="0" normalizeH="0" baseline="0" noProof="0" dirty="0" smtClean="0">
                <a:ln>
                  <a:noFill/>
                </a:ln>
                <a:solidFill>
                  <a:srgbClr val="000000"/>
                </a:solidFill>
                <a:effectLst/>
                <a:uLnTx/>
                <a:uFillTx/>
                <a:latin typeface="华文中宋" panose="02010600040101010101" pitchFamily="2" charset="-122"/>
                <a:ea typeface="华文中宋" panose="02010600040101010101" pitchFamily="2" charset="-122"/>
                <a:cs typeface="+mn-cs"/>
              </a:rPr>
              <a:t>对发现错误较多的程序段，应进行更深入的测试</a:t>
            </a:r>
            <a:r>
              <a:rPr kumimoji="1" lang="zh-CN" altLang="en-US" sz="2400" b="0" i="0" u="none" strike="noStrike" kern="1200" cap="none" spc="0" normalizeH="0" baseline="0" noProof="0" dirty="0" smtClean="0">
                <a:ln>
                  <a:noFill/>
                </a:ln>
                <a:solidFill>
                  <a:srgbClr val="000000"/>
                </a:solidFill>
                <a:effectLst/>
                <a:uLnTx/>
                <a:uFillTx/>
                <a:latin typeface="华文中宋" panose="02010600040101010101" pitchFamily="2" charset="-122"/>
                <a:ea typeface="华文中宋" panose="02010600040101010101" pitchFamily="2" charset="-122"/>
                <a:cs typeface="+mn-cs"/>
              </a:rPr>
              <a:t>。</a:t>
            </a:r>
            <a:r>
              <a:rPr kumimoji="1" lang="zh-CN" altLang="zh-CN" sz="2000" b="0" i="0" u="none" strike="noStrike" kern="1200" cap="none" spc="0" normalizeH="0" baseline="0" noProof="0" dirty="0" smtClean="0">
                <a:ln>
                  <a:noFill/>
                </a:ln>
                <a:solidFill>
                  <a:schemeClr val="accent6"/>
                </a:solidFill>
                <a:effectLst/>
                <a:uLnTx/>
                <a:uFillTx/>
                <a:latin typeface="华文中宋" panose="02010600040101010101" pitchFamily="2" charset="-122"/>
                <a:ea typeface="华文中宋" panose="02010600040101010101" pitchFamily="2" charset="-122"/>
                <a:cs typeface="+mn-cs"/>
              </a:rPr>
              <a:t>在</a:t>
            </a:r>
            <a:r>
              <a:rPr kumimoji="1" lang="en-US" altLang="zh-CN" sz="2000" b="0" i="0" u="none" strike="noStrike" kern="1200" cap="none" spc="0" normalizeH="0" baseline="0" noProof="0" dirty="0" smtClean="0">
                <a:ln>
                  <a:noFill/>
                </a:ln>
                <a:solidFill>
                  <a:schemeClr val="accent6"/>
                </a:solidFill>
                <a:effectLst/>
                <a:uLnTx/>
                <a:uFillTx/>
                <a:latin typeface="华文中宋" panose="02010600040101010101" pitchFamily="2" charset="-122"/>
                <a:ea typeface="华文中宋" panose="02010600040101010101" pitchFamily="2" charset="-122"/>
                <a:cs typeface="+mn-cs"/>
              </a:rPr>
              <a:t>IBM370</a:t>
            </a:r>
            <a:r>
              <a:rPr kumimoji="1" lang="zh-CN" altLang="zh-CN" sz="2000" b="0" i="0" u="none" strike="noStrike" kern="1200" cap="none" spc="0" normalizeH="0" baseline="0" noProof="0" dirty="0" smtClean="0">
                <a:ln>
                  <a:noFill/>
                </a:ln>
                <a:solidFill>
                  <a:schemeClr val="accent6"/>
                </a:solidFill>
                <a:effectLst/>
                <a:uLnTx/>
                <a:uFillTx/>
                <a:latin typeface="华文中宋" panose="02010600040101010101" pitchFamily="2" charset="-122"/>
                <a:ea typeface="华文中宋" panose="02010600040101010101" pitchFamily="2" charset="-122"/>
                <a:cs typeface="+mn-cs"/>
              </a:rPr>
              <a:t>的某个操作系统中，</a:t>
            </a:r>
            <a:r>
              <a:rPr kumimoji="1" lang="en-US" altLang="zh-CN" sz="2000" b="0" i="0" u="none" strike="noStrike" kern="1200" cap="none" spc="0" normalizeH="0" baseline="0" noProof="0" dirty="0" smtClean="0">
                <a:ln>
                  <a:noFill/>
                </a:ln>
                <a:solidFill>
                  <a:schemeClr val="accent6"/>
                </a:solidFill>
                <a:effectLst/>
                <a:uLnTx/>
                <a:uFillTx/>
                <a:latin typeface="华文中宋" panose="02010600040101010101" pitchFamily="2" charset="-122"/>
                <a:ea typeface="华文中宋" panose="02010600040101010101" pitchFamily="2" charset="-122"/>
                <a:cs typeface="+mn-cs"/>
              </a:rPr>
              <a:t>47%</a:t>
            </a:r>
            <a:r>
              <a:rPr kumimoji="1" lang="zh-CN" altLang="zh-CN" sz="2000" b="0" i="0" u="none" strike="noStrike" kern="1200" cap="none" spc="0" normalizeH="0" baseline="0" noProof="0" dirty="0" smtClean="0">
                <a:ln>
                  <a:noFill/>
                </a:ln>
                <a:solidFill>
                  <a:schemeClr val="accent6"/>
                </a:solidFill>
                <a:effectLst/>
                <a:uLnTx/>
                <a:uFillTx/>
                <a:latin typeface="华文中宋" panose="02010600040101010101" pitchFamily="2" charset="-122"/>
                <a:ea typeface="华文中宋" panose="02010600040101010101" pitchFamily="2" charset="-122"/>
                <a:cs typeface="+mn-cs"/>
              </a:rPr>
              <a:t>的错误和缺陷集中在</a:t>
            </a:r>
            <a:r>
              <a:rPr kumimoji="1" lang="en-US" altLang="zh-CN" sz="2000" b="0" i="0" u="none" strike="noStrike" kern="1200" cap="none" spc="0" normalizeH="0" baseline="0" noProof="0" dirty="0" smtClean="0">
                <a:ln>
                  <a:noFill/>
                </a:ln>
                <a:solidFill>
                  <a:schemeClr val="accent6"/>
                </a:solidFill>
                <a:effectLst/>
                <a:uLnTx/>
                <a:uFillTx/>
                <a:latin typeface="华文中宋" panose="02010600040101010101" pitchFamily="2" charset="-122"/>
                <a:ea typeface="华文中宋" panose="02010600040101010101" pitchFamily="2" charset="-122"/>
                <a:cs typeface="+mn-cs"/>
              </a:rPr>
              <a:t>4%</a:t>
            </a:r>
            <a:r>
              <a:rPr kumimoji="1" lang="zh-CN" altLang="zh-CN" sz="2000" b="0" i="0" u="none" strike="noStrike" kern="1200" cap="none" spc="0" normalizeH="0" baseline="0" noProof="0" dirty="0" smtClean="0">
                <a:ln>
                  <a:noFill/>
                </a:ln>
                <a:solidFill>
                  <a:schemeClr val="accent6"/>
                </a:solidFill>
                <a:effectLst/>
                <a:uLnTx/>
                <a:uFillTx/>
                <a:latin typeface="华文中宋" panose="02010600040101010101" pitchFamily="2" charset="-122"/>
                <a:ea typeface="华文中宋" panose="02010600040101010101" pitchFamily="2" charset="-122"/>
                <a:cs typeface="+mn-cs"/>
              </a:rPr>
              <a:t>的代码中。</a:t>
            </a:r>
            <a:endParaRPr kumimoji="1" lang="en-US" altLang="zh-CN" sz="1800" b="0" i="0" u="none" strike="noStrike" kern="1200" cap="none" spc="0" normalizeH="0" baseline="0" noProof="0" dirty="0" smtClean="0">
              <a:ln>
                <a:noFill/>
              </a:ln>
              <a:solidFill>
                <a:schemeClr val="accent6"/>
              </a:solidFill>
              <a:effectLst/>
              <a:uLnTx/>
              <a:uFillTx/>
              <a:latin typeface="华文中宋" panose="02010600040101010101" pitchFamily="2" charset="-122"/>
              <a:ea typeface="华文中宋" panose="02010600040101010101" pitchFamily="2" charset="-122"/>
              <a:cs typeface="+mn-cs"/>
            </a:endParaRPr>
          </a:p>
          <a:p>
            <a:pPr marL="342900" marR="0" lvl="0" indent="-342900" algn="l" defTabSz="914400" rtl="0" eaLnBrk="1" fontAlgn="base" latinLnBrk="0" hangingPunct="1">
              <a:lnSpc>
                <a:spcPts val="3000"/>
              </a:lnSpc>
              <a:spcBef>
                <a:spcPct val="0"/>
              </a:spcBef>
              <a:spcAft>
                <a:spcPct val="0"/>
              </a:spcAft>
              <a:buClrTx/>
              <a:buSzTx/>
              <a:buFont typeface="Arial" panose="020B0604020202020204" pitchFamily="34" charset="0"/>
              <a:buChar char="•"/>
              <a:defRPr/>
            </a:pPr>
            <a:r>
              <a:rPr kumimoji="1" lang="zh-CN" altLang="zh-CN" sz="2400" b="0" i="0" u="none" strike="noStrike" kern="1200" cap="none" spc="0" normalizeH="0" baseline="0" noProof="0" dirty="0" smtClean="0">
                <a:ln>
                  <a:noFill/>
                </a:ln>
                <a:solidFill>
                  <a:srgbClr val="000000"/>
                </a:solidFill>
                <a:effectLst/>
                <a:uLnTx/>
                <a:uFillTx/>
                <a:latin typeface="华文中宋" panose="02010600040101010101" pitchFamily="2" charset="-122"/>
                <a:ea typeface="华文中宋" panose="02010600040101010101" pitchFamily="2" charset="-122"/>
                <a:cs typeface="+mn-cs"/>
              </a:rPr>
              <a:t>测试不能证明软件无错</a:t>
            </a:r>
            <a:endParaRPr kumimoji="1" lang="en-US" altLang="zh-CN" sz="2400" b="0" i="0" u="none" strike="noStrike" kern="1200" cap="none" spc="0" normalizeH="0" baseline="0" noProof="0" dirty="0" smtClean="0">
              <a:ln>
                <a:noFill/>
              </a:ln>
              <a:solidFill>
                <a:srgbClr val="000000"/>
              </a:solidFill>
              <a:effectLst/>
              <a:uLnTx/>
              <a:uFillTx/>
              <a:latin typeface="华文中宋" panose="02010600040101010101" pitchFamily="2" charset="-122"/>
              <a:ea typeface="华文中宋" panose="02010600040101010101" pitchFamily="2" charset="-122"/>
              <a:cs typeface="+mn-cs"/>
            </a:endParaRPr>
          </a:p>
          <a:p>
            <a:pPr marL="342900" marR="0" lvl="0" indent="-342900" algn="l" defTabSz="914400" rtl="0" eaLnBrk="1" fontAlgn="base" latinLnBrk="0" hangingPunct="1">
              <a:lnSpc>
                <a:spcPts val="3000"/>
              </a:lnSpc>
              <a:spcBef>
                <a:spcPct val="0"/>
              </a:spcBef>
              <a:spcAft>
                <a:spcPct val="0"/>
              </a:spcAft>
              <a:buClrTx/>
              <a:buSzTx/>
              <a:buFont typeface="Arial" panose="020B0604020202020204" pitchFamily="34" charset="0"/>
              <a:buChar char="•"/>
              <a:defRPr/>
            </a:pPr>
            <a:r>
              <a:rPr kumimoji="1" lang="zh-CN" altLang="zh-CN" sz="2400" b="0" i="0" u="none" strike="noStrike" kern="1200" cap="none" spc="0" normalizeH="0" baseline="0" noProof="0" dirty="0" smtClean="0">
                <a:ln>
                  <a:noFill/>
                </a:ln>
                <a:solidFill>
                  <a:srgbClr val="000000"/>
                </a:solidFill>
                <a:effectLst/>
                <a:uLnTx/>
                <a:uFillTx/>
                <a:latin typeface="华文中宋" panose="02010600040101010101" pitchFamily="2" charset="-122"/>
                <a:ea typeface="华文中宋" panose="02010600040101010101" pitchFamily="2" charset="-122"/>
                <a:cs typeface="+mn-cs"/>
              </a:rPr>
              <a:t>软件缺陷的“免疫力”</a:t>
            </a:r>
            <a:endParaRPr kumimoji="1" lang="en-US" altLang="zh-CN" sz="2400" b="0" i="0" u="none" strike="noStrike" kern="1200" cap="none" spc="0" normalizeH="0" baseline="0" noProof="0" dirty="0" smtClean="0">
              <a:ln>
                <a:noFill/>
              </a:ln>
              <a:solidFill>
                <a:srgbClr val="000000"/>
              </a:solidFill>
              <a:effectLst/>
              <a:uLnTx/>
              <a:uFillTx/>
              <a:latin typeface="华文中宋" panose="02010600040101010101" pitchFamily="2" charset="-122"/>
              <a:ea typeface="华文中宋" panose="02010600040101010101" pitchFamily="2" charset="-122"/>
              <a:cs typeface="+mn-cs"/>
            </a:endParaRPr>
          </a:p>
          <a:p>
            <a:pPr marL="342900" marR="0" lvl="0" indent="-342900" algn="l" defTabSz="914400" rtl="0" eaLnBrk="1" fontAlgn="base" latinLnBrk="0" hangingPunct="1">
              <a:lnSpc>
                <a:spcPts val="3000"/>
              </a:lnSpc>
              <a:spcBef>
                <a:spcPct val="0"/>
              </a:spcBef>
              <a:spcAft>
                <a:spcPct val="0"/>
              </a:spcAft>
              <a:buClrTx/>
              <a:buSzTx/>
              <a:buFont typeface="Arial" panose="020B0604020202020204" pitchFamily="34" charset="0"/>
              <a:buChar char="•"/>
              <a:defRPr/>
            </a:pPr>
            <a:r>
              <a:rPr kumimoji="1" lang="zh-CN" altLang="zh-CN" sz="2400" b="0" i="0" u="none" strike="noStrike" kern="1200" cap="none" spc="0" normalizeH="0" baseline="0" noProof="0" dirty="0" smtClean="0">
                <a:ln>
                  <a:noFill/>
                </a:ln>
                <a:solidFill>
                  <a:srgbClr val="000000"/>
                </a:solidFill>
                <a:effectLst/>
                <a:uLnTx/>
                <a:uFillTx/>
                <a:latin typeface="华文中宋" panose="02010600040101010101" pitchFamily="2" charset="-122"/>
                <a:ea typeface="华文中宋" panose="02010600040101010101" pitchFamily="2" charset="-122"/>
                <a:cs typeface="+mn-cs"/>
              </a:rPr>
              <a:t>全面记录每一个测试结果</a:t>
            </a:r>
            <a:endParaRPr kumimoji="1" lang="zh-CN" altLang="en-US" sz="2400" b="0" i="0" u="none" strike="noStrike" kern="1200" cap="none" spc="0" normalizeH="0" baseline="0" noProof="0" dirty="0" smtClean="0">
              <a:ln>
                <a:noFill/>
              </a:ln>
              <a:solidFill>
                <a:srgbClr val="000000"/>
              </a:solidFill>
              <a:effectLst/>
              <a:uLnTx/>
              <a:uFillTx/>
              <a:latin typeface="华文中宋" panose="02010600040101010101" pitchFamily="2" charset="-122"/>
              <a:ea typeface="华文中宋" panose="02010600040101010101" pitchFamily="2" charset="-122"/>
              <a:cs typeface="+mn-cs"/>
            </a:endParaRPr>
          </a:p>
          <a:p>
            <a:pPr marL="342900" marR="0" lvl="0" indent="-342900" algn="l" defTabSz="914400" rtl="0" eaLnBrk="1" fontAlgn="base" latinLnBrk="0" hangingPunct="1">
              <a:lnSpc>
                <a:spcPts val="3000"/>
              </a:lnSpc>
              <a:spcBef>
                <a:spcPct val="0"/>
              </a:spcBef>
              <a:spcAft>
                <a:spcPct val="0"/>
              </a:spcAft>
              <a:buClrTx/>
              <a:buSzTx/>
              <a:buFont typeface="Arial" panose="020B0604020202020204" pitchFamily="34" charset="0"/>
              <a:buChar char="•"/>
              <a:defRPr/>
            </a:pPr>
            <a:r>
              <a:rPr kumimoji="1" lang="zh-CN" altLang="en-US" sz="2400" b="0" i="0" u="none" strike="noStrike" kern="1200" cap="none" spc="0" normalizeH="0" baseline="0" noProof="0" dirty="0" smtClean="0">
                <a:ln>
                  <a:noFill/>
                </a:ln>
                <a:solidFill>
                  <a:srgbClr val="000000"/>
                </a:solidFill>
                <a:effectLst/>
                <a:uLnTx/>
                <a:uFillTx/>
                <a:latin typeface="华文中宋" panose="02010600040101010101" pitchFamily="2" charset="-122"/>
                <a:ea typeface="华文中宋" panose="02010600040101010101" pitchFamily="2" charset="-122"/>
                <a:cs typeface="+mn-cs"/>
              </a:rPr>
              <a:t>长期保留测试用例等文档；</a:t>
            </a:r>
            <a:endParaRPr kumimoji="1" lang="zh-CN" altLang="en-US" sz="2400" b="0" i="0" u="none" strike="noStrike" kern="1200" cap="none" spc="0" normalizeH="0" baseline="0" noProof="0" dirty="0" smtClean="0">
              <a:ln>
                <a:noFill/>
              </a:ln>
              <a:solidFill>
                <a:srgbClr val="000000"/>
              </a:solidFill>
              <a:effectLst/>
              <a:uLnTx/>
              <a:uFillTx/>
              <a:latin typeface="华文中宋" panose="02010600040101010101" pitchFamily="2" charset="-122"/>
              <a:ea typeface="华文中宋" panose="02010600040101010101" pitchFamily="2" charset="-122"/>
              <a:cs typeface="+mn-cs"/>
            </a:endParaRPr>
          </a:p>
          <a:p>
            <a:pPr marL="342900" marR="0" lvl="0" indent="-342900" algn="l" defTabSz="914400" rtl="0" eaLnBrk="1" fontAlgn="base" latinLnBrk="0" hangingPunct="1">
              <a:lnSpc>
                <a:spcPts val="3000"/>
              </a:lnSpc>
              <a:spcBef>
                <a:spcPct val="0"/>
              </a:spcBef>
              <a:spcAft>
                <a:spcPct val="0"/>
              </a:spcAft>
              <a:buClrTx/>
              <a:buSzTx/>
              <a:buFont typeface="Arial" panose="020B0604020202020204" pitchFamily="34" charset="0"/>
              <a:buChar char="•"/>
              <a:defRPr/>
            </a:pPr>
            <a:r>
              <a:rPr kumimoji="1" lang="zh-CN" altLang="zh-CN" sz="2400" b="0" i="0" u="none" strike="noStrike" kern="1200" cap="none" spc="0" normalizeH="0" baseline="0" noProof="0" dirty="0" smtClean="0">
                <a:ln>
                  <a:noFill/>
                </a:ln>
                <a:solidFill>
                  <a:srgbClr val="000000"/>
                </a:solidFill>
                <a:effectLst/>
                <a:uLnTx/>
                <a:uFillTx/>
                <a:latin typeface="华文中宋" panose="02010600040101010101" pitchFamily="2" charset="-122"/>
                <a:ea typeface="华文中宋" panose="02010600040101010101" pitchFamily="2" charset="-122"/>
                <a:cs typeface="+mn-cs"/>
              </a:rPr>
              <a:t>并非所有软件缺陷都修复</a:t>
            </a:r>
            <a:endParaRPr kumimoji="1" lang="zh-CN" altLang="en-US" sz="2400" b="0" i="0" u="none" strike="noStrike" kern="1200" cap="none" spc="0" normalizeH="0" baseline="0" noProof="0" dirty="0" smtClean="0">
              <a:ln>
                <a:noFill/>
              </a:ln>
              <a:solidFill>
                <a:srgbClr val="000000"/>
              </a:solidFill>
              <a:effectLst/>
              <a:uLnTx/>
              <a:uFillTx/>
              <a:latin typeface="华文中宋" panose="02010600040101010101" pitchFamily="2" charset="-122"/>
              <a:ea typeface="华文中宋" panose="02010600040101010101" pitchFamily="2" charset="-122"/>
              <a:cs typeface="+mn-cs"/>
            </a:endParaRPr>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800" b="1" i="0" u="none" strike="noStrike" kern="0" cap="none" spc="0" normalizeH="0" baseline="0" noProof="0" dirty="0" smtClean="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1.4 </a:t>
            </a:r>
            <a:r>
              <a:rPr kumimoji="0" lang="zh-CN" altLang="en-US" sz="2800" b="1" i="0" u="none" strike="noStrike" kern="0" cap="none" spc="0" normalizeH="0" baseline="0" noProof="0" dirty="0" smtClean="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软件测试的类型</a:t>
            </a:r>
            <a:endParaRPr kumimoji="0" lang="zh-CN" altLang="en-US" sz="2800" b="1" i="0" u="none" strike="noStrike" kern="0" cap="none" spc="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endParaRPr>
          </a:p>
        </p:txBody>
      </p:sp>
      <p:sp>
        <p:nvSpPr>
          <p:cNvPr id="13315"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11268" name="Rectangle 3"/>
          <p:cNvSpPr>
            <a:spLocks noChangeArrowheads="1"/>
          </p:cNvSpPr>
          <p:nvPr/>
        </p:nvSpPr>
        <p:spPr bwMode="auto">
          <a:xfrm>
            <a:off x="430213" y="1027113"/>
            <a:ext cx="8458200" cy="5630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lnSpc>
                <a:spcPct val="140000"/>
              </a:lnSpc>
              <a:spcBef>
                <a:spcPct val="20000"/>
              </a:spcBef>
              <a:buClr>
                <a:schemeClr val="accent2"/>
              </a:buClr>
              <a:buSzPct val="7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buChar char="è"/>
              <a:defRPr>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buChar char="Ø"/>
              <a:defRPr sz="16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buChar char="–"/>
              <a:defRPr sz="14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buChar char="»"/>
              <a:defRPr sz="12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0"/>
              </a:spcBef>
              <a:spcAft>
                <a:spcPct val="0"/>
              </a:spcAft>
              <a:buClrTx/>
              <a:buSzTx/>
              <a:buFont typeface="Wingdings" panose="05000000000000000000" pitchFamily="2" charset="2"/>
              <a:buNone/>
              <a:defRPr/>
            </a:pPr>
            <a:r>
              <a:rPr kumimoji="1" lang="en-US" altLang="zh-CN" sz="2400" b="0" i="0" u="none" strike="noStrike" kern="1200" cap="none" spc="0" normalizeH="0" baseline="0" noProof="0" dirty="0" smtClean="0">
                <a:ln>
                  <a:noFill/>
                </a:ln>
                <a:solidFill>
                  <a:srgbClr val="000000"/>
                </a:solidFill>
                <a:effectLst/>
                <a:uLnTx/>
                <a:uFillTx/>
                <a:latin typeface="华文中宋" panose="02010600040101010101" pitchFamily="2" charset="-122"/>
                <a:ea typeface="华文中宋" panose="02010600040101010101" pitchFamily="2" charset="-122"/>
                <a:cs typeface="+mn-cs"/>
              </a:rPr>
              <a:t>1.</a:t>
            </a:r>
            <a:r>
              <a:rPr kumimoji="1" lang="zh-CN" altLang="en-US" sz="2400" b="0" i="0" u="none" strike="noStrike" kern="1200" cap="none" spc="0" normalizeH="0" baseline="0" noProof="0" dirty="0" smtClean="0">
                <a:ln>
                  <a:noFill/>
                </a:ln>
                <a:solidFill>
                  <a:srgbClr val="000000"/>
                </a:solidFill>
                <a:effectLst/>
                <a:uLnTx/>
                <a:uFillTx/>
                <a:latin typeface="华文中宋" panose="02010600040101010101" pitchFamily="2" charset="-122"/>
                <a:ea typeface="华文中宋" panose="02010600040101010101" pitchFamily="2" charset="-122"/>
                <a:cs typeface="+mn-cs"/>
              </a:rPr>
              <a:t>静态测试和动态测试</a:t>
            </a:r>
            <a:endParaRPr kumimoji="1" lang="en-US" altLang="zh-CN" sz="2400" b="0" i="0" u="none" strike="noStrike" kern="1200" cap="none" spc="0" normalizeH="0" baseline="0" noProof="0" dirty="0" smtClean="0">
              <a:ln>
                <a:noFill/>
              </a:ln>
              <a:solidFill>
                <a:srgbClr val="000000"/>
              </a:solidFill>
              <a:effectLst/>
              <a:uLnTx/>
              <a:uFillTx/>
              <a:latin typeface="华文中宋" panose="02010600040101010101" pitchFamily="2" charset="-122"/>
              <a:ea typeface="华文中宋" panose="02010600040101010101" pitchFamily="2" charset="-122"/>
              <a:cs typeface="+mn-cs"/>
            </a:endParaRPr>
          </a:p>
          <a:p>
            <a:pPr marL="342900" marR="0" lvl="0" indent="-342900" algn="l" defTabSz="914400" rtl="0" eaLnBrk="1" fontAlgn="base" latinLnBrk="0" hangingPunct="1">
              <a:lnSpc>
                <a:spcPct val="150000"/>
              </a:lnSpc>
              <a:spcBef>
                <a:spcPct val="0"/>
              </a:spcBef>
              <a:spcAft>
                <a:spcPct val="0"/>
              </a:spcAft>
              <a:buClrTx/>
              <a:buSzTx/>
              <a:buFont typeface="Arial" panose="020B0604020202020204" pitchFamily="34" charset="0"/>
              <a:buChar char="•"/>
              <a:defRPr/>
            </a:pPr>
            <a:r>
              <a:rPr kumimoji="0" lang="zh-CN" altLang="zh-CN" sz="2400" b="1" i="0" u="none" strike="noStrike" kern="1200" cap="none" spc="0" normalizeH="0" baseline="0" noProof="0" dirty="0" smtClean="0">
                <a:ln>
                  <a:noFill/>
                </a:ln>
                <a:solidFill>
                  <a:schemeClr val="tx1"/>
                </a:solidFill>
                <a:effectLst/>
                <a:uLnTx/>
                <a:uFillTx/>
                <a:latin typeface="Arial" panose="020B0604020202020204" pitchFamily="34" charset="0"/>
                <a:ea typeface="宋体" panose="02010600030101010101" pitchFamily="2" charset="-122"/>
                <a:cs typeface="+mn-cs"/>
              </a:rPr>
              <a:t>静态测试是指不运行被测程序本身，仅通过分析或检查源程序的语法、结构、过程、接口等来检查程序的正确性。</a:t>
            </a:r>
            <a:endParaRPr kumimoji="0" lang="en-US" altLang="zh-CN" sz="2400" b="1" i="0" u="none" strike="noStrike" kern="1200" cap="none" spc="0" normalizeH="0" baseline="0" noProof="0" dirty="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342900" marR="0" lvl="0" indent="-342900" algn="l" defTabSz="914400" rtl="0" eaLnBrk="1" fontAlgn="base" latinLnBrk="0" hangingPunct="1">
              <a:lnSpc>
                <a:spcPct val="150000"/>
              </a:lnSpc>
              <a:spcBef>
                <a:spcPct val="0"/>
              </a:spcBef>
              <a:spcAft>
                <a:spcPct val="0"/>
              </a:spcAft>
              <a:buClrTx/>
              <a:buSzTx/>
              <a:buFont typeface="Arial" panose="020B0604020202020204" pitchFamily="34" charset="0"/>
              <a:buChar char="•"/>
              <a:defRPr/>
            </a:pPr>
            <a:r>
              <a:rPr kumimoji="0" lang="zh-CN" altLang="zh-CN" sz="2400" b="1" i="0" u="none" strike="noStrike" kern="1200" cap="none" spc="0" normalizeH="0" baseline="0" noProof="0" dirty="0" smtClean="0">
                <a:ln>
                  <a:noFill/>
                </a:ln>
                <a:solidFill>
                  <a:schemeClr val="tx1"/>
                </a:solidFill>
                <a:effectLst/>
                <a:uLnTx/>
                <a:uFillTx/>
                <a:latin typeface="Arial" panose="020B0604020202020204" pitchFamily="34" charset="0"/>
                <a:ea typeface="宋体" panose="02010600030101010101" pitchFamily="2" charset="-122"/>
                <a:cs typeface="+mn-cs"/>
              </a:rPr>
              <a:t>静态测试可以对需求规格说明书、软件设计说明书、源程序做结构分析、流程图分析、符号执行来找错。</a:t>
            </a:r>
            <a:endParaRPr kumimoji="0" lang="en-US" altLang="zh-CN" sz="2400" b="1" i="0" u="none" strike="noStrike" kern="1200" cap="none" spc="0" normalizeH="0" baseline="0" noProof="0" dirty="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342900" marR="0" lvl="0" indent="-342900" algn="l" defTabSz="914400" rtl="0" eaLnBrk="1" fontAlgn="base" latinLnBrk="0" hangingPunct="1">
              <a:lnSpc>
                <a:spcPct val="150000"/>
              </a:lnSpc>
              <a:spcBef>
                <a:spcPct val="0"/>
              </a:spcBef>
              <a:spcAft>
                <a:spcPct val="0"/>
              </a:spcAft>
              <a:buClrTx/>
              <a:buSzTx/>
              <a:buFont typeface="Arial" panose="020B0604020202020204" pitchFamily="34" charset="0"/>
              <a:buChar char="•"/>
              <a:defRPr/>
            </a:pPr>
            <a:r>
              <a:rPr kumimoji="0" lang="zh-CN" altLang="zh-CN" sz="2400" b="1" i="0" u="none" strike="noStrike" kern="1200" cap="none" spc="0" normalizeH="0" baseline="0" noProof="0" dirty="0" smtClean="0">
                <a:ln>
                  <a:noFill/>
                </a:ln>
                <a:solidFill>
                  <a:schemeClr val="tx1"/>
                </a:solidFill>
                <a:effectLst/>
                <a:uLnTx/>
                <a:uFillTx/>
                <a:latin typeface="Arial" panose="020B0604020202020204" pitchFamily="34" charset="0"/>
                <a:ea typeface="宋体" panose="02010600030101010101" pitchFamily="2" charset="-122"/>
                <a:cs typeface="+mn-cs"/>
              </a:rPr>
              <a:t>静态测试的方法，主要有人工检查与软件自动分析两大类。</a:t>
            </a:r>
            <a:endParaRPr kumimoji="0" lang="en-US" altLang="zh-CN" sz="2400" b="1" i="0" u="none" strike="noStrike" kern="1200" cap="none" spc="0" normalizeH="0" baseline="0" noProof="0" dirty="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50000"/>
              </a:lnSpc>
              <a:spcBef>
                <a:spcPct val="0"/>
              </a:spcBef>
              <a:spcAft>
                <a:spcPct val="0"/>
              </a:spcAft>
              <a:buClrTx/>
              <a:buSzTx/>
              <a:buFont typeface="Wingdings" panose="05000000000000000000" pitchFamily="2" charset="2"/>
              <a:buNone/>
              <a:defRPr/>
            </a:pPr>
            <a:r>
              <a:rPr kumimoji="0" lang="en-US" altLang="zh-CN" sz="2400" b="1" i="0" u="none" strike="noStrike" kern="1200" cap="none" spc="0" normalizeH="0" baseline="0" noProof="0" dirty="0" smtClean="0">
                <a:ln>
                  <a:noFill/>
                </a:ln>
                <a:solidFill>
                  <a:schemeClr val="tx1"/>
                </a:solidFill>
                <a:effectLst/>
                <a:uLnTx/>
                <a:uFillTx/>
                <a:latin typeface="Arial" panose="020B0604020202020204" pitchFamily="34" charset="0"/>
                <a:ea typeface="宋体" panose="02010600030101010101" pitchFamily="2" charset="-122"/>
                <a:cs typeface="+mn-cs"/>
              </a:rPr>
              <a:t>2. </a:t>
            </a:r>
            <a:r>
              <a:rPr kumimoji="0" lang="zh-CN" altLang="zh-CN" sz="2400" b="1" i="0" u="none" strike="noStrike" kern="1200" cap="none" spc="0" normalizeH="0" baseline="0" noProof="0" dirty="0" smtClean="0">
                <a:ln>
                  <a:noFill/>
                </a:ln>
                <a:solidFill>
                  <a:schemeClr val="tx1"/>
                </a:solidFill>
                <a:effectLst/>
                <a:uLnTx/>
                <a:uFillTx/>
                <a:latin typeface="Arial" panose="020B0604020202020204" pitchFamily="34" charset="0"/>
                <a:ea typeface="宋体" panose="02010600030101010101" pitchFamily="2" charset="-122"/>
                <a:cs typeface="+mn-cs"/>
              </a:rPr>
              <a:t>白盒测试和黑盒测试</a:t>
            </a:r>
            <a:endParaRPr kumimoji="0" lang="en-US" altLang="zh-CN" sz="2400" b="1" i="0" u="none" strike="noStrike" kern="1200" cap="none" spc="0" normalizeH="0" baseline="0" noProof="0" dirty="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342900" marR="0" lvl="0" indent="-342900" algn="l" defTabSz="914400" rtl="0" eaLnBrk="1" fontAlgn="base" latinLnBrk="0" hangingPunct="1">
              <a:lnSpc>
                <a:spcPct val="150000"/>
              </a:lnSpc>
              <a:spcBef>
                <a:spcPct val="0"/>
              </a:spcBef>
              <a:spcAft>
                <a:spcPct val="0"/>
              </a:spcAft>
              <a:buClrTx/>
              <a:buSzTx/>
              <a:buFont typeface="Arial" panose="020B0604020202020204" pitchFamily="34" charset="0"/>
              <a:buChar char="•"/>
              <a:defRPr/>
            </a:pPr>
            <a:r>
              <a:rPr kumimoji="0" lang="zh-CN" altLang="zh-CN" sz="2400" b="1" i="0" u="none" strike="noStrike" kern="1200" cap="none" spc="0" normalizeH="0" baseline="0" noProof="0" dirty="0" smtClean="0">
                <a:ln>
                  <a:noFill/>
                </a:ln>
                <a:solidFill>
                  <a:schemeClr val="tx1"/>
                </a:solidFill>
                <a:effectLst/>
                <a:uLnTx/>
                <a:uFillTx/>
                <a:latin typeface="Arial" panose="020B0604020202020204" pitchFamily="34" charset="0"/>
                <a:ea typeface="宋体" panose="02010600030101010101" pitchFamily="2" charset="-122"/>
                <a:cs typeface="+mn-cs"/>
              </a:rPr>
              <a:t>白盒指的是清楚盒子内部的东西是如何运作的</a:t>
            </a:r>
            <a:r>
              <a:rPr kumimoji="0" lang="zh-CN" altLang="en-US" sz="2400" b="1" i="0" u="none" strike="noStrike" kern="1200" cap="none" spc="0" normalizeH="0" baseline="0" noProof="0" dirty="0" smtClean="0">
                <a:ln>
                  <a:noFill/>
                </a:ln>
                <a:solidFill>
                  <a:schemeClr val="tx1"/>
                </a:solidFill>
                <a:effectLst/>
                <a:uLnTx/>
                <a:uFillTx/>
                <a:latin typeface="Arial" panose="020B0604020202020204" pitchFamily="34" charset="0"/>
                <a:ea typeface="宋体" panose="02010600030101010101" pitchFamily="2" charset="-122"/>
                <a:cs typeface="+mn-cs"/>
              </a:rPr>
              <a:t>。</a:t>
            </a:r>
            <a:endParaRPr kumimoji="0" lang="en-US" altLang="zh-CN" sz="2400" b="1" i="0" u="none" strike="noStrike" kern="1200" cap="none" spc="0" normalizeH="0" baseline="0" noProof="0" dirty="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342900" marR="0" lvl="0" indent="-342900" algn="l" defTabSz="914400" rtl="0" eaLnBrk="1" fontAlgn="base" latinLnBrk="0" hangingPunct="1">
              <a:lnSpc>
                <a:spcPct val="150000"/>
              </a:lnSpc>
              <a:spcBef>
                <a:spcPct val="0"/>
              </a:spcBef>
              <a:spcAft>
                <a:spcPct val="0"/>
              </a:spcAft>
              <a:buClrTx/>
              <a:buSzTx/>
              <a:buFont typeface="Arial" panose="020B0604020202020204" pitchFamily="34" charset="0"/>
              <a:buChar char="•"/>
              <a:defRPr/>
            </a:pPr>
            <a:r>
              <a:rPr kumimoji="0" lang="zh-CN" altLang="zh-CN" sz="2400" b="1" i="0" u="none" strike="noStrike" kern="1200" cap="none" spc="0" normalizeH="0" baseline="0" noProof="0" dirty="0" smtClean="0">
                <a:ln>
                  <a:noFill/>
                </a:ln>
                <a:solidFill>
                  <a:schemeClr val="tx1"/>
                </a:solidFill>
                <a:effectLst/>
                <a:uLnTx/>
                <a:uFillTx/>
                <a:latin typeface="Arial" panose="020B0604020202020204" pitchFamily="34" charset="0"/>
                <a:ea typeface="宋体" panose="02010600030101010101" pitchFamily="2" charset="-122"/>
                <a:cs typeface="+mn-cs"/>
              </a:rPr>
              <a:t>黑盒测试又称功能测试、数据驱动测试或基于规格说明的测试</a:t>
            </a:r>
            <a:endParaRPr kumimoji="1" lang="zh-CN" altLang="en-US" sz="2800" b="0" i="0" u="none" strike="noStrike" kern="1200" cap="none" spc="0" normalizeH="0" baseline="0" noProof="0" dirty="0" smtClean="0">
              <a:ln>
                <a:noFill/>
              </a:ln>
              <a:solidFill>
                <a:srgbClr val="000000"/>
              </a:solidFill>
              <a:effectLst/>
              <a:uLnTx/>
              <a:uFillTx/>
              <a:latin typeface="华文中宋" panose="02010600040101010101" pitchFamily="2" charset="-122"/>
              <a:ea typeface="华文中宋" panose="02010600040101010101" pitchFamily="2" charset="-122"/>
              <a:cs typeface="+mn-cs"/>
            </a:endParaRPr>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2800" b="1" i="0" u="none" strike="noStrike" kern="0" cap="none" spc="0" normalizeH="0" baseline="0" noProof="0" dirty="0" smtClean="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2 </a:t>
            </a:r>
            <a:r>
              <a:rPr kumimoji="1" lang="zh-CN" altLang="en-US" sz="2800" b="1" i="0" u="none" strike="noStrike" kern="0" cap="none" spc="0" normalizeH="0" baseline="0" noProof="0" dirty="0" smtClean="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白盒</a:t>
            </a:r>
            <a:r>
              <a:rPr kumimoji="1" lang="zh-CN" altLang="en-GB" sz="2800" b="1" i="0" u="none" strike="noStrike" kern="0" cap="none" spc="0" normalizeH="0" baseline="0" noProof="0" dirty="0" smtClean="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测试</a:t>
            </a:r>
            <a:r>
              <a:rPr kumimoji="1" lang="zh-CN" altLang="en-US" sz="2800" b="1" i="0" u="none" strike="noStrike" kern="0" cap="none" spc="0" normalizeH="0" baseline="0" noProof="0" dirty="0" smtClean="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技术</a:t>
            </a:r>
            <a:endParaRPr kumimoji="0" lang="zh-CN" altLang="en-US" sz="2800" b="1" i="0" u="none" strike="noStrike" kern="0" cap="none" spc="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endParaRPr>
          </a:p>
        </p:txBody>
      </p:sp>
      <p:sp>
        <p:nvSpPr>
          <p:cNvPr id="14339"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11269" name="Text Box 3"/>
          <p:cNvSpPr txBox="1">
            <a:spLocks noChangeArrowheads="1"/>
          </p:cNvSpPr>
          <p:nvPr/>
        </p:nvSpPr>
        <p:spPr bwMode="auto">
          <a:xfrm>
            <a:off x="684213" y="1362075"/>
            <a:ext cx="8029575" cy="904875"/>
          </a:xfrm>
          <a:prstGeom prst="rect">
            <a:avLst/>
          </a:prstGeom>
          <a:noFill/>
          <a:ln>
            <a:noFill/>
          </a:ln>
        </p:spPr>
        <p:txBody>
          <a:bodyPr>
            <a:spAutoFit/>
          </a:bodyPr>
          <a:lstStyle>
            <a:lvl1pPr algn="just">
              <a:lnSpc>
                <a:spcPct val="140000"/>
              </a:lnSpc>
              <a:spcBef>
                <a:spcPct val="20000"/>
              </a:spcBef>
              <a:buClr>
                <a:schemeClr val="accent2"/>
              </a:buClr>
              <a:buSzPct val="7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buChar char="è"/>
              <a:defRPr>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buChar char="Ø"/>
              <a:defRPr sz="16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buChar char="–"/>
              <a:defRPr sz="14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buChar char="»"/>
              <a:defRPr sz="12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10000"/>
              </a:lnSpc>
              <a:spcBef>
                <a:spcPct val="50000"/>
              </a:spcBef>
              <a:spcAft>
                <a:spcPct val="0"/>
              </a:spcAft>
              <a:buClrTx/>
              <a:buSzTx/>
              <a:buFontTx/>
              <a:buNone/>
              <a:defRPr/>
            </a:pPr>
            <a:r>
              <a:rPr kumimoji="1" lang="zh-CN" altLang="en-US" sz="2400" b="0" i="0" u="none" strike="noStrike" kern="1200" cap="none" spc="0" normalizeH="0" baseline="0" noProof="0" dirty="0" smtClean="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逻辑</a:t>
            </a:r>
            <a:r>
              <a:rPr kumimoji="1" lang="zh-CN" altLang="en-US" sz="2400" b="0"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覆盖</a:t>
            </a:r>
            <a:r>
              <a:rPr kumimoji="1" lang="zh-CN" altLang="en-US"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是设计</a:t>
            </a:r>
            <a:r>
              <a:rPr kumimoji="1" lang="zh-CN" altLang="en-US" sz="2400" b="0"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白盒测试</a:t>
            </a:r>
            <a:r>
              <a:rPr kumimoji="1" lang="zh-CN" altLang="en-US"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方案的一种技术。是对一系列测试过程的总称。</a:t>
            </a:r>
            <a:endParaRPr kumimoji="1" lang="zh-CN" altLang="en-US"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14341" name="Text Box 5"/>
          <p:cNvSpPr txBox="1"/>
          <p:nvPr/>
        </p:nvSpPr>
        <p:spPr>
          <a:xfrm>
            <a:off x="169863" y="2492375"/>
            <a:ext cx="8534400" cy="2908300"/>
          </a:xfrm>
          <a:prstGeom prst="rect">
            <a:avLst/>
          </a:prstGeom>
          <a:noFill/>
          <a:ln w="9525">
            <a:noFill/>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10000"/>
              </a:lnSpc>
              <a:spcBef>
                <a:spcPct val="0"/>
              </a:spcBef>
              <a:buClrTx/>
              <a:buSzTx/>
              <a:buFontTx/>
              <a:buNone/>
            </a:pPr>
            <a:r>
              <a:rPr lang="zh-CN" altLang="en-US" sz="2400" dirty="0">
                <a:solidFill>
                  <a:srgbClr val="000000"/>
                </a:solidFill>
                <a:latin typeface="华文中宋" panose="02010600040101010101" pitchFamily="2" charset="-122"/>
                <a:ea typeface="华文中宋" panose="02010600040101010101" pitchFamily="2" charset="-122"/>
              </a:rPr>
              <a:t>        从覆盖源程序语句的详尽程度分析：</a:t>
            </a:r>
            <a:endParaRPr lang="zh-CN" altLang="en-US" sz="2400" dirty="0">
              <a:solidFill>
                <a:srgbClr val="000000"/>
              </a:solidFill>
              <a:latin typeface="华文中宋" panose="02010600040101010101" pitchFamily="2" charset="-122"/>
              <a:ea typeface="华文中宋" panose="02010600040101010101" pitchFamily="2" charset="-122"/>
            </a:endParaRPr>
          </a:p>
          <a:p>
            <a:pPr marL="457200" lvl="1" indent="0" algn="l" eaLnBrk="1" hangingPunct="1">
              <a:lnSpc>
                <a:spcPct val="110000"/>
              </a:lnSpc>
              <a:spcBef>
                <a:spcPct val="0"/>
              </a:spcBef>
              <a:buClrTx/>
              <a:buSzTx/>
              <a:buFontTx/>
              <a:buNone/>
            </a:pPr>
            <a:r>
              <a:rPr lang="en-US" altLang="zh-CN" sz="2400" dirty="0">
                <a:solidFill>
                  <a:srgbClr val="000000"/>
                </a:solidFill>
                <a:latin typeface="华文中宋" panose="02010600040101010101" pitchFamily="2" charset="-122"/>
                <a:ea typeface="华文中宋" panose="02010600040101010101" pitchFamily="2" charset="-122"/>
              </a:rPr>
              <a:t>    1</a:t>
            </a:r>
            <a:r>
              <a:rPr lang="zh-CN" altLang="en-US" sz="2400" dirty="0">
                <a:solidFill>
                  <a:srgbClr val="000000"/>
                </a:solidFill>
                <a:latin typeface="华文中宋" panose="02010600040101010101" pitchFamily="2" charset="-122"/>
                <a:ea typeface="华文中宋" panose="02010600040101010101" pitchFamily="2" charset="-122"/>
              </a:rPr>
              <a:t>、语句覆盖</a:t>
            </a:r>
            <a:endParaRPr lang="zh-CN" altLang="en-US" sz="2400" dirty="0">
              <a:solidFill>
                <a:srgbClr val="000000"/>
              </a:solidFill>
              <a:latin typeface="华文中宋" panose="02010600040101010101" pitchFamily="2" charset="-122"/>
              <a:ea typeface="华文中宋" panose="02010600040101010101" pitchFamily="2" charset="-122"/>
            </a:endParaRPr>
          </a:p>
          <a:p>
            <a:pPr marL="457200" lvl="1" indent="0" algn="l" eaLnBrk="1" hangingPunct="1">
              <a:lnSpc>
                <a:spcPct val="110000"/>
              </a:lnSpc>
              <a:spcBef>
                <a:spcPct val="0"/>
              </a:spcBef>
              <a:buClrTx/>
              <a:buSzTx/>
              <a:buFontTx/>
              <a:buNone/>
            </a:pPr>
            <a:r>
              <a:rPr lang="en-US" altLang="zh-CN" sz="2400" dirty="0">
                <a:solidFill>
                  <a:srgbClr val="000000"/>
                </a:solidFill>
                <a:latin typeface="华文中宋" panose="02010600040101010101" pitchFamily="2" charset="-122"/>
                <a:ea typeface="华文中宋" panose="02010600040101010101" pitchFamily="2" charset="-122"/>
              </a:rPr>
              <a:t>    2</a:t>
            </a:r>
            <a:r>
              <a:rPr lang="zh-CN" altLang="en-US" sz="2400" dirty="0">
                <a:solidFill>
                  <a:srgbClr val="000000"/>
                </a:solidFill>
                <a:latin typeface="华文中宋" panose="02010600040101010101" pitchFamily="2" charset="-122"/>
                <a:ea typeface="华文中宋" panose="02010600040101010101" pitchFamily="2" charset="-122"/>
              </a:rPr>
              <a:t>、判定覆盖</a:t>
            </a:r>
            <a:endParaRPr lang="zh-CN" altLang="en-US" sz="2400" dirty="0">
              <a:solidFill>
                <a:srgbClr val="000000"/>
              </a:solidFill>
              <a:latin typeface="华文中宋" panose="02010600040101010101" pitchFamily="2" charset="-122"/>
              <a:ea typeface="华文中宋" panose="02010600040101010101" pitchFamily="2" charset="-122"/>
            </a:endParaRPr>
          </a:p>
          <a:p>
            <a:pPr marL="457200" lvl="1" indent="0" algn="l" eaLnBrk="1" hangingPunct="1">
              <a:lnSpc>
                <a:spcPct val="110000"/>
              </a:lnSpc>
              <a:spcBef>
                <a:spcPct val="0"/>
              </a:spcBef>
              <a:buClrTx/>
              <a:buSzTx/>
              <a:buFontTx/>
              <a:buNone/>
            </a:pPr>
            <a:r>
              <a:rPr lang="en-US" altLang="zh-CN" sz="2400" dirty="0">
                <a:solidFill>
                  <a:srgbClr val="000000"/>
                </a:solidFill>
                <a:latin typeface="华文中宋" panose="02010600040101010101" pitchFamily="2" charset="-122"/>
                <a:ea typeface="华文中宋" panose="02010600040101010101" pitchFamily="2" charset="-122"/>
              </a:rPr>
              <a:t>    3</a:t>
            </a:r>
            <a:r>
              <a:rPr lang="zh-CN" altLang="en-US" sz="2400" dirty="0">
                <a:solidFill>
                  <a:srgbClr val="000000"/>
                </a:solidFill>
                <a:latin typeface="华文中宋" panose="02010600040101010101" pitchFamily="2" charset="-122"/>
                <a:ea typeface="华文中宋" panose="02010600040101010101" pitchFamily="2" charset="-122"/>
              </a:rPr>
              <a:t>、条件覆盖</a:t>
            </a:r>
            <a:endParaRPr lang="zh-CN" altLang="en-US" sz="2400" dirty="0">
              <a:solidFill>
                <a:srgbClr val="000000"/>
              </a:solidFill>
              <a:latin typeface="华文中宋" panose="02010600040101010101" pitchFamily="2" charset="-122"/>
              <a:ea typeface="华文中宋" panose="02010600040101010101" pitchFamily="2" charset="-122"/>
            </a:endParaRPr>
          </a:p>
          <a:p>
            <a:pPr marL="457200" lvl="1" indent="0" algn="l" eaLnBrk="1" hangingPunct="1">
              <a:lnSpc>
                <a:spcPct val="110000"/>
              </a:lnSpc>
              <a:spcBef>
                <a:spcPct val="0"/>
              </a:spcBef>
              <a:buClrTx/>
              <a:buSzTx/>
              <a:buFontTx/>
              <a:buNone/>
            </a:pPr>
            <a:r>
              <a:rPr lang="en-US" altLang="zh-CN" sz="2400" dirty="0">
                <a:solidFill>
                  <a:srgbClr val="000000"/>
                </a:solidFill>
                <a:latin typeface="华文中宋" panose="02010600040101010101" pitchFamily="2" charset="-122"/>
                <a:ea typeface="华文中宋" panose="02010600040101010101" pitchFamily="2" charset="-122"/>
              </a:rPr>
              <a:t>    4</a:t>
            </a:r>
            <a:r>
              <a:rPr lang="zh-CN" altLang="en-US" sz="2400" dirty="0">
                <a:solidFill>
                  <a:srgbClr val="000000"/>
                </a:solidFill>
                <a:latin typeface="华文中宋" panose="02010600040101010101" pitchFamily="2" charset="-122"/>
                <a:ea typeface="华文中宋" panose="02010600040101010101" pitchFamily="2" charset="-122"/>
              </a:rPr>
              <a:t>、判定/条件覆盖</a:t>
            </a:r>
            <a:endParaRPr lang="zh-CN" altLang="en-US" sz="2400" dirty="0">
              <a:solidFill>
                <a:srgbClr val="000000"/>
              </a:solidFill>
              <a:latin typeface="华文中宋" panose="02010600040101010101" pitchFamily="2" charset="-122"/>
              <a:ea typeface="华文中宋" panose="02010600040101010101" pitchFamily="2" charset="-122"/>
            </a:endParaRPr>
          </a:p>
          <a:p>
            <a:pPr marL="457200" lvl="1" indent="0" algn="l" eaLnBrk="1" hangingPunct="1">
              <a:lnSpc>
                <a:spcPct val="110000"/>
              </a:lnSpc>
              <a:spcBef>
                <a:spcPct val="0"/>
              </a:spcBef>
              <a:buClrTx/>
              <a:buSzTx/>
              <a:buFontTx/>
              <a:buNone/>
            </a:pPr>
            <a:r>
              <a:rPr lang="en-US" altLang="zh-CN" sz="2400" dirty="0">
                <a:solidFill>
                  <a:srgbClr val="000000"/>
                </a:solidFill>
                <a:latin typeface="华文中宋" panose="02010600040101010101" pitchFamily="2" charset="-122"/>
                <a:ea typeface="华文中宋" panose="02010600040101010101" pitchFamily="2" charset="-122"/>
              </a:rPr>
              <a:t>    5</a:t>
            </a:r>
            <a:r>
              <a:rPr lang="zh-CN" altLang="en-US" sz="2400" dirty="0">
                <a:solidFill>
                  <a:srgbClr val="000000"/>
                </a:solidFill>
                <a:latin typeface="华文中宋" panose="02010600040101010101" pitchFamily="2" charset="-122"/>
                <a:ea typeface="华文中宋" panose="02010600040101010101" pitchFamily="2" charset="-122"/>
              </a:rPr>
              <a:t>、条件组合覆盖</a:t>
            </a:r>
            <a:endParaRPr lang="zh-CN" altLang="en-US" sz="2400" dirty="0">
              <a:solidFill>
                <a:srgbClr val="000000"/>
              </a:solidFill>
              <a:latin typeface="华文中宋" panose="02010600040101010101" pitchFamily="2" charset="-122"/>
              <a:ea typeface="华文中宋" panose="02010600040101010101" pitchFamily="2" charset="-122"/>
            </a:endParaRPr>
          </a:p>
          <a:p>
            <a:pPr marL="457200" lvl="1" indent="0" algn="l" eaLnBrk="1" hangingPunct="1">
              <a:lnSpc>
                <a:spcPct val="110000"/>
              </a:lnSpc>
              <a:spcBef>
                <a:spcPct val="0"/>
              </a:spcBef>
              <a:buClrTx/>
              <a:buSzTx/>
              <a:buFontTx/>
              <a:buNone/>
            </a:pPr>
            <a:r>
              <a:rPr lang="en-US" altLang="zh-CN" sz="2400" dirty="0">
                <a:solidFill>
                  <a:srgbClr val="000000"/>
                </a:solidFill>
                <a:latin typeface="华文中宋" panose="02010600040101010101" pitchFamily="2" charset="-122"/>
                <a:ea typeface="华文中宋" panose="02010600040101010101" pitchFamily="2" charset="-122"/>
              </a:rPr>
              <a:t>    6</a:t>
            </a:r>
            <a:r>
              <a:rPr lang="zh-CN" altLang="en-US" sz="2400" dirty="0">
                <a:solidFill>
                  <a:srgbClr val="000000"/>
                </a:solidFill>
                <a:latin typeface="华文中宋" panose="02010600040101010101" pitchFamily="2" charset="-122"/>
                <a:ea typeface="华文中宋" panose="02010600040101010101" pitchFamily="2" charset="-122"/>
              </a:rPr>
              <a:t>、路径覆盖</a:t>
            </a:r>
            <a:endParaRPr lang="zh-CN" altLang="en-US" sz="2400" dirty="0">
              <a:solidFill>
                <a:srgbClr val="000000"/>
              </a:solidFill>
              <a:latin typeface="华文中宋" panose="02010600040101010101" pitchFamily="2" charset="-122"/>
              <a:ea typeface="华文中宋" panose="02010600040101010101" pitchFamily="2" charset="-122"/>
            </a:endParaRPr>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标题 1"/>
          <p:cNvSpPr>
            <a:spLocks noGrp="1"/>
          </p:cNvSpPr>
          <p:nvPr>
            <p:ph type="title"/>
          </p:nvPr>
        </p:nvSpPr>
        <p:spPr>
          <a:ln/>
        </p:spPr>
        <p:txBody>
          <a:bodyPr vert="horz" wrap="square" lIns="91440" tIns="45720" rIns="91440" bIns="45720" anchor="ctr" anchorCtr="0"/>
          <a:p>
            <a:r>
              <a:rPr lang="zh-CN" altLang="en-US" dirty="0"/>
              <a:t>软件测试方法</a:t>
            </a:r>
            <a:endParaRPr lang="zh-CN" altLang="en-US" dirty="0"/>
          </a:p>
        </p:txBody>
      </p:sp>
      <p:sp>
        <p:nvSpPr>
          <p:cNvPr id="15363"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12293" name="Rectangle 41"/>
          <p:cNvSpPr>
            <a:spLocks noChangeArrowheads="1"/>
          </p:cNvSpPr>
          <p:nvPr/>
        </p:nvSpPr>
        <p:spPr bwMode="auto">
          <a:xfrm>
            <a:off x="827088" y="1179513"/>
            <a:ext cx="5334000" cy="609600"/>
          </a:xfrm>
          <a:prstGeom prst="rect">
            <a:avLst/>
          </a:prstGeom>
          <a:noFill/>
          <a:ln>
            <a:noFill/>
          </a:ln>
        </p:spPr>
        <p:txBody>
          <a:bodyPr anchor="b"/>
          <a:lstStyle>
            <a:lvl1pPr algn="just">
              <a:lnSpc>
                <a:spcPct val="140000"/>
              </a:lnSpc>
              <a:spcBef>
                <a:spcPct val="20000"/>
              </a:spcBef>
              <a:buClr>
                <a:schemeClr val="accent2"/>
              </a:buClr>
              <a:buSzPct val="7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buChar char="è"/>
              <a:defRPr>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buChar char="Ø"/>
              <a:defRPr sz="16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buChar char="–"/>
              <a:defRPr sz="14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buChar char="»"/>
              <a:defRPr sz="12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测试举例</a:t>
            </a:r>
            <a:r>
              <a:rPr kumimoji="1" lang="zh-CN" altLang="en-US" sz="2400" b="1"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a:t>
            </a:r>
            <a:r>
              <a:rPr kumimoji="1" lang="zh-CN" altLang="en-GB" sz="2400" b="1"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被测模块的流程图</a:t>
            </a:r>
            <a:r>
              <a:rPr kumimoji="1" lang="zh-CN" altLang="en-US" sz="2400" b="1"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a:t>
            </a:r>
            <a:endParaRPr kumimoji="1" lang="zh-CN" altLang="en-US" sz="2400" b="1"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p:txBody>
      </p:sp>
      <p:graphicFrame>
        <p:nvGraphicFramePr>
          <p:cNvPr id="15365" name="对象 2"/>
          <p:cNvGraphicFramePr>
            <a:graphicFrameLocks noChangeAspect="1"/>
          </p:cNvGraphicFramePr>
          <p:nvPr/>
        </p:nvGraphicFramePr>
        <p:xfrm>
          <a:off x="2195513" y="1789113"/>
          <a:ext cx="4464050" cy="4187825"/>
        </p:xfrm>
        <a:graphic>
          <a:graphicData uri="http://schemas.openxmlformats.org/presentationml/2006/ole">
            <mc:AlternateContent xmlns:mc="http://schemas.openxmlformats.org/markup-compatibility/2006">
              <mc:Choice xmlns:v="urn:schemas-microsoft-com:vml" Requires="v">
                <p:oleObj spid="_x0000_s3082" name="" r:id="rId1" imgW="5194300" imgH="4902200" progId="Visio.Drawing.15">
                  <p:embed/>
                </p:oleObj>
              </mc:Choice>
              <mc:Fallback>
                <p:oleObj name="" r:id="rId1" imgW="5194300" imgH="4902200" progId="Visio.Drawing.15">
                  <p:embed/>
                  <p:pic>
                    <p:nvPicPr>
                      <p:cNvPr id="0" name="图片 3081"/>
                      <p:cNvPicPr/>
                      <p:nvPr/>
                    </p:nvPicPr>
                    <p:blipFill>
                      <a:blip r:embed="rId2"/>
                      <a:stretch>
                        <a:fillRect/>
                      </a:stretch>
                    </p:blipFill>
                    <p:spPr>
                      <a:xfrm>
                        <a:off x="2195513" y="1789113"/>
                        <a:ext cx="4464050" cy="4187825"/>
                      </a:xfrm>
                      <a:prstGeom prst="rect">
                        <a:avLst/>
                      </a:prstGeom>
                      <a:noFill/>
                      <a:ln w="38100">
                        <a:noFill/>
                        <a:miter/>
                      </a:ln>
                    </p:spPr>
                  </p:pic>
                </p:oleObj>
              </mc:Fallback>
            </mc:AlternateContent>
          </a:graphicData>
        </a:graphic>
      </p:graphicFrame>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标题 1"/>
          <p:cNvSpPr>
            <a:spLocks noGrp="1"/>
          </p:cNvSpPr>
          <p:nvPr>
            <p:ph type="title"/>
          </p:nvPr>
        </p:nvSpPr>
        <p:spPr>
          <a:ln/>
        </p:spPr>
        <p:txBody>
          <a:bodyPr vert="horz" wrap="square" lIns="91440" tIns="45720" rIns="91440" bIns="45720" anchor="ctr" anchorCtr="0"/>
          <a:p>
            <a:r>
              <a:rPr lang="zh-CN" altLang="en-US" dirty="0"/>
              <a:t>软件测试方法</a:t>
            </a:r>
            <a:endParaRPr lang="zh-CN" altLang="en-US" dirty="0"/>
          </a:p>
        </p:txBody>
      </p:sp>
      <p:sp>
        <p:nvSpPr>
          <p:cNvPr id="16387"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49" name="Rectangle 2"/>
          <p:cNvSpPr/>
          <p:nvPr/>
        </p:nvSpPr>
        <p:spPr>
          <a:xfrm>
            <a:off x="542925" y="3184525"/>
            <a:ext cx="3744913" cy="519113"/>
          </a:xfrm>
          <a:prstGeom prst="rect">
            <a:avLst/>
          </a:prstGeom>
          <a:noFill/>
          <a:ln w="9525">
            <a:noFill/>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30000"/>
              </a:spcBef>
              <a:buClrTx/>
              <a:buSzTx/>
              <a:buFontTx/>
              <a:buNone/>
            </a:pPr>
            <a:r>
              <a:rPr lang="en-GB" altLang="zh-CN" sz="2800" b="1" dirty="0">
                <a:solidFill>
                  <a:srgbClr val="000000"/>
                </a:solidFill>
                <a:latin typeface="华文新魏" panose="02010800040101010101" pitchFamily="2" charset="-122"/>
                <a:ea typeface="华文新魏" panose="02010800040101010101" pitchFamily="2" charset="-122"/>
              </a:rPr>
              <a:t>A=2，B=0，X=4</a:t>
            </a:r>
            <a:endParaRPr lang="en-GB" altLang="zh-CN" sz="2800" b="1" dirty="0">
              <a:solidFill>
                <a:srgbClr val="000000"/>
              </a:solidFill>
              <a:latin typeface="华文新魏" panose="02010800040101010101" pitchFamily="2" charset="-122"/>
              <a:ea typeface="华文新魏" panose="02010800040101010101" pitchFamily="2" charset="-122"/>
            </a:endParaRPr>
          </a:p>
        </p:txBody>
      </p:sp>
      <p:sp>
        <p:nvSpPr>
          <p:cNvPr id="50" name="Rectangle 4"/>
          <p:cNvSpPr/>
          <p:nvPr/>
        </p:nvSpPr>
        <p:spPr>
          <a:xfrm>
            <a:off x="228600" y="4522788"/>
            <a:ext cx="8820150" cy="1927225"/>
          </a:xfrm>
          <a:prstGeom prst="rect">
            <a:avLst/>
          </a:prstGeom>
          <a:noFill/>
          <a:ln w="9525" cap="flat" cmpd="sng">
            <a:solidFill>
              <a:srgbClr val="918415"/>
            </a:solidFill>
            <a:prstDash val="solid"/>
            <a:miter/>
            <a:headEnd type="none" w="med" len="med"/>
            <a:tailEnd type="none" w="med" len="med"/>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0"/>
              </a:spcBef>
              <a:buClrTx/>
              <a:buSzTx/>
              <a:buFontTx/>
              <a:buNone/>
            </a:pPr>
            <a:r>
              <a:rPr lang="zh-CN" altLang="en-GB" sz="2400" dirty="0">
                <a:solidFill>
                  <a:srgbClr val="000000"/>
                </a:solidFill>
                <a:latin typeface="华文中宋" panose="02010600040101010101" pitchFamily="2" charset="-122"/>
                <a:ea typeface="华文中宋" panose="02010600040101010101" pitchFamily="2" charset="-122"/>
              </a:rPr>
              <a:t>分析：1、只测试了条件为真的情况，当条件为假时处理有错误，语句测试不能发现。</a:t>
            </a:r>
            <a:endParaRPr lang="zh-CN" altLang="en-GB" sz="2400" dirty="0">
              <a:solidFill>
                <a:srgbClr val="000000"/>
              </a:solidFill>
              <a:latin typeface="华文中宋" panose="02010600040101010101" pitchFamily="2" charset="-122"/>
              <a:ea typeface="华文中宋" panose="02010600040101010101" pitchFamily="2" charset="-122"/>
            </a:endParaRPr>
          </a:p>
          <a:p>
            <a:pPr marL="0" lvl="0" indent="0" algn="l" eaLnBrk="1" hangingPunct="1">
              <a:lnSpc>
                <a:spcPct val="100000"/>
              </a:lnSpc>
              <a:spcBef>
                <a:spcPct val="0"/>
              </a:spcBef>
              <a:buClrTx/>
              <a:buSzTx/>
              <a:buFontTx/>
              <a:buNone/>
            </a:pPr>
            <a:r>
              <a:rPr lang="zh-CN" altLang="en-GB" sz="2400" dirty="0">
                <a:solidFill>
                  <a:srgbClr val="000000"/>
                </a:solidFill>
                <a:latin typeface="华文中宋" panose="02010600040101010101" pitchFamily="2" charset="-122"/>
                <a:ea typeface="华文中宋" panose="02010600040101010101" pitchFamily="2" charset="-122"/>
              </a:rPr>
              <a:t>	2、只关心判定式的值，未测试每个条件取不同值情况。</a:t>
            </a:r>
            <a:endParaRPr lang="zh-CN" altLang="en-GB" sz="2400" dirty="0">
              <a:solidFill>
                <a:srgbClr val="000000"/>
              </a:solidFill>
              <a:latin typeface="华文中宋" panose="02010600040101010101" pitchFamily="2" charset="-122"/>
              <a:ea typeface="华文中宋" panose="02010600040101010101" pitchFamily="2" charset="-122"/>
            </a:endParaRPr>
          </a:p>
          <a:p>
            <a:pPr marL="0" lvl="0" indent="0" algn="l" eaLnBrk="1" hangingPunct="1">
              <a:lnSpc>
                <a:spcPct val="100000"/>
              </a:lnSpc>
              <a:spcBef>
                <a:spcPct val="0"/>
              </a:spcBef>
              <a:buClrTx/>
              <a:buSzTx/>
              <a:buFontTx/>
              <a:buNone/>
            </a:pPr>
            <a:r>
              <a:rPr lang="zh-CN" altLang="en-GB" sz="2400" dirty="0">
                <a:solidFill>
                  <a:srgbClr val="000000"/>
                </a:solidFill>
                <a:latin typeface="华文中宋" panose="02010600040101010101" pitchFamily="2" charset="-122"/>
                <a:ea typeface="华文中宋" panose="02010600040101010101" pitchFamily="2" charset="-122"/>
              </a:rPr>
              <a:t>	3、如把</a:t>
            </a:r>
            <a:r>
              <a:rPr lang="en-GB" altLang="zh-CN" sz="2400" dirty="0">
                <a:solidFill>
                  <a:srgbClr val="000000"/>
                </a:solidFill>
                <a:latin typeface="华文中宋" panose="02010600040101010101" pitchFamily="2" charset="-122"/>
                <a:ea typeface="华文中宋" panose="02010600040101010101" pitchFamily="2" charset="-122"/>
              </a:rPr>
              <a:t>AND</a:t>
            </a:r>
            <a:r>
              <a:rPr lang="zh-CN" altLang="en-GB" sz="2400" dirty="0">
                <a:solidFill>
                  <a:srgbClr val="000000"/>
                </a:solidFill>
                <a:latin typeface="华文中宋" panose="02010600040101010101" pitchFamily="2" charset="-122"/>
                <a:ea typeface="华文中宋" panose="02010600040101010101" pitchFamily="2" charset="-122"/>
              </a:rPr>
              <a:t>错写成</a:t>
            </a:r>
            <a:r>
              <a:rPr lang="en-GB" altLang="zh-CN" sz="2400" dirty="0">
                <a:solidFill>
                  <a:srgbClr val="000000"/>
                </a:solidFill>
                <a:latin typeface="华文中宋" panose="02010600040101010101" pitchFamily="2" charset="-122"/>
                <a:ea typeface="华文中宋" panose="02010600040101010101" pitchFamily="2" charset="-122"/>
              </a:rPr>
              <a:t>OR，</a:t>
            </a:r>
            <a:r>
              <a:rPr lang="zh-CN" altLang="en-GB" sz="2400" dirty="0">
                <a:solidFill>
                  <a:srgbClr val="000000"/>
                </a:solidFill>
                <a:latin typeface="华文中宋" panose="02010600040101010101" pitchFamily="2" charset="-122"/>
                <a:ea typeface="华文中宋" panose="02010600040101010101" pitchFamily="2" charset="-122"/>
              </a:rPr>
              <a:t>把</a:t>
            </a:r>
            <a:r>
              <a:rPr lang="en-GB" altLang="zh-CN" sz="2400" dirty="0">
                <a:solidFill>
                  <a:srgbClr val="000000"/>
                </a:solidFill>
                <a:latin typeface="华文中宋" panose="02010600040101010101" pitchFamily="2" charset="-122"/>
                <a:ea typeface="华文中宋" panose="02010600040101010101" pitchFamily="2" charset="-122"/>
              </a:rPr>
              <a:t>X&gt;1</a:t>
            </a:r>
            <a:r>
              <a:rPr lang="zh-CN" altLang="en-GB" sz="2400" dirty="0">
                <a:solidFill>
                  <a:srgbClr val="000000"/>
                </a:solidFill>
                <a:latin typeface="华文中宋" panose="02010600040101010101" pitchFamily="2" charset="-122"/>
                <a:ea typeface="华文中宋" panose="02010600040101010101" pitchFamily="2" charset="-122"/>
              </a:rPr>
              <a:t>错写成</a:t>
            </a:r>
            <a:r>
              <a:rPr lang="en-GB" altLang="zh-CN" sz="2400" dirty="0">
                <a:solidFill>
                  <a:srgbClr val="000000"/>
                </a:solidFill>
                <a:latin typeface="华文中宋" panose="02010600040101010101" pitchFamily="2" charset="-122"/>
                <a:ea typeface="华文中宋" panose="02010600040101010101" pitchFamily="2" charset="-122"/>
              </a:rPr>
              <a:t>X&lt;1，</a:t>
            </a:r>
            <a:r>
              <a:rPr lang="zh-CN" altLang="en-GB" sz="2400" dirty="0">
                <a:solidFill>
                  <a:srgbClr val="000000"/>
                </a:solidFill>
                <a:latin typeface="华文中宋" panose="02010600040101010101" pitchFamily="2" charset="-122"/>
                <a:ea typeface="华文中宋" panose="02010600040101010101" pitchFamily="2" charset="-122"/>
              </a:rPr>
              <a:t>上述测试数据不能发现。</a:t>
            </a:r>
            <a:endParaRPr lang="zh-CN" altLang="en-US" sz="2400" dirty="0">
              <a:solidFill>
                <a:srgbClr val="000000"/>
              </a:solidFill>
              <a:latin typeface="华文中宋" panose="02010600040101010101" pitchFamily="2" charset="-122"/>
              <a:ea typeface="华文中宋" panose="02010600040101010101" pitchFamily="2" charset="-122"/>
            </a:endParaRPr>
          </a:p>
        </p:txBody>
      </p:sp>
      <p:sp>
        <p:nvSpPr>
          <p:cNvPr id="90" name="Rectangle 44"/>
          <p:cNvSpPr/>
          <p:nvPr/>
        </p:nvSpPr>
        <p:spPr>
          <a:xfrm>
            <a:off x="331788" y="3511550"/>
            <a:ext cx="2303462" cy="519113"/>
          </a:xfrm>
          <a:prstGeom prst="rect">
            <a:avLst/>
          </a:prstGeom>
          <a:noFill/>
          <a:ln w="9525">
            <a:noFill/>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30000"/>
              </a:spcBef>
              <a:buClrTx/>
              <a:buSzTx/>
              <a:buFontTx/>
              <a:buNone/>
            </a:pPr>
            <a:r>
              <a:rPr lang="zh-CN" altLang="en-GB" sz="2800" b="1" dirty="0">
                <a:solidFill>
                  <a:srgbClr val="000000"/>
                </a:solidFill>
                <a:latin typeface="华文新魏" panose="02010800040101010101" pitchFamily="2" charset="-122"/>
                <a:ea typeface="华文新魏" panose="02010800040101010101" pitchFamily="2" charset="-122"/>
              </a:rPr>
              <a:t>预期结果：</a:t>
            </a:r>
            <a:endParaRPr lang="zh-CN" altLang="en-GB" sz="2800" b="1" dirty="0">
              <a:solidFill>
                <a:srgbClr val="000000"/>
              </a:solidFill>
              <a:latin typeface="华文新魏" panose="02010800040101010101" pitchFamily="2" charset="-122"/>
              <a:ea typeface="华文新魏" panose="02010800040101010101" pitchFamily="2" charset="-122"/>
            </a:endParaRPr>
          </a:p>
        </p:txBody>
      </p:sp>
      <p:sp>
        <p:nvSpPr>
          <p:cNvPr id="91" name="Rectangle 45"/>
          <p:cNvSpPr/>
          <p:nvPr/>
        </p:nvSpPr>
        <p:spPr>
          <a:xfrm>
            <a:off x="257175" y="2851150"/>
            <a:ext cx="2735263" cy="519113"/>
          </a:xfrm>
          <a:prstGeom prst="rect">
            <a:avLst/>
          </a:prstGeom>
          <a:noFill/>
          <a:ln w="9525">
            <a:noFill/>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0"/>
              </a:spcBef>
              <a:buClrTx/>
              <a:buSzTx/>
              <a:buFontTx/>
              <a:buNone/>
            </a:pPr>
            <a:r>
              <a:rPr lang="zh-CN" altLang="en-GB" sz="2800" b="1" dirty="0">
                <a:solidFill>
                  <a:srgbClr val="000000"/>
                </a:solidFill>
                <a:latin typeface="华文新魏" panose="02010800040101010101" pitchFamily="2" charset="-122"/>
                <a:ea typeface="华文新魏" panose="02010800040101010101" pitchFamily="2" charset="-122"/>
              </a:rPr>
              <a:t>测试数据</a:t>
            </a:r>
            <a:r>
              <a:rPr lang="zh-CN" altLang="en-GB" sz="2400" b="1" dirty="0">
                <a:solidFill>
                  <a:srgbClr val="000000"/>
                </a:solidFill>
                <a:latin typeface="Times New Roman" panose="02020603050405020304" pitchFamily="18" charset="0"/>
              </a:rPr>
              <a:t>：</a:t>
            </a:r>
            <a:endParaRPr lang="zh-CN" altLang="en-US" sz="2400" b="1" dirty="0">
              <a:solidFill>
                <a:srgbClr val="000000"/>
              </a:solidFill>
              <a:latin typeface="Times New Roman" panose="02020603050405020304" pitchFamily="18" charset="0"/>
            </a:endParaRPr>
          </a:p>
        </p:txBody>
      </p:sp>
      <p:sp>
        <p:nvSpPr>
          <p:cNvPr id="92" name="Rectangle 46"/>
          <p:cNvSpPr/>
          <p:nvPr/>
        </p:nvSpPr>
        <p:spPr>
          <a:xfrm>
            <a:off x="661988" y="3906838"/>
            <a:ext cx="958850" cy="457200"/>
          </a:xfrm>
          <a:prstGeom prst="rect">
            <a:avLst/>
          </a:prstGeom>
          <a:noFill/>
          <a:ln w="9525">
            <a:noFill/>
          </a:ln>
        </p:spPr>
        <p:txBody>
          <a:bodyPr wrap="none">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30000"/>
              </a:spcBef>
              <a:buClrTx/>
              <a:buSzTx/>
              <a:buFontTx/>
              <a:buNone/>
            </a:pPr>
            <a:r>
              <a:rPr lang="en-GB" altLang="zh-CN" sz="2400" b="1" dirty="0">
                <a:solidFill>
                  <a:srgbClr val="000000"/>
                </a:solidFill>
                <a:latin typeface="Times New Roman" panose="02020603050405020304" pitchFamily="18" charset="0"/>
              </a:rPr>
              <a:t>X=3.0</a:t>
            </a:r>
            <a:endParaRPr lang="en-GB" altLang="zh-CN" sz="2400" b="1" dirty="0">
              <a:solidFill>
                <a:srgbClr val="000000"/>
              </a:solidFill>
              <a:latin typeface="Times New Roman" panose="02020603050405020304" pitchFamily="18" charset="0"/>
            </a:endParaRPr>
          </a:p>
        </p:txBody>
      </p:sp>
      <p:sp>
        <p:nvSpPr>
          <p:cNvPr id="13322" name="Rectangle 3"/>
          <p:cNvSpPr>
            <a:spLocks noChangeArrowheads="1"/>
          </p:cNvSpPr>
          <p:nvPr/>
        </p:nvSpPr>
        <p:spPr bwMode="auto">
          <a:xfrm>
            <a:off x="257175" y="1000125"/>
            <a:ext cx="3386138" cy="609600"/>
          </a:xfrm>
          <a:prstGeom prst="rect">
            <a:avLst/>
          </a:prstGeom>
          <a:noFill/>
          <a:ln>
            <a:noFill/>
          </a:ln>
        </p:spPr>
        <p:txBody>
          <a:bodyPr anchor="b"/>
          <a:lstStyle>
            <a:lvl1pPr algn="just">
              <a:lnSpc>
                <a:spcPct val="140000"/>
              </a:lnSpc>
              <a:spcBef>
                <a:spcPct val="20000"/>
              </a:spcBef>
              <a:buClr>
                <a:schemeClr val="accent2"/>
              </a:buClr>
              <a:buSzPct val="7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buChar char="è"/>
              <a:defRPr>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buChar char="Ø"/>
              <a:defRPr sz="16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buChar char="–"/>
              <a:defRPr sz="14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buChar char="»"/>
              <a:defRPr sz="12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1、语句覆盖</a:t>
            </a:r>
            <a:endParaRPr kumimoji="1" lang="zh-CN" altLang="en-US" sz="28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p:txBody>
      </p:sp>
      <p:sp>
        <p:nvSpPr>
          <p:cNvPr id="16394" name="Rectangle 47"/>
          <p:cNvSpPr/>
          <p:nvPr/>
        </p:nvSpPr>
        <p:spPr>
          <a:xfrm>
            <a:off x="34925" y="1622425"/>
            <a:ext cx="4697413" cy="1277938"/>
          </a:xfrm>
          <a:prstGeom prst="rect">
            <a:avLst/>
          </a:prstGeom>
          <a:noFill/>
          <a:ln w="9525">
            <a:noFill/>
          </a:ln>
        </p:spPr>
        <p:txBody>
          <a:bodyPr>
            <a:spAutoFit/>
          </a:bodyPr>
          <a:p>
            <a:pPr lvl="1" indent="-285750" eaLnBrk="1" hangingPunct="1">
              <a:lnSpc>
                <a:spcPct val="110000"/>
              </a:lnSpc>
            </a:pPr>
            <a:r>
              <a:rPr lang="zh-CN" altLang="en-US" b="0" dirty="0">
                <a:solidFill>
                  <a:srgbClr val="000000"/>
                </a:solidFill>
                <a:latin typeface="华文中宋" panose="02010600040101010101" pitchFamily="2" charset="-122"/>
              </a:rPr>
              <a:t>语句覆盖就是设计若干个测试用例，运行被测程序，</a:t>
            </a:r>
            <a:r>
              <a:rPr lang="zh-CN" altLang="en-US" b="0" dirty="0">
                <a:solidFill>
                  <a:srgbClr val="C00000"/>
                </a:solidFill>
                <a:latin typeface="华文中宋" panose="02010600040101010101" pitchFamily="2" charset="-122"/>
              </a:rPr>
              <a:t>使得每一可执行语句至少执行一次</a:t>
            </a:r>
            <a:r>
              <a:rPr lang="zh-CN" altLang="en-US" b="0" dirty="0">
                <a:solidFill>
                  <a:srgbClr val="000000"/>
                </a:solidFill>
                <a:latin typeface="华文中宋" panose="02010600040101010101" pitchFamily="2" charset="-122"/>
              </a:rPr>
              <a:t>。</a:t>
            </a:r>
            <a:endParaRPr lang="zh-CN" altLang="en-US" b="0" dirty="0">
              <a:solidFill>
                <a:srgbClr val="000000"/>
              </a:solidFill>
              <a:latin typeface="华文中宋" panose="02010600040101010101" pitchFamily="2" charset="-122"/>
            </a:endParaRPr>
          </a:p>
        </p:txBody>
      </p:sp>
      <p:graphicFrame>
        <p:nvGraphicFramePr>
          <p:cNvPr id="16395" name="对象 50"/>
          <p:cNvGraphicFramePr>
            <a:graphicFrameLocks noChangeAspect="1"/>
          </p:cNvGraphicFramePr>
          <p:nvPr/>
        </p:nvGraphicFramePr>
        <p:xfrm>
          <a:off x="5005388" y="1192213"/>
          <a:ext cx="3436937" cy="3225800"/>
        </p:xfrm>
        <a:graphic>
          <a:graphicData uri="http://schemas.openxmlformats.org/presentationml/2006/ole">
            <mc:AlternateContent xmlns:mc="http://schemas.openxmlformats.org/markup-compatibility/2006">
              <mc:Choice xmlns:v="urn:schemas-microsoft-com:vml" Requires="v">
                <p:oleObj spid="_x0000_s3081" name="" r:id="rId1" imgW="5194300" imgH="4902200" progId="Visio.Drawing.15">
                  <p:embed/>
                </p:oleObj>
              </mc:Choice>
              <mc:Fallback>
                <p:oleObj name="" r:id="rId1" imgW="5194300" imgH="4902200" progId="Visio.Drawing.15">
                  <p:embed/>
                  <p:pic>
                    <p:nvPicPr>
                      <p:cNvPr id="0" name="图片 3080"/>
                      <p:cNvPicPr/>
                      <p:nvPr/>
                    </p:nvPicPr>
                    <p:blipFill>
                      <a:blip r:embed="rId2"/>
                      <a:stretch>
                        <a:fillRect/>
                      </a:stretch>
                    </p:blipFill>
                    <p:spPr>
                      <a:xfrm>
                        <a:off x="5005388" y="1192213"/>
                        <a:ext cx="3436937" cy="3225800"/>
                      </a:xfrm>
                      <a:prstGeom prst="rect">
                        <a:avLst/>
                      </a:prstGeom>
                      <a:noFill/>
                      <a:ln w="38100">
                        <a:noFill/>
                        <a:miter/>
                      </a:ln>
                    </p:spPr>
                  </p:pic>
                </p:oleObj>
              </mc:Fallback>
            </mc:AlternateContent>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anim calcmode="lin" valueType="num">
                                      <p:cBhvr additive="base">
                                        <p:cTn id="7" dur="500" fill="hold"/>
                                        <p:tgtEl>
                                          <p:spTgt spid="49"/>
                                        </p:tgtEl>
                                        <p:attrNameLst>
                                          <p:attrName>ppt_x</p:attrName>
                                        </p:attrNameLst>
                                      </p:cBhvr>
                                      <p:tavLst>
                                        <p:tav tm="0">
                                          <p:val>
                                            <p:strVal val="#ppt_x"/>
                                          </p:val>
                                        </p:tav>
                                        <p:tav tm="100000">
                                          <p:val>
                                            <p:strVal val="#ppt_x"/>
                                          </p:val>
                                        </p:tav>
                                      </p:tavLst>
                                    </p:anim>
                                    <p:anim calcmode="lin" valueType="num">
                                      <p:cBhvr additive="base">
                                        <p:cTn id="8" dur="500" fill="hold"/>
                                        <p:tgtEl>
                                          <p:spTgt spid="4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1"/>
                                        </p:tgtEl>
                                        <p:attrNameLst>
                                          <p:attrName>style.visibility</p:attrName>
                                        </p:attrNameLst>
                                      </p:cBhvr>
                                      <p:to>
                                        <p:strVal val="visible"/>
                                      </p:to>
                                    </p:set>
                                    <p:anim calcmode="lin" valueType="num">
                                      <p:cBhvr additive="base">
                                        <p:cTn id="11" dur="500" fill="hold"/>
                                        <p:tgtEl>
                                          <p:spTgt spid="91"/>
                                        </p:tgtEl>
                                        <p:attrNameLst>
                                          <p:attrName>ppt_x</p:attrName>
                                        </p:attrNameLst>
                                      </p:cBhvr>
                                      <p:tavLst>
                                        <p:tav tm="0">
                                          <p:val>
                                            <p:strVal val="#ppt_x"/>
                                          </p:val>
                                        </p:tav>
                                        <p:tav tm="100000">
                                          <p:val>
                                            <p:strVal val="#ppt_x"/>
                                          </p:val>
                                        </p:tav>
                                      </p:tavLst>
                                    </p:anim>
                                    <p:anim calcmode="lin" valueType="num">
                                      <p:cBhvr additive="base">
                                        <p:cTn id="12" dur="500" fill="hold"/>
                                        <p:tgtEl>
                                          <p:spTgt spid="91"/>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90"/>
                                        </p:tgtEl>
                                        <p:attrNameLst>
                                          <p:attrName>style.visibility</p:attrName>
                                        </p:attrNameLst>
                                      </p:cBhvr>
                                      <p:to>
                                        <p:strVal val="visible"/>
                                      </p:to>
                                    </p:set>
                                    <p:animEffect transition="in" filter="diamond(in)">
                                      <p:cBhvr>
                                        <p:cTn id="17" dur="2000"/>
                                        <p:tgtEl>
                                          <p:spTgt spid="90"/>
                                        </p:tgtEl>
                                      </p:cBhvr>
                                    </p:animEffect>
                                  </p:childTnLst>
                                </p:cTn>
                              </p:par>
                              <p:par>
                                <p:cTn id="18" presetID="8" presetClass="entr" presetSubtype="16" fill="hold" grpId="0" nodeType="withEffect">
                                  <p:stCondLst>
                                    <p:cond delay="0"/>
                                  </p:stCondLst>
                                  <p:childTnLst>
                                    <p:set>
                                      <p:cBhvr>
                                        <p:cTn id="19" dur="1" fill="hold">
                                          <p:stCondLst>
                                            <p:cond delay="0"/>
                                          </p:stCondLst>
                                        </p:cTn>
                                        <p:tgtEl>
                                          <p:spTgt spid="92"/>
                                        </p:tgtEl>
                                        <p:attrNameLst>
                                          <p:attrName>style.visibility</p:attrName>
                                        </p:attrNameLst>
                                      </p:cBhvr>
                                      <p:to>
                                        <p:strVal val="visible"/>
                                      </p:to>
                                    </p:set>
                                    <p:animEffect transition="in" filter="diamond(in)">
                                      <p:cBhvr>
                                        <p:cTn id="20" dur="2000"/>
                                        <p:tgtEl>
                                          <p:spTgt spid="92"/>
                                        </p:tgtEl>
                                      </p:cBhvr>
                                    </p:animEffect>
                                  </p:childTnLst>
                                </p:cTn>
                              </p:par>
                            </p:childTnLst>
                          </p:cTn>
                        </p:par>
                      </p:childTnLst>
                    </p:cTn>
                  </p:par>
                  <p:par>
                    <p:cTn id="21" fill="hold">
                      <p:stCondLst>
                        <p:cond delay="indefinite"/>
                      </p:stCondLst>
                      <p:childTnLst>
                        <p:par>
                          <p:cTn id="22" fill="hold">
                            <p:stCondLst>
                              <p:cond delay="0"/>
                            </p:stCondLst>
                            <p:childTnLst>
                              <p:par>
                                <p:cTn id="23" presetID="5" presetClass="entr" presetSubtype="10" fill="hold" grpId="0" nodeType="clickEffect">
                                  <p:stCondLst>
                                    <p:cond delay="0"/>
                                  </p:stCondLst>
                                  <p:childTnLst>
                                    <p:set>
                                      <p:cBhvr>
                                        <p:cTn id="24" dur="1" fill="hold">
                                          <p:stCondLst>
                                            <p:cond delay="0"/>
                                          </p:stCondLst>
                                        </p:cTn>
                                        <p:tgtEl>
                                          <p:spTgt spid="50"/>
                                        </p:tgtEl>
                                        <p:attrNameLst>
                                          <p:attrName>style.visibility</p:attrName>
                                        </p:attrNameLst>
                                      </p:cBhvr>
                                      <p:to>
                                        <p:strVal val="visible"/>
                                      </p:to>
                                    </p:set>
                                    <p:animEffect transition="in" filter="checkerboard(across)">
                                      <p:cBhvr>
                                        <p:cTn id="25"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50" grpId="0" animBg="1"/>
      <p:bldP spid="90" grpId="0"/>
      <p:bldP spid="91" grpId="0"/>
      <p:bldP spid="9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标题 1"/>
          <p:cNvSpPr>
            <a:spLocks noGrp="1"/>
          </p:cNvSpPr>
          <p:nvPr>
            <p:ph type="title"/>
          </p:nvPr>
        </p:nvSpPr>
        <p:spPr>
          <a:ln/>
        </p:spPr>
        <p:txBody>
          <a:bodyPr vert="horz" wrap="square" lIns="91440" tIns="45720" rIns="91440" bIns="45720" anchor="ctr" anchorCtr="0"/>
          <a:p>
            <a:r>
              <a:rPr lang="zh-CN" altLang="en-US" dirty="0"/>
              <a:t>软件测试方法</a:t>
            </a:r>
            <a:endParaRPr lang="zh-CN" altLang="en-US" dirty="0"/>
          </a:p>
        </p:txBody>
      </p:sp>
      <p:sp>
        <p:nvSpPr>
          <p:cNvPr id="17411"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14340" name="Rectangle 2"/>
          <p:cNvSpPr>
            <a:spLocks noChangeArrowheads="1"/>
          </p:cNvSpPr>
          <p:nvPr/>
        </p:nvSpPr>
        <p:spPr bwMode="auto">
          <a:xfrm>
            <a:off x="431800" y="1162050"/>
            <a:ext cx="4724400" cy="609600"/>
          </a:xfrm>
          <a:prstGeom prst="rect">
            <a:avLst/>
          </a:prstGeom>
          <a:noFill/>
          <a:ln>
            <a:noFill/>
          </a:ln>
        </p:spPr>
        <p:txBody>
          <a:bodyPr anchor="b"/>
          <a:lstStyle>
            <a:lvl1pPr algn="just">
              <a:lnSpc>
                <a:spcPct val="140000"/>
              </a:lnSpc>
              <a:spcBef>
                <a:spcPct val="20000"/>
              </a:spcBef>
              <a:buClr>
                <a:schemeClr val="accent2"/>
              </a:buClr>
              <a:buSzPct val="7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buChar char="è"/>
              <a:defRPr>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buChar char="Ø"/>
              <a:defRPr sz="16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buChar char="–"/>
              <a:defRPr sz="14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buChar char="»"/>
              <a:defRPr sz="12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2、判定覆盖</a:t>
            </a:r>
            <a:endParaRPr kumimoji="1" lang="zh-CN" altLang="en-US" sz="28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p:txBody>
      </p:sp>
      <p:sp>
        <p:nvSpPr>
          <p:cNvPr id="15" name="Rectangle 3"/>
          <p:cNvSpPr/>
          <p:nvPr/>
        </p:nvSpPr>
        <p:spPr>
          <a:xfrm>
            <a:off x="431800" y="5256213"/>
            <a:ext cx="8280400" cy="1196975"/>
          </a:xfrm>
          <a:prstGeom prst="rect">
            <a:avLst/>
          </a:prstGeom>
          <a:noFill/>
          <a:ln w="9525" cap="flat" cmpd="sng">
            <a:solidFill>
              <a:srgbClr val="918415"/>
            </a:solidFill>
            <a:prstDash val="solid"/>
            <a:miter/>
            <a:headEnd type="none" w="med" len="med"/>
            <a:tailEnd type="none" w="med" len="med"/>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0"/>
              </a:spcBef>
              <a:buClrTx/>
              <a:buSzTx/>
              <a:buFontTx/>
              <a:buNone/>
            </a:pPr>
            <a:r>
              <a:rPr lang="zh-CN" altLang="en-GB" sz="2400" dirty="0">
                <a:solidFill>
                  <a:srgbClr val="000000"/>
                </a:solidFill>
                <a:latin typeface="华文中宋" panose="02010600040101010101" pitchFamily="2" charset="-122"/>
                <a:ea typeface="华文中宋" panose="02010600040101010101" pitchFamily="2" charset="-122"/>
              </a:rPr>
              <a:t>分析：</a:t>
            </a:r>
            <a:endParaRPr lang="zh-CN" altLang="en-GB" sz="2400" dirty="0">
              <a:solidFill>
                <a:srgbClr val="000000"/>
              </a:solidFill>
              <a:latin typeface="华文中宋" panose="02010600040101010101" pitchFamily="2" charset="-122"/>
              <a:ea typeface="华文中宋" panose="02010600040101010101" pitchFamily="2" charset="-122"/>
            </a:endParaRPr>
          </a:p>
          <a:p>
            <a:pPr marL="0" lvl="0" indent="0" algn="l" eaLnBrk="1" hangingPunct="1">
              <a:lnSpc>
                <a:spcPct val="100000"/>
              </a:lnSpc>
              <a:spcBef>
                <a:spcPct val="0"/>
              </a:spcBef>
              <a:buClrTx/>
              <a:buSzTx/>
              <a:buFontTx/>
              <a:buNone/>
            </a:pPr>
            <a:r>
              <a:rPr lang="zh-CN" altLang="en-GB" sz="2400" dirty="0">
                <a:solidFill>
                  <a:srgbClr val="000000"/>
                </a:solidFill>
                <a:latin typeface="华文中宋" panose="02010600040101010101" pitchFamily="2" charset="-122"/>
                <a:ea typeface="华文中宋" panose="02010600040101010101" pitchFamily="2" charset="-122"/>
              </a:rPr>
              <a:t>	1、判定覆盖比语句覆盖强，但逻辑覆盖程度还不高。</a:t>
            </a:r>
            <a:endParaRPr lang="en-GB" altLang="zh-CN" sz="2400" dirty="0">
              <a:solidFill>
                <a:srgbClr val="000000"/>
              </a:solidFill>
              <a:latin typeface="华文中宋" panose="02010600040101010101" pitchFamily="2" charset="-122"/>
              <a:ea typeface="华文中宋" panose="02010600040101010101" pitchFamily="2" charset="-122"/>
            </a:endParaRPr>
          </a:p>
          <a:p>
            <a:pPr marL="0" lvl="0" indent="0" algn="l" eaLnBrk="1" hangingPunct="1">
              <a:lnSpc>
                <a:spcPct val="100000"/>
              </a:lnSpc>
              <a:spcBef>
                <a:spcPct val="0"/>
              </a:spcBef>
              <a:buClrTx/>
              <a:buSzTx/>
              <a:buFontTx/>
              <a:buNone/>
            </a:pPr>
            <a:r>
              <a:rPr lang="zh-CN" altLang="en-GB" sz="2400" dirty="0">
                <a:solidFill>
                  <a:srgbClr val="000000"/>
                </a:solidFill>
                <a:latin typeface="华文中宋" panose="02010600040101010101" pitchFamily="2" charset="-122"/>
                <a:ea typeface="华文中宋" panose="02010600040101010101" pitchFamily="2" charset="-122"/>
              </a:rPr>
              <a:t>	2、上述测试数据只覆盖了程序全部路径的一半。</a:t>
            </a:r>
            <a:endParaRPr lang="zh-CN" altLang="en-US" sz="2400" dirty="0">
              <a:solidFill>
                <a:srgbClr val="000000"/>
              </a:solidFill>
              <a:latin typeface="华文中宋" panose="02010600040101010101" pitchFamily="2" charset="-122"/>
              <a:ea typeface="华文中宋" panose="02010600040101010101" pitchFamily="2" charset="-122"/>
            </a:endParaRPr>
          </a:p>
        </p:txBody>
      </p:sp>
      <p:sp>
        <p:nvSpPr>
          <p:cNvPr id="16" name="Rectangle 43"/>
          <p:cNvSpPr/>
          <p:nvPr/>
        </p:nvSpPr>
        <p:spPr>
          <a:xfrm>
            <a:off x="468313" y="2273300"/>
            <a:ext cx="3744912" cy="1570038"/>
          </a:xfrm>
          <a:prstGeom prst="rect">
            <a:avLst/>
          </a:prstGeom>
          <a:noFill/>
          <a:ln w="9525">
            <a:noFill/>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0"/>
              </a:spcBef>
              <a:buClrTx/>
              <a:buSzTx/>
              <a:buFontTx/>
              <a:buNone/>
            </a:pPr>
            <a:r>
              <a:rPr lang="en-GB" altLang="zh-CN" sz="2400" dirty="0">
                <a:solidFill>
                  <a:srgbClr val="000000"/>
                </a:solidFill>
                <a:latin typeface="华文中宋" panose="02010600040101010101" pitchFamily="2" charset="-122"/>
                <a:ea typeface="华文中宋" panose="02010600040101010101" pitchFamily="2" charset="-122"/>
              </a:rPr>
              <a:t>I：A=3，B=0，X=3</a:t>
            </a:r>
            <a:endParaRPr lang="en-GB" altLang="zh-CN" sz="2400" dirty="0">
              <a:solidFill>
                <a:srgbClr val="000000"/>
              </a:solidFill>
              <a:latin typeface="华文中宋" panose="02010600040101010101" pitchFamily="2" charset="-122"/>
              <a:ea typeface="华文中宋" panose="02010600040101010101" pitchFamily="2" charset="-122"/>
            </a:endParaRPr>
          </a:p>
          <a:p>
            <a:pPr marL="0" lvl="0" indent="0" algn="l" eaLnBrk="1" hangingPunct="1">
              <a:lnSpc>
                <a:spcPct val="100000"/>
              </a:lnSpc>
              <a:spcBef>
                <a:spcPct val="0"/>
              </a:spcBef>
              <a:buClrTx/>
              <a:buSzTx/>
              <a:buFontTx/>
              <a:buNone/>
            </a:pPr>
            <a:r>
              <a:rPr lang="en-GB" altLang="zh-CN" sz="2400" dirty="0">
                <a:solidFill>
                  <a:srgbClr val="000000"/>
                </a:solidFill>
                <a:latin typeface="华文中宋" panose="02010600040101010101" pitchFamily="2" charset="-122"/>
                <a:ea typeface="华文中宋" panose="02010600040101010101" pitchFamily="2" charset="-122"/>
              </a:rPr>
              <a:t>（</a:t>
            </a:r>
            <a:r>
              <a:rPr lang="zh-CN" altLang="en-GB" sz="2400" dirty="0">
                <a:solidFill>
                  <a:srgbClr val="000000"/>
                </a:solidFill>
                <a:latin typeface="华文中宋" panose="02010600040101010101" pitchFamily="2" charset="-122"/>
                <a:ea typeface="华文中宋" panose="02010600040101010101" pitchFamily="2" charset="-122"/>
              </a:rPr>
              <a:t>覆盖</a:t>
            </a:r>
            <a:r>
              <a:rPr lang="en-GB" altLang="zh-CN" sz="2400" dirty="0">
                <a:solidFill>
                  <a:srgbClr val="000000"/>
                </a:solidFill>
                <a:latin typeface="华文中宋" panose="02010600040101010101" pitchFamily="2" charset="-122"/>
                <a:ea typeface="华文中宋" panose="02010600040101010101" pitchFamily="2" charset="-122"/>
              </a:rPr>
              <a:t>sacbd</a:t>
            </a:r>
            <a:r>
              <a:rPr lang="zh-CN" altLang="en-GB" sz="2400" dirty="0">
                <a:solidFill>
                  <a:srgbClr val="000000"/>
                </a:solidFill>
                <a:latin typeface="华文中宋" panose="02010600040101010101" pitchFamily="2" charset="-122"/>
                <a:ea typeface="华文中宋" panose="02010600040101010101" pitchFamily="2" charset="-122"/>
              </a:rPr>
              <a:t>）</a:t>
            </a:r>
            <a:endParaRPr lang="en-GB" altLang="zh-CN" sz="2400" dirty="0">
              <a:solidFill>
                <a:srgbClr val="000000"/>
              </a:solidFill>
              <a:latin typeface="华文中宋" panose="02010600040101010101" pitchFamily="2" charset="-122"/>
              <a:ea typeface="华文中宋" panose="02010600040101010101" pitchFamily="2" charset="-122"/>
            </a:endParaRPr>
          </a:p>
          <a:p>
            <a:pPr marL="0" lvl="0" indent="0" algn="l" eaLnBrk="1" hangingPunct="1">
              <a:lnSpc>
                <a:spcPct val="100000"/>
              </a:lnSpc>
              <a:spcBef>
                <a:spcPct val="0"/>
              </a:spcBef>
              <a:buClrTx/>
              <a:buSzTx/>
              <a:buFontTx/>
              <a:buNone/>
            </a:pPr>
            <a:r>
              <a:rPr lang="en-GB" altLang="zh-CN" sz="2400" dirty="0">
                <a:solidFill>
                  <a:srgbClr val="000000"/>
                </a:solidFill>
                <a:latin typeface="华文中宋" panose="02010600040101010101" pitchFamily="2" charset="-122"/>
                <a:ea typeface="华文中宋" panose="02010600040101010101" pitchFamily="2" charset="-122"/>
              </a:rPr>
              <a:t>II：A=2，B=1，X=1 </a:t>
            </a:r>
            <a:endParaRPr lang="en-GB" altLang="zh-CN" sz="2400" dirty="0">
              <a:solidFill>
                <a:srgbClr val="000000"/>
              </a:solidFill>
              <a:latin typeface="华文中宋" panose="02010600040101010101" pitchFamily="2" charset="-122"/>
              <a:ea typeface="华文中宋" panose="02010600040101010101" pitchFamily="2" charset="-122"/>
            </a:endParaRPr>
          </a:p>
          <a:p>
            <a:pPr marL="0" lvl="0" indent="0" algn="l" eaLnBrk="1" hangingPunct="1">
              <a:lnSpc>
                <a:spcPct val="100000"/>
              </a:lnSpc>
              <a:spcBef>
                <a:spcPct val="0"/>
              </a:spcBef>
              <a:buClrTx/>
              <a:buSzTx/>
              <a:buFontTx/>
              <a:buNone/>
            </a:pPr>
            <a:r>
              <a:rPr lang="en-GB" altLang="zh-CN" sz="2400" dirty="0">
                <a:solidFill>
                  <a:srgbClr val="000000"/>
                </a:solidFill>
                <a:latin typeface="华文中宋" panose="02010600040101010101" pitchFamily="2" charset="-122"/>
                <a:ea typeface="华文中宋" panose="02010600040101010101" pitchFamily="2" charset="-122"/>
              </a:rPr>
              <a:t>（</a:t>
            </a:r>
            <a:r>
              <a:rPr lang="zh-CN" altLang="en-GB" sz="2400" dirty="0">
                <a:solidFill>
                  <a:srgbClr val="000000"/>
                </a:solidFill>
                <a:latin typeface="华文中宋" panose="02010600040101010101" pitchFamily="2" charset="-122"/>
                <a:ea typeface="华文中宋" panose="02010600040101010101" pitchFamily="2" charset="-122"/>
              </a:rPr>
              <a:t>覆盖</a:t>
            </a:r>
            <a:r>
              <a:rPr lang="en-GB" altLang="zh-CN" sz="2400" dirty="0">
                <a:solidFill>
                  <a:srgbClr val="000000"/>
                </a:solidFill>
                <a:latin typeface="华文中宋" panose="02010600040101010101" pitchFamily="2" charset="-122"/>
                <a:ea typeface="华文中宋" panose="02010600040101010101" pitchFamily="2" charset="-122"/>
              </a:rPr>
              <a:t>sabed</a:t>
            </a:r>
            <a:r>
              <a:rPr lang="zh-CN" altLang="en-GB" sz="2400" dirty="0">
                <a:solidFill>
                  <a:srgbClr val="000000"/>
                </a:solidFill>
                <a:latin typeface="华文中宋" panose="02010600040101010101" pitchFamily="2" charset="-122"/>
                <a:ea typeface="华文中宋" panose="02010600040101010101" pitchFamily="2" charset="-122"/>
              </a:rPr>
              <a:t>）</a:t>
            </a:r>
            <a:endParaRPr lang="en-GB" altLang="zh-CN" sz="2400" dirty="0">
              <a:solidFill>
                <a:srgbClr val="000000"/>
              </a:solidFill>
              <a:latin typeface="华文中宋" panose="02010600040101010101" pitchFamily="2" charset="-122"/>
              <a:ea typeface="华文中宋" panose="02010600040101010101" pitchFamily="2" charset="-122"/>
            </a:endParaRPr>
          </a:p>
        </p:txBody>
      </p:sp>
      <p:sp>
        <p:nvSpPr>
          <p:cNvPr id="17" name="Rectangle 44"/>
          <p:cNvSpPr/>
          <p:nvPr/>
        </p:nvSpPr>
        <p:spPr>
          <a:xfrm>
            <a:off x="517525" y="3703638"/>
            <a:ext cx="2303463" cy="519112"/>
          </a:xfrm>
          <a:prstGeom prst="rect">
            <a:avLst/>
          </a:prstGeom>
          <a:noFill/>
          <a:ln w="9525">
            <a:noFill/>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30000"/>
              </a:spcBef>
              <a:buClrTx/>
              <a:buSzTx/>
              <a:buFontTx/>
              <a:buNone/>
            </a:pPr>
            <a:r>
              <a:rPr lang="zh-CN" altLang="en-GB" sz="2400" dirty="0">
                <a:solidFill>
                  <a:srgbClr val="000000"/>
                </a:solidFill>
                <a:latin typeface="华文中宋" panose="02010600040101010101" pitchFamily="2" charset="-122"/>
                <a:ea typeface="华文中宋" panose="02010600040101010101" pitchFamily="2" charset="-122"/>
              </a:rPr>
              <a:t>预期结果</a:t>
            </a:r>
            <a:r>
              <a:rPr lang="zh-CN" altLang="en-GB" sz="2800" b="1" dirty="0">
                <a:solidFill>
                  <a:srgbClr val="000000"/>
                </a:solidFill>
                <a:latin typeface="华文新魏" panose="02010800040101010101" pitchFamily="2" charset="-122"/>
                <a:ea typeface="华文新魏" panose="02010800040101010101" pitchFamily="2" charset="-122"/>
              </a:rPr>
              <a:t>：</a:t>
            </a:r>
            <a:endParaRPr lang="zh-CN" altLang="en-GB" sz="2800" b="1" dirty="0">
              <a:solidFill>
                <a:srgbClr val="000000"/>
              </a:solidFill>
              <a:latin typeface="华文新魏" panose="02010800040101010101" pitchFamily="2" charset="-122"/>
              <a:ea typeface="华文新魏" panose="02010800040101010101" pitchFamily="2" charset="-122"/>
            </a:endParaRPr>
          </a:p>
        </p:txBody>
      </p:sp>
      <p:sp>
        <p:nvSpPr>
          <p:cNvPr id="18" name="Rectangle 45"/>
          <p:cNvSpPr/>
          <p:nvPr/>
        </p:nvSpPr>
        <p:spPr>
          <a:xfrm>
            <a:off x="431800" y="1857375"/>
            <a:ext cx="2808288" cy="461963"/>
          </a:xfrm>
          <a:prstGeom prst="rect">
            <a:avLst/>
          </a:prstGeom>
          <a:noFill/>
          <a:ln w="9525">
            <a:noFill/>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0"/>
              </a:spcBef>
              <a:buClrTx/>
              <a:buSzTx/>
              <a:buFontTx/>
              <a:buNone/>
            </a:pPr>
            <a:r>
              <a:rPr lang="zh-CN" altLang="en-GB" sz="2400" dirty="0">
                <a:solidFill>
                  <a:srgbClr val="000000"/>
                </a:solidFill>
                <a:latin typeface="华文中宋" panose="02010600040101010101" pitchFamily="2" charset="-122"/>
                <a:ea typeface="华文中宋" panose="02010600040101010101" pitchFamily="2" charset="-122"/>
              </a:rPr>
              <a:t>测试数据：</a:t>
            </a:r>
            <a:endParaRPr lang="zh-CN" altLang="en-US" sz="2400" dirty="0">
              <a:solidFill>
                <a:srgbClr val="000000"/>
              </a:solidFill>
              <a:latin typeface="华文中宋" panose="02010600040101010101" pitchFamily="2" charset="-122"/>
              <a:ea typeface="华文中宋" panose="02010600040101010101" pitchFamily="2" charset="-122"/>
            </a:endParaRPr>
          </a:p>
        </p:txBody>
      </p:sp>
      <p:sp>
        <p:nvSpPr>
          <p:cNvPr id="19" name="Rectangle 46"/>
          <p:cNvSpPr/>
          <p:nvPr/>
        </p:nvSpPr>
        <p:spPr>
          <a:xfrm>
            <a:off x="754063" y="4068763"/>
            <a:ext cx="4418012" cy="461962"/>
          </a:xfrm>
          <a:prstGeom prst="rect">
            <a:avLst/>
          </a:prstGeom>
          <a:noFill/>
          <a:ln w="9525">
            <a:noFill/>
          </a:ln>
        </p:spPr>
        <p:txBody>
          <a:bodyPr wrap="none">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30000"/>
              </a:spcBef>
              <a:buClrTx/>
              <a:buSzTx/>
              <a:buFontTx/>
              <a:buNone/>
            </a:pPr>
            <a:r>
              <a:rPr lang="en-GB" altLang="zh-CN" sz="2400" dirty="0">
                <a:solidFill>
                  <a:srgbClr val="000000"/>
                </a:solidFill>
                <a:latin typeface="华文中宋" panose="02010600040101010101" pitchFamily="2" charset="-122"/>
                <a:ea typeface="华文中宋" panose="02010600040101010101" pitchFamily="2" charset="-122"/>
              </a:rPr>
              <a:t>I: X=1.0         II :  X=2.0       </a:t>
            </a:r>
            <a:endParaRPr lang="en-GB" altLang="zh-CN" sz="2400" dirty="0">
              <a:solidFill>
                <a:srgbClr val="000000"/>
              </a:solidFill>
              <a:latin typeface="华文中宋" panose="02010600040101010101" pitchFamily="2" charset="-122"/>
              <a:ea typeface="华文中宋" panose="02010600040101010101" pitchFamily="2" charset="-122"/>
            </a:endParaRPr>
          </a:p>
        </p:txBody>
      </p:sp>
      <p:sp>
        <p:nvSpPr>
          <p:cNvPr id="20" name="Rectangle 48"/>
          <p:cNvSpPr>
            <a:spLocks noChangeArrowheads="1"/>
          </p:cNvSpPr>
          <p:nvPr/>
        </p:nvSpPr>
        <p:spPr bwMode="auto">
          <a:xfrm>
            <a:off x="517525" y="4470400"/>
            <a:ext cx="8281988" cy="830263"/>
          </a:xfrm>
          <a:prstGeom prst="rect">
            <a:avLst/>
          </a:prstGeom>
          <a:noFill/>
          <a:ln w="9525">
            <a:noFill/>
            <a:miter lim="800000"/>
          </a:ln>
          <a:effectLst/>
        </p:spPr>
        <p:txBody>
          <a:bodyPr>
            <a:spAutoFit/>
          </a:bodyPr>
          <a:lstStyle/>
          <a:p>
            <a:pPr marL="0" marR="0" lvl="0" indent="0" algn="l" defTabSz="914400" rtl="0" eaLnBrk="1" fontAlgn="base" latinLnBrk="0" hangingPunct="1">
              <a:lnSpc>
                <a:spcPct val="100000"/>
              </a:lnSpc>
              <a:spcBef>
                <a:spcPct val="20000"/>
              </a:spcBef>
              <a:spcAft>
                <a:spcPct val="0"/>
              </a:spcAft>
              <a:buClr>
                <a:srgbClr val="FF9900"/>
              </a:buClr>
              <a:buSzPct val="50000"/>
              <a:buFont typeface="Monotype Sorts" pitchFamily="2" charset="2"/>
              <a:buChar char="n"/>
              <a:defRPr/>
            </a:pPr>
            <a:r>
              <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判定覆盖就是设计若干个测试用例，运行被测程序，使得程序中</a:t>
            </a:r>
            <a:r>
              <a:rPr kumimoji="1" lang="zh-CN" altLang="en-US" sz="2400" b="0"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每个判断的</a:t>
            </a:r>
            <a:r>
              <a:rPr kumimoji="1" lang="zh-CN" altLang="en-US" sz="2400" b="1"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取真分支和取假分支</a:t>
            </a:r>
            <a:r>
              <a:rPr kumimoji="1" lang="zh-CN" altLang="en-US" sz="2400" b="0"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至少经历一次</a:t>
            </a:r>
            <a:r>
              <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a:t>
            </a:r>
            <a:endPar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p:txBody>
      </p:sp>
      <p:graphicFrame>
        <p:nvGraphicFramePr>
          <p:cNvPr id="17419" name="对象 49"/>
          <p:cNvGraphicFramePr>
            <a:graphicFrameLocks noChangeAspect="1"/>
          </p:cNvGraphicFramePr>
          <p:nvPr/>
        </p:nvGraphicFramePr>
        <p:xfrm>
          <a:off x="5005388" y="1192213"/>
          <a:ext cx="3436937" cy="3225800"/>
        </p:xfrm>
        <a:graphic>
          <a:graphicData uri="http://schemas.openxmlformats.org/presentationml/2006/ole">
            <mc:AlternateContent xmlns:mc="http://schemas.openxmlformats.org/markup-compatibility/2006">
              <mc:Choice xmlns:v="urn:schemas-microsoft-com:vml" Requires="v">
                <p:oleObj spid="_x0000_s3078" name="" r:id="rId1" imgW="5194300" imgH="4902200" progId="Visio.Drawing.15">
                  <p:embed/>
                </p:oleObj>
              </mc:Choice>
              <mc:Fallback>
                <p:oleObj name="" r:id="rId1" imgW="5194300" imgH="4902200" progId="Visio.Drawing.15">
                  <p:embed/>
                  <p:pic>
                    <p:nvPicPr>
                      <p:cNvPr id="0" name="图片 3077"/>
                      <p:cNvPicPr/>
                      <p:nvPr/>
                    </p:nvPicPr>
                    <p:blipFill>
                      <a:blip r:embed="rId2"/>
                      <a:stretch>
                        <a:fillRect/>
                      </a:stretch>
                    </p:blipFill>
                    <p:spPr>
                      <a:xfrm>
                        <a:off x="5005388" y="1192213"/>
                        <a:ext cx="3436937" cy="3225800"/>
                      </a:xfrm>
                      <a:prstGeom prst="rect">
                        <a:avLst/>
                      </a:prstGeom>
                      <a:noFill/>
                      <a:ln w="38100">
                        <a:noFill/>
                        <a:miter/>
                      </a:ln>
                    </p:spPr>
                  </p:pic>
                </p:oleObj>
              </mc:Fallback>
            </mc:AlternateContent>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checkerboard(across)">
                                      <p:cBhvr>
                                        <p:cTn id="7" dur="500"/>
                                        <p:tgtEl>
                                          <p:spTgt spid="16"/>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checkerboard(across)">
                                      <p:cBhvr>
                                        <p:cTn id="10" dur="500"/>
                                        <p:tgtEl>
                                          <p:spTgt spid="18"/>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anim calcmode="lin" valueType="num">
                                      <p:cBhvr additive="base">
                                        <p:cTn id="15" dur="500" fill="hold"/>
                                        <p:tgtEl>
                                          <p:spTgt spid="17"/>
                                        </p:tgtEl>
                                        <p:attrNameLst>
                                          <p:attrName>ppt_x</p:attrName>
                                        </p:attrNameLst>
                                      </p:cBhvr>
                                      <p:tavLst>
                                        <p:tav tm="0">
                                          <p:val>
                                            <p:strVal val="#ppt_x"/>
                                          </p:val>
                                        </p:tav>
                                        <p:tav tm="100000">
                                          <p:val>
                                            <p:strVal val="#ppt_x"/>
                                          </p:val>
                                        </p:tav>
                                      </p:tavLst>
                                    </p:anim>
                                    <p:anim calcmode="lin" valueType="num">
                                      <p:cBhvr additive="base">
                                        <p:cTn id="16" dur="500" fill="hold"/>
                                        <p:tgtEl>
                                          <p:spTgt spid="17"/>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 calcmode="lin" valueType="num">
                                      <p:cBhvr additive="base">
                                        <p:cTn id="19" dur="500" fill="hold"/>
                                        <p:tgtEl>
                                          <p:spTgt spid="19"/>
                                        </p:tgtEl>
                                        <p:attrNameLst>
                                          <p:attrName>ppt_x</p:attrName>
                                        </p:attrNameLst>
                                      </p:cBhvr>
                                      <p:tavLst>
                                        <p:tav tm="0">
                                          <p:val>
                                            <p:strVal val="#ppt_x"/>
                                          </p:val>
                                        </p:tav>
                                        <p:tav tm="100000">
                                          <p:val>
                                            <p:strVal val="#ppt_x"/>
                                          </p:val>
                                        </p:tav>
                                      </p:tavLst>
                                    </p:anim>
                                    <p:anim calcmode="lin" valueType="num">
                                      <p:cBhvr additive="base">
                                        <p:cTn id="20"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3" presetClass="entr" presetSubtype="16"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plus(in)">
                                      <p:cBhvr>
                                        <p:cTn id="25" dur="2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p:bldP spid="17" grpId="0"/>
      <p:bldP spid="18" grpId="0"/>
      <p:bldP spid="1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GB"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软件测试方法</a:t>
            </a:r>
            <a:endParaRPr kumimoji="0" lang="zh-CN" altLang="en-US" sz="2800" b="1" i="0" u="none" strike="noStrike" kern="0" cap="none" spc="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endParaRPr>
          </a:p>
        </p:txBody>
      </p:sp>
      <p:sp>
        <p:nvSpPr>
          <p:cNvPr id="18435"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51" name="Rectangle 2"/>
          <p:cNvSpPr/>
          <p:nvPr/>
        </p:nvSpPr>
        <p:spPr>
          <a:xfrm>
            <a:off x="96838" y="2376488"/>
            <a:ext cx="4683125" cy="957262"/>
          </a:xfrm>
          <a:prstGeom prst="rect">
            <a:avLst/>
          </a:prstGeom>
          <a:noFill/>
          <a:ln w="9525">
            <a:noFill/>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buClrTx/>
              <a:buSzTx/>
              <a:buFontTx/>
              <a:buNone/>
            </a:pPr>
            <a:r>
              <a:rPr lang="en-GB" altLang="zh-CN" sz="2800" b="1" dirty="0">
                <a:solidFill>
                  <a:srgbClr val="000000"/>
                </a:solidFill>
                <a:latin typeface="华文新魏" panose="02010800040101010101" pitchFamily="2" charset="-122"/>
                <a:ea typeface="华文新魏" panose="02010800040101010101" pitchFamily="2" charset="-122"/>
              </a:rPr>
              <a:t>    </a:t>
            </a:r>
            <a:r>
              <a:rPr lang="en-GB" altLang="zh-CN" sz="2400" b="1" dirty="0">
                <a:solidFill>
                  <a:srgbClr val="000000"/>
                </a:solidFill>
                <a:latin typeface="华文新魏" panose="02010800040101010101" pitchFamily="2" charset="-122"/>
                <a:ea typeface="华文新魏" panose="02010800040101010101" pitchFamily="2" charset="-122"/>
              </a:rPr>
              <a:t>a</a:t>
            </a:r>
            <a:r>
              <a:rPr lang="zh-CN" altLang="en-GB" sz="2400" b="1" dirty="0">
                <a:solidFill>
                  <a:srgbClr val="000000"/>
                </a:solidFill>
                <a:latin typeface="华文新魏" panose="02010800040101010101" pitchFamily="2" charset="-122"/>
                <a:ea typeface="华文新魏" panose="02010800040101010101" pitchFamily="2" charset="-122"/>
              </a:rPr>
              <a:t>点：</a:t>
            </a:r>
            <a:r>
              <a:rPr lang="en-GB" altLang="zh-CN" sz="2400" b="1" dirty="0">
                <a:solidFill>
                  <a:srgbClr val="000000"/>
                </a:solidFill>
                <a:latin typeface="华文新魏" panose="02010800040101010101" pitchFamily="2" charset="-122"/>
                <a:ea typeface="华文新魏" panose="02010800040101010101" pitchFamily="2" charset="-122"/>
              </a:rPr>
              <a:t>A&gt;1,A&lt;=1,B=0,B!=0;</a:t>
            </a:r>
            <a:endParaRPr lang="en-GB" altLang="zh-CN" sz="2400" b="1" dirty="0">
              <a:solidFill>
                <a:srgbClr val="000000"/>
              </a:solidFill>
              <a:latin typeface="华文新魏" panose="02010800040101010101" pitchFamily="2" charset="-122"/>
              <a:ea typeface="华文新魏" panose="02010800040101010101" pitchFamily="2" charset="-122"/>
            </a:endParaRPr>
          </a:p>
          <a:p>
            <a:pPr marL="0" lvl="0" indent="0" algn="l" eaLnBrk="1" hangingPunct="1">
              <a:lnSpc>
                <a:spcPct val="100000"/>
              </a:lnSpc>
              <a:buClrTx/>
              <a:buSzTx/>
              <a:buFontTx/>
              <a:buNone/>
            </a:pPr>
            <a:r>
              <a:rPr lang="en-GB" altLang="zh-CN" sz="2400" b="1" dirty="0">
                <a:solidFill>
                  <a:srgbClr val="000000"/>
                </a:solidFill>
                <a:latin typeface="华文新魏" panose="02010800040101010101" pitchFamily="2" charset="-122"/>
                <a:ea typeface="华文新魏" panose="02010800040101010101" pitchFamily="2" charset="-122"/>
              </a:rPr>
              <a:t>    b</a:t>
            </a:r>
            <a:r>
              <a:rPr lang="zh-CN" altLang="en-GB" sz="2400" b="1" dirty="0">
                <a:solidFill>
                  <a:srgbClr val="000000"/>
                </a:solidFill>
                <a:latin typeface="华文新魏" panose="02010800040101010101" pitchFamily="2" charset="-122"/>
                <a:ea typeface="华文新魏" panose="02010800040101010101" pitchFamily="2" charset="-122"/>
              </a:rPr>
              <a:t>点：</a:t>
            </a:r>
            <a:r>
              <a:rPr lang="en-GB" altLang="zh-CN" sz="2400" b="1" dirty="0">
                <a:solidFill>
                  <a:srgbClr val="000000"/>
                </a:solidFill>
                <a:latin typeface="华文新魏" panose="02010800040101010101" pitchFamily="2" charset="-122"/>
                <a:ea typeface="华文新魏" panose="02010800040101010101" pitchFamily="2" charset="-122"/>
              </a:rPr>
              <a:t>A=2,A!=2,X&gt;1,X&lt;=1;</a:t>
            </a:r>
            <a:endParaRPr lang="en-GB" altLang="zh-CN" sz="2400" b="1" dirty="0">
              <a:solidFill>
                <a:srgbClr val="000000"/>
              </a:solidFill>
              <a:latin typeface="华文新魏" panose="02010800040101010101" pitchFamily="2" charset="-122"/>
              <a:ea typeface="华文新魏" panose="02010800040101010101" pitchFamily="2" charset="-122"/>
            </a:endParaRPr>
          </a:p>
        </p:txBody>
      </p:sp>
      <p:sp>
        <p:nvSpPr>
          <p:cNvPr id="15365" name="Rectangle 3"/>
          <p:cNvSpPr>
            <a:spLocks noChangeArrowheads="1"/>
          </p:cNvSpPr>
          <p:nvPr/>
        </p:nvSpPr>
        <p:spPr bwMode="auto">
          <a:xfrm>
            <a:off x="250825" y="1012825"/>
            <a:ext cx="4724400" cy="609600"/>
          </a:xfrm>
          <a:prstGeom prst="rect">
            <a:avLst/>
          </a:prstGeom>
          <a:noFill/>
          <a:ln>
            <a:noFill/>
          </a:ln>
        </p:spPr>
        <p:txBody>
          <a:bodyPr anchor="b"/>
          <a:lstStyle>
            <a:lvl1pPr algn="just">
              <a:lnSpc>
                <a:spcPct val="140000"/>
              </a:lnSpc>
              <a:spcBef>
                <a:spcPct val="20000"/>
              </a:spcBef>
              <a:buClr>
                <a:schemeClr val="accent2"/>
              </a:buClr>
              <a:buSzPct val="7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buChar char="è"/>
              <a:defRPr>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buChar char="Ø"/>
              <a:defRPr sz="16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buChar char="–"/>
              <a:defRPr sz="14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buChar char="»"/>
              <a:defRPr sz="12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3、条件覆盖</a:t>
            </a:r>
            <a:endParaRPr kumimoji="1" lang="zh-CN" altLang="en-US" sz="28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p:txBody>
      </p:sp>
      <p:sp>
        <p:nvSpPr>
          <p:cNvPr id="53" name="Rectangle 4"/>
          <p:cNvSpPr/>
          <p:nvPr/>
        </p:nvSpPr>
        <p:spPr>
          <a:xfrm>
            <a:off x="250825" y="3790950"/>
            <a:ext cx="4752975" cy="1771650"/>
          </a:xfrm>
          <a:prstGeom prst="rect">
            <a:avLst/>
          </a:prstGeom>
          <a:noFill/>
          <a:ln w="9525">
            <a:noFill/>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buClrTx/>
              <a:buSzTx/>
              <a:buFontTx/>
              <a:buNone/>
            </a:pPr>
            <a:r>
              <a:rPr lang="en-GB" altLang="zh-CN" sz="2400" b="1" dirty="0">
                <a:solidFill>
                  <a:srgbClr val="000000"/>
                </a:solidFill>
                <a:latin typeface="Times New Roman" panose="02020603050405020304" pitchFamily="18" charset="0"/>
              </a:rPr>
              <a:t>I：A=2，B=0，X=4</a:t>
            </a:r>
            <a:r>
              <a:rPr lang="zh-CN" altLang="en-GB" sz="2400" b="1" dirty="0">
                <a:solidFill>
                  <a:srgbClr val="000000"/>
                </a:solidFill>
                <a:latin typeface="Times New Roman" panose="02020603050405020304" pitchFamily="18" charset="0"/>
              </a:rPr>
              <a:t>；</a:t>
            </a:r>
            <a:r>
              <a:rPr lang="en-GB" altLang="zh-CN" sz="2400" b="1" dirty="0">
                <a:solidFill>
                  <a:srgbClr val="000000"/>
                </a:solidFill>
                <a:latin typeface="Times New Roman" panose="02020603050405020304" pitchFamily="18" charset="0"/>
              </a:rPr>
              <a:t>(sacbed)</a:t>
            </a:r>
            <a:endParaRPr lang="en-GB" altLang="zh-CN" sz="2400" b="1" dirty="0">
              <a:solidFill>
                <a:srgbClr val="000000"/>
              </a:solidFill>
              <a:latin typeface="Times New Roman" panose="02020603050405020304" pitchFamily="18" charset="0"/>
            </a:endParaRPr>
          </a:p>
          <a:p>
            <a:pPr marL="0" lvl="0" indent="0" algn="l" eaLnBrk="1" hangingPunct="1">
              <a:lnSpc>
                <a:spcPct val="100000"/>
              </a:lnSpc>
              <a:buClrTx/>
              <a:buSzTx/>
              <a:buFontTx/>
              <a:buNone/>
            </a:pPr>
            <a:r>
              <a:rPr lang="en-GB" altLang="zh-CN" sz="2400" b="1" dirty="0">
                <a:solidFill>
                  <a:srgbClr val="000000"/>
                </a:solidFill>
                <a:latin typeface="Times New Roman" panose="02020603050405020304" pitchFamily="18" charset="0"/>
              </a:rPr>
              <a:t>     (A&gt;1,B=0,A=2,X</a:t>
            </a:r>
            <a:r>
              <a:rPr lang="zh-CN" altLang="en-GB" sz="2400" b="1" dirty="0">
                <a:solidFill>
                  <a:srgbClr val="000000"/>
                </a:solidFill>
                <a:latin typeface="Times New Roman" panose="02020603050405020304" pitchFamily="18" charset="0"/>
              </a:rPr>
              <a:t>&gt;1</a:t>
            </a:r>
            <a:r>
              <a:rPr lang="en-GB" altLang="zh-CN" sz="2400" b="1" dirty="0">
                <a:solidFill>
                  <a:srgbClr val="000000"/>
                </a:solidFill>
                <a:latin typeface="Times New Roman" panose="02020603050405020304" pitchFamily="18" charset="0"/>
              </a:rPr>
              <a:t>;</a:t>
            </a:r>
            <a:r>
              <a:rPr lang="zh-CN" altLang="en-GB" sz="2400" b="1" dirty="0">
                <a:solidFill>
                  <a:srgbClr val="000000"/>
                </a:solidFill>
                <a:latin typeface="Times New Roman" panose="02020603050405020304" pitchFamily="18" charset="0"/>
              </a:rPr>
              <a:t> </a:t>
            </a:r>
            <a:r>
              <a:rPr lang="en-GB" altLang="zh-CN" sz="2400" b="1" dirty="0">
                <a:solidFill>
                  <a:srgbClr val="000000"/>
                </a:solidFill>
                <a:latin typeface="Times New Roman" panose="02020603050405020304" pitchFamily="18" charset="0"/>
              </a:rPr>
              <a:t>)</a:t>
            </a:r>
            <a:endParaRPr lang="en-GB" altLang="zh-CN" sz="2400" b="1" dirty="0">
              <a:solidFill>
                <a:srgbClr val="000000"/>
              </a:solidFill>
              <a:latin typeface="Times New Roman" panose="02020603050405020304" pitchFamily="18" charset="0"/>
            </a:endParaRPr>
          </a:p>
          <a:p>
            <a:pPr marL="0" lvl="0" indent="0" algn="l" eaLnBrk="1" hangingPunct="1">
              <a:lnSpc>
                <a:spcPct val="100000"/>
              </a:lnSpc>
              <a:buClrTx/>
              <a:buSzTx/>
              <a:buFontTx/>
              <a:buNone/>
            </a:pPr>
            <a:r>
              <a:rPr lang="en-GB" altLang="zh-CN" sz="2400" b="1" dirty="0">
                <a:solidFill>
                  <a:srgbClr val="000000"/>
                </a:solidFill>
                <a:latin typeface="Times New Roman" panose="02020603050405020304" pitchFamily="18" charset="0"/>
              </a:rPr>
              <a:t>II：A=1，B=1，X=1</a:t>
            </a:r>
            <a:r>
              <a:rPr lang="zh-CN" altLang="en-GB" sz="2400" b="1" dirty="0">
                <a:solidFill>
                  <a:srgbClr val="000000"/>
                </a:solidFill>
                <a:latin typeface="Times New Roman" panose="02020603050405020304" pitchFamily="18" charset="0"/>
              </a:rPr>
              <a:t>；</a:t>
            </a:r>
            <a:r>
              <a:rPr lang="en-GB" altLang="zh-CN" sz="2400" b="1" dirty="0">
                <a:solidFill>
                  <a:srgbClr val="000000"/>
                </a:solidFill>
                <a:latin typeface="Times New Roman" panose="02020603050405020304" pitchFamily="18" charset="0"/>
              </a:rPr>
              <a:t>(sabd)</a:t>
            </a:r>
            <a:endParaRPr lang="en-GB" altLang="zh-CN" sz="2400" b="1" dirty="0">
              <a:solidFill>
                <a:srgbClr val="000000"/>
              </a:solidFill>
              <a:latin typeface="Times New Roman" panose="02020603050405020304" pitchFamily="18" charset="0"/>
            </a:endParaRPr>
          </a:p>
          <a:p>
            <a:pPr marL="0" lvl="0" indent="0" algn="l" eaLnBrk="1" hangingPunct="1">
              <a:lnSpc>
                <a:spcPct val="100000"/>
              </a:lnSpc>
              <a:buClrTx/>
              <a:buSzTx/>
              <a:buFontTx/>
              <a:buNone/>
            </a:pPr>
            <a:r>
              <a:rPr lang="en-GB" altLang="zh-CN" sz="2400" b="1" dirty="0">
                <a:solidFill>
                  <a:srgbClr val="000000"/>
                </a:solidFill>
                <a:latin typeface="Times New Roman" panose="02020603050405020304" pitchFamily="18" charset="0"/>
              </a:rPr>
              <a:t>     (A&lt;=1,B!=0,A!=2,X&lt;=1;)</a:t>
            </a:r>
            <a:endParaRPr lang="zh-CN" altLang="en-US" sz="2400" b="1" dirty="0">
              <a:solidFill>
                <a:srgbClr val="000000"/>
              </a:solidFill>
              <a:latin typeface="Times New Roman" panose="02020603050405020304" pitchFamily="18" charset="0"/>
            </a:endParaRPr>
          </a:p>
        </p:txBody>
      </p:sp>
      <p:sp>
        <p:nvSpPr>
          <p:cNvPr id="93" name="Rectangle 45"/>
          <p:cNvSpPr/>
          <p:nvPr/>
        </p:nvSpPr>
        <p:spPr>
          <a:xfrm>
            <a:off x="323850" y="5514975"/>
            <a:ext cx="2303463" cy="461963"/>
          </a:xfrm>
          <a:prstGeom prst="rect">
            <a:avLst/>
          </a:prstGeom>
          <a:noFill/>
          <a:ln w="9525">
            <a:noFill/>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30000"/>
              </a:spcBef>
              <a:buClrTx/>
              <a:buSzTx/>
              <a:buFontTx/>
              <a:buNone/>
            </a:pPr>
            <a:r>
              <a:rPr lang="zh-CN" altLang="en-GB" sz="2400" dirty="0">
                <a:solidFill>
                  <a:srgbClr val="000000"/>
                </a:solidFill>
                <a:latin typeface="华文中宋" panose="02010600040101010101" pitchFamily="2" charset="-122"/>
                <a:ea typeface="华文中宋" panose="02010600040101010101" pitchFamily="2" charset="-122"/>
              </a:rPr>
              <a:t>预期结果：</a:t>
            </a:r>
            <a:endParaRPr lang="zh-CN" altLang="en-GB" sz="2400" dirty="0">
              <a:solidFill>
                <a:srgbClr val="000000"/>
              </a:solidFill>
              <a:latin typeface="华文中宋" panose="02010600040101010101" pitchFamily="2" charset="-122"/>
              <a:ea typeface="华文中宋" panose="02010600040101010101" pitchFamily="2" charset="-122"/>
            </a:endParaRPr>
          </a:p>
        </p:txBody>
      </p:sp>
      <p:sp>
        <p:nvSpPr>
          <p:cNvPr id="94" name="Rectangle 46"/>
          <p:cNvSpPr/>
          <p:nvPr/>
        </p:nvSpPr>
        <p:spPr>
          <a:xfrm>
            <a:off x="323850" y="3216275"/>
            <a:ext cx="2519363" cy="461963"/>
          </a:xfrm>
          <a:prstGeom prst="rect">
            <a:avLst/>
          </a:prstGeom>
          <a:noFill/>
          <a:ln w="9525">
            <a:noFill/>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0"/>
              </a:spcBef>
              <a:buClrTx/>
              <a:buSzTx/>
              <a:buFontTx/>
              <a:buNone/>
            </a:pPr>
            <a:r>
              <a:rPr lang="zh-CN" altLang="en-GB" sz="2400" dirty="0">
                <a:solidFill>
                  <a:srgbClr val="000000"/>
                </a:solidFill>
                <a:latin typeface="华文中宋" panose="02010600040101010101" pitchFamily="2" charset="-122"/>
                <a:ea typeface="华文中宋" panose="02010600040101010101" pitchFamily="2" charset="-122"/>
              </a:rPr>
              <a:t>测试数据：</a:t>
            </a:r>
            <a:endParaRPr lang="zh-CN" altLang="en-US" sz="2400" dirty="0">
              <a:solidFill>
                <a:srgbClr val="000000"/>
              </a:solidFill>
              <a:latin typeface="华文中宋" panose="02010600040101010101" pitchFamily="2" charset="-122"/>
              <a:ea typeface="华文中宋" panose="02010600040101010101" pitchFamily="2" charset="-122"/>
            </a:endParaRPr>
          </a:p>
        </p:txBody>
      </p:sp>
      <p:sp>
        <p:nvSpPr>
          <p:cNvPr id="95" name="Rectangle 47"/>
          <p:cNvSpPr/>
          <p:nvPr/>
        </p:nvSpPr>
        <p:spPr>
          <a:xfrm>
            <a:off x="539750" y="6021388"/>
            <a:ext cx="3817938" cy="457200"/>
          </a:xfrm>
          <a:prstGeom prst="rect">
            <a:avLst/>
          </a:prstGeom>
          <a:noFill/>
          <a:ln w="9525">
            <a:noFill/>
          </a:ln>
        </p:spPr>
        <p:txBody>
          <a:bodyPr wrap="none">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30000"/>
              </a:spcBef>
              <a:buClrTx/>
              <a:buSzTx/>
              <a:buFontTx/>
              <a:buNone/>
            </a:pPr>
            <a:r>
              <a:rPr lang="en-GB" altLang="zh-CN" sz="2400" b="1" dirty="0">
                <a:solidFill>
                  <a:srgbClr val="000000"/>
                </a:solidFill>
                <a:latin typeface="Times New Roman" panose="02020603050405020304" pitchFamily="18" charset="0"/>
              </a:rPr>
              <a:t>I: X=3.0         II :  X=1.0       </a:t>
            </a:r>
            <a:endParaRPr lang="en-GB" altLang="zh-CN" sz="2400" b="1" dirty="0">
              <a:solidFill>
                <a:srgbClr val="000000"/>
              </a:solidFill>
              <a:latin typeface="Times New Roman" panose="02020603050405020304" pitchFamily="18" charset="0"/>
            </a:endParaRPr>
          </a:p>
        </p:txBody>
      </p:sp>
      <p:sp>
        <p:nvSpPr>
          <p:cNvPr id="18442" name="Rectangle 48"/>
          <p:cNvSpPr/>
          <p:nvPr/>
        </p:nvSpPr>
        <p:spPr>
          <a:xfrm>
            <a:off x="301625" y="1581150"/>
            <a:ext cx="8243888" cy="830263"/>
          </a:xfrm>
          <a:prstGeom prst="rect">
            <a:avLst/>
          </a:prstGeom>
          <a:noFill/>
          <a:ln w="9525">
            <a:noFill/>
          </a:ln>
        </p:spPr>
        <p:txBody>
          <a:bodyPr>
            <a:spAutoFit/>
          </a:bodyPr>
          <a:p>
            <a:pPr eaLnBrk="1" hangingPunct="1">
              <a:buChar char="•"/>
            </a:pPr>
            <a:r>
              <a:rPr lang="zh-CN" altLang="en-US" b="0" dirty="0">
                <a:solidFill>
                  <a:srgbClr val="000000"/>
                </a:solidFill>
                <a:latin typeface="华文中宋" panose="02010600040101010101" pitchFamily="2" charset="-122"/>
              </a:rPr>
              <a:t>条件覆盖就是设计若干个测试用例，运行被测程序，使得程序中</a:t>
            </a:r>
            <a:r>
              <a:rPr lang="zh-CN" altLang="en-US" b="0" dirty="0">
                <a:solidFill>
                  <a:srgbClr val="C00000"/>
                </a:solidFill>
                <a:latin typeface="华文中宋" panose="02010600040101010101" pitchFamily="2" charset="-122"/>
              </a:rPr>
              <a:t>每个判断的每个条件的可能取值至少执行一次</a:t>
            </a:r>
            <a:r>
              <a:rPr lang="zh-CN" altLang="en-US" b="0" dirty="0">
                <a:solidFill>
                  <a:srgbClr val="000000"/>
                </a:solidFill>
                <a:latin typeface="华文中宋" panose="02010600040101010101" pitchFamily="2" charset="-122"/>
              </a:rPr>
              <a:t>。</a:t>
            </a:r>
            <a:endParaRPr lang="zh-CN" altLang="en-US" b="0" dirty="0">
              <a:solidFill>
                <a:srgbClr val="000000"/>
              </a:solidFill>
              <a:latin typeface="华文中宋" panose="02010600040101010101" pitchFamily="2" charset="-122"/>
            </a:endParaRPr>
          </a:p>
        </p:txBody>
      </p:sp>
      <p:sp>
        <p:nvSpPr>
          <p:cNvPr id="98" name="Rectangle 5"/>
          <p:cNvSpPr/>
          <p:nvPr/>
        </p:nvSpPr>
        <p:spPr>
          <a:xfrm>
            <a:off x="3814763" y="5937250"/>
            <a:ext cx="4494212" cy="461963"/>
          </a:xfrm>
          <a:prstGeom prst="rect">
            <a:avLst/>
          </a:prstGeom>
          <a:noFill/>
          <a:ln w="9525" cap="flat" cmpd="sng">
            <a:solidFill>
              <a:srgbClr val="918415"/>
            </a:solidFill>
            <a:prstDash val="solid"/>
            <a:miter/>
            <a:headEnd type="none" w="med" len="med"/>
            <a:tailEnd type="none" w="med" len="med"/>
          </a:ln>
        </p:spPr>
        <p:txBody>
          <a:bodyPr wrap="none">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0"/>
              </a:spcBef>
              <a:buClrTx/>
              <a:buSzTx/>
              <a:buFontTx/>
              <a:buNone/>
            </a:pPr>
            <a:r>
              <a:rPr lang="zh-CN" altLang="en-GB" sz="2400" dirty="0">
                <a:solidFill>
                  <a:srgbClr val="000000"/>
                </a:solidFill>
                <a:latin typeface="华文中宋" panose="02010600040101010101" pitchFamily="2" charset="-122"/>
                <a:ea typeface="华文中宋" panose="02010600040101010101" pitchFamily="2" charset="-122"/>
              </a:rPr>
              <a:t>分析：条件覆盖比判定覆盖强。</a:t>
            </a:r>
            <a:endParaRPr lang="zh-CN" altLang="en-US" sz="2400" dirty="0">
              <a:solidFill>
                <a:srgbClr val="000000"/>
              </a:solidFill>
              <a:latin typeface="华文中宋" panose="02010600040101010101" pitchFamily="2" charset="-122"/>
              <a:ea typeface="华文中宋" panose="02010600040101010101" pitchFamily="2" charset="-122"/>
            </a:endParaRPr>
          </a:p>
        </p:txBody>
      </p:sp>
      <p:graphicFrame>
        <p:nvGraphicFramePr>
          <p:cNvPr id="18444" name="对象 51"/>
          <p:cNvGraphicFramePr>
            <a:graphicFrameLocks noChangeAspect="1"/>
          </p:cNvGraphicFramePr>
          <p:nvPr/>
        </p:nvGraphicFramePr>
        <p:xfrm>
          <a:off x="5003800" y="2562225"/>
          <a:ext cx="3436938" cy="3224213"/>
        </p:xfrm>
        <a:graphic>
          <a:graphicData uri="http://schemas.openxmlformats.org/presentationml/2006/ole">
            <mc:AlternateContent xmlns:mc="http://schemas.openxmlformats.org/markup-compatibility/2006">
              <mc:Choice xmlns:v="urn:schemas-microsoft-com:vml" Requires="v">
                <p:oleObj spid="_x0000_s3079" name="" r:id="rId1" imgW="5194300" imgH="4902200" progId="Visio.Drawing.15">
                  <p:embed/>
                </p:oleObj>
              </mc:Choice>
              <mc:Fallback>
                <p:oleObj name="" r:id="rId1" imgW="5194300" imgH="4902200" progId="Visio.Drawing.15">
                  <p:embed/>
                  <p:pic>
                    <p:nvPicPr>
                      <p:cNvPr id="0" name="图片 3078"/>
                      <p:cNvPicPr/>
                      <p:nvPr/>
                    </p:nvPicPr>
                    <p:blipFill>
                      <a:blip r:embed="rId2"/>
                      <a:stretch>
                        <a:fillRect/>
                      </a:stretch>
                    </p:blipFill>
                    <p:spPr>
                      <a:xfrm>
                        <a:off x="5003800" y="2562225"/>
                        <a:ext cx="3436938" cy="3224213"/>
                      </a:xfrm>
                      <a:prstGeom prst="rect">
                        <a:avLst/>
                      </a:prstGeom>
                      <a:noFill/>
                      <a:ln w="38100">
                        <a:noFill/>
                        <a:miter/>
                      </a:ln>
                    </p:spPr>
                  </p:pic>
                </p:oleObj>
              </mc:Fallback>
            </mc:AlternateContent>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box(in)">
                                      <p:cBhvr>
                                        <p:cTn id="7" dur="500"/>
                                        <p:tgtEl>
                                          <p:spTgt spid="51"/>
                                        </p:tgtEl>
                                      </p:cBhvr>
                                    </p:animEffect>
                                  </p:childTnLst>
                                </p:cTn>
                              </p:par>
                            </p:childTnLst>
                          </p:cTn>
                        </p:par>
                      </p:childTnLst>
                    </p:cTn>
                  </p:par>
                  <p:par>
                    <p:cTn id="8" fill="hold">
                      <p:stCondLst>
                        <p:cond delay="indefinite"/>
                      </p:stCondLst>
                      <p:childTnLst>
                        <p:par>
                          <p:cTn id="9" fill="hold">
                            <p:stCondLst>
                              <p:cond delay="0"/>
                            </p:stCondLst>
                            <p:childTnLst>
                              <p:par>
                                <p:cTn id="10" presetID="20" presetClass="entr" presetSubtype="0" fill="hold" grpId="0" nodeType="clickEffect">
                                  <p:stCondLst>
                                    <p:cond delay="0"/>
                                  </p:stCondLst>
                                  <p:childTnLst>
                                    <p:set>
                                      <p:cBhvr>
                                        <p:cTn id="11" dur="1" fill="hold">
                                          <p:stCondLst>
                                            <p:cond delay="0"/>
                                          </p:stCondLst>
                                        </p:cTn>
                                        <p:tgtEl>
                                          <p:spTgt spid="94"/>
                                        </p:tgtEl>
                                        <p:attrNameLst>
                                          <p:attrName>style.visibility</p:attrName>
                                        </p:attrNameLst>
                                      </p:cBhvr>
                                      <p:to>
                                        <p:strVal val="visible"/>
                                      </p:to>
                                    </p:set>
                                    <p:animEffect transition="in" filter="wedge">
                                      <p:cBhvr>
                                        <p:cTn id="12" dur="2000"/>
                                        <p:tgtEl>
                                          <p:spTgt spid="94"/>
                                        </p:tgtEl>
                                      </p:cBhvr>
                                    </p:animEffect>
                                  </p:childTnLst>
                                </p:cTn>
                              </p:par>
                              <p:par>
                                <p:cTn id="13" presetID="20" presetClass="entr" presetSubtype="0" fill="hold" grpId="0" nodeType="withEffect">
                                  <p:stCondLst>
                                    <p:cond delay="0"/>
                                  </p:stCondLst>
                                  <p:childTnLst>
                                    <p:set>
                                      <p:cBhvr>
                                        <p:cTn id="14" dur="1" fill="hold">
                                          <p:stCondLst>
                                            <p:cond delay="0"/>
                                          </p:stCondLst>
                                        </p:cTn>
                                        <p:tgtEl>
                                          <p:spTgt spid="53"/>
                                        </p:tgtEl>
                                        <p:attrNameLst>
                                          <p:attrName>style.visibility</p:attrName>
                                        </p:attrNameLst>
                                      </p:cBhvr>
                                      <p:to>
                                        <p:strVal val="visible"/>
                                      </p:to>
                                    </p:set>
                                    <p:animEffect transition="in" filter="wedge">
                                      <p:cBhvr>
                                        <p:cTn id="15" dur="2000"/>
                                        <p:tgtEl>
                                          <p:spTgt spid="53"/>
                                        </p:tgtEl>
                                      </p:cBhvr>
                                    </p:animEffect>
                                  </p:childTnLst>
                                </p:cTn>
                              </p:par>
                            </p:childTnLst>
                          </p:cTn>
                        </p:par>
                      </p:childTnLst>
                    </p:cTn>
                  </p:par>
                  <p:par>
                    <p:cTn id="16" fill="hold">
                      <p:stCondLst>
                        <p:cond delay="indefinite"/>
                      </p:stCondLst>
                      <p:childTnLst>
                        <p:par>
                          <p:cTn id="17" fill="hold">
                            <p:stCondLst>
                              <p:cond delay="0"/>
                            </p:stCondLst>
                            <p:childTnLst>
                              <p:par>
                                <p:cTn id="18" presetID="13" presetClass="entr" presetSubtype="16" fill="hold" grpId="0" nodeType="clickEffect">
                                  <p:stCondLst>
                                    <p:cond delay="0"/>
                                  </p:stCondLst>
                                  <p:childTnLst>
                                    <p:set>
                                      <p:cBhvr>
                                        <p:cTn id="19" dur="1" fill="hold">
                                          <p:stCondLst>
                                            <p:cond delay="0"/>
                                          </p:stCondLst>
                                        </p:cTn>
                                        <p:tgtEl>
                                          <p:spTgt spid="93"/>
                                        </p:tgtEl>
                                        <p:attrNameLst>
                                          <p:attrName>style.visibility</p:attrName>
                                        </p:attrNameLst>
                                      </p:cBhvr>
                                      <p:to>
                                        <p:strVal val="visible"/>
                                      </p:to>
                                    </p:set>
                                    <p:animEffect transition="in" filter="plus(in)">
                                      <p:cBhvr>
                                        <p:cTn id="20" dur="2000"/>
                                        <p:tgtEl>
                                          <p:spTgt spid="93"/>
                                        </p:tgtEl>
                                      </p:cBhvr>
                                    </p:animEffect>
                                  </p:childTnLst>
                                </p:cTn>
                              </p:par>
                              <p:par>
                                <p:cTn id="21" presetID="13" presetClass="entr" presetSubtype="16" fill="hold" grpId="0" nodeType="withEffect">
                                  <p:stCondLst>
                                    <p:cond delay="0"/>
                                  </p:stCondLst>
                                  <p:childTnLst>
                                    <p:set>
                                      <p:cBhvr>
                                        <p:cTn id="22" dur="1" fill="hold">
                                          <p:stCondLst>
                                            <p:cond delay="0"/>
                                          </p:stCondLst>
                                        </p:cTn>
                                        <p:tgtEl>
                                          <p:spTgt spid="95"/>
                                        </p:tgtEl>
                                        <p:attrNameLst>
                                          <p:attrName>style.visibility</p:attrName>
                                        </p:attrNameLst>
                                      </p:cBhvr>
                                      <p:to>
                                        <p:strVal val="visible"/>
                                      </p:to>
                                    </p:set>
                                    <p:animEffect transition="in" filter="plus(in)">
                                      <p:cBhvr>
                                        <p:cTn id="23" dur="2000"/>
                                        <p:tgtEl>
                                          <p:spTgt spid="95"/>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98"/>
                                        </p:tgtEl>
                                        <p:attrNameLst>
                                          <p:attrName>style.visibility</p:attrName>
                                        </p:attrNameLst>
                                      </p:cBhvr>
                                      <p:to>
                                        <p:strVal val="visible"/>
                                      </p:to>
                                    </p:set>
                                    <p:anim calcmode="lin" valueType="num">
                                      <p:cBhvr additive="base">
                                        <p:cTn id="28" dur="500" fill="hold"/>
                                        <p:tgtEl>
                                          <p:spTgt spid="98"/>
                                        </p:tgtEl>
                                        <p:attrNameLst>
                                          <p:attrName>ppt_x</p:attrName>
                                        </p:attrNameLst>
                                      </p:cBhvr>
                                      <p:tavLst>
                                        <p:tav tm="0">
                                          <p:val>
                                            <p:strVal val="#ppt_x"/>
                                          </p:val>
                                        </p:tav>
                                        <p:tav tm="100000">
                                          <p:val>
                                            <p:strVal val="#ppt_x"/>
                                          </p:val>
                                        </p:tav>
                                      </p:tavLst>
                                    </p:anim>
                                    <p:anim calcmode="lin" valueType="num">
                                      <p:cBhvr additive="base">
                                        <p:cTn id="29" dur="500" fill="hold"/>
                                        <p:tgtEl>
                                          <p:spTgt spid="9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p:bldP spid="53" grpId="0"/>
      <p:bldP spid="93" grpId="0"/>
      <p:bldP spid="94" grpId="0"/>
      <p:bldP spid="95" grpId="0"/>
      <p:bldP spid="9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GB"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软件测试方法</a:t>
            </a:r>
            <a:endParaRPr kumimoji="0" lang="zh-CN" altLang="en-US" sz="2800" b="1" i="0" u="none" strike="noStrike" kern="0" cap="none" spc="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endParaRPr>
          </a:p>
        </p:txBody>
      </p:sp>
      <p:sp>
        <p:nvSpPr>
          <p:cNvPr id="19459"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10" name="Rectangle 2"/>
          <p:cNvSpPr/>
          <p:nvPr/>
        </p:nvSpPr>
        <p:spPr>
          <a:xfrm>
            <a:off x="320675" y="1992313"/>
            <a:ext cx="4572000" cy="1917700"/>
          </a:xfrm>
          <a:prstGeom prst="rect">
            <a:avLst/>
          </a:prstGeom>
          <a:noFill/>
          <a:ln w="9525">
            <a:noFill/>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0"/>
              </a:spcBef>
              <a:buClrTx/>
              <a:buSzTx/>
              <a:buFontTx/>
              <a:buNone/>
            </a:pPr>
            <a:r>
              <a:rPr lang="en-GB" altLang="zh-CN" sz="2400" b="1" dirty="0">
                <a:solidFill>
                  <a:srgbClr val="000000"/>
                </a:solidFill>
                <a:latin typeface="Times New Roman" panose="02020603050405020304" pitchFamily="18" charset="0"/>
              </a:rPr>
              <a:t>I： A=2，B=0，X=4;  (sacbed)</a:t>
            </a:r>
            <a:endParaRPr lang="en-GB" altLang="zh-CN" sz="2400" b="1" dirty="0">
              <a:solidFill>
                <a:srgbClr val="000000"/>
              </a:solidFill>
              <a:latin typeface="Times New Roman" panose="02020603050405020304" pitchFamily="18" charset="0"/>
            </a:endParaRPr>
          </a:p>
          <a:p>
            <a:pPr marL="0" lvl="0" indent="0" algn="l" eaLnBrk="1" hangingPunct="1">
              <a:lnSpc>
                <a:spcPct val="100000"/>
              </a:lnSpc>
              <a:spcBef>
                <a:spcPct val="0"/>
              </a:spcBef>
              <a:buClrTx/>
              <a:buSzTx/>
              <a:buFontTx/>
              <a:buNone/>
            </a:pPr>
            <a:r>
              <a:rPr lang="en-GB" altLang="zh-CN" sz="2400" b="1" dirty="0">
                <a:solidFill>
                  <a:srgbClr val="000000"/>
                </a:solidFill>
                <a:latin typeface="Times New Roman" panose="02020603050405020304" pitchFamily="18" charset="0"/>
              </a:rPr>
              <a:t>       (A&gt;1,B=0,A=2,X</a:t>
            </a:r>
            <a:r>
              <a:rPr lang="zh-CN" altLang="en-GB" sz="2400" b="1" dirty="0">
                <a:solidFill>
                  <a:srgbClr val="000000"/>
                </a:solidFill>
                <a:latin typeface="Times New Roman" panose="02020603050405020304" pitchFamily="18" charset="0"/>
              </a:rPr>
              <a:t>&gt;1</a:t>
            </a:r>
            <a:r>
              <a:rPr lang="en-GB" altLang="zh-CN" sz="2400" b="1" dirty="0">
                <a:solidFill>
                  <a:srgbClr val="000000"/>
                </a:solidFill>
                <a:latin typeface="Times New Roman" panose="02020603050405020304" pitchFamily="18" charset="0"/>
              </a:rPr>
              <a:t>;</a:t>
            </a:r>
            <a:endParaRPr lang="en-GB" altLang="zh-CN" sz="2400" b="1" dirty="0">
              <a:solidFill>
                <a:srgbClr val="000000"/>
              </a:solidFill>
              <a:latin typeface="Times New Roman" panose="02020603050405020304" pitchFamily="18" charset="0"/>
            </a:endParaRPr>
          </a:p>
          <a:p>
            <a:pPr marL="0" lvl="0" indent="0" algn="l" eaLnBrk="1" hangingPunct="1">
              <a:lnSpc>
                <a:spcPct val="100000"/>
              </a:lnSpc>
              <a:spcBef>
                <a:spcPct val="0"/>
              </a:spcBef>
              <a:buClrTx/>
              <a:buSzTx/>
              <a:buFontTx/>
              <a:buNone/>
            </a:pPr>
            <a:r>
              <a:rPr lang="zh-CN" altLang="en-GB" sz="2400" b="1" dirty="0">
                <a:solidFill>
                  <a:srgbClr val="000000"/>
                </a:solidFill>
                <a:latin typeface="Times New Roman" panose="02020603050405020304" pitchFamily="18" charset="0"/>
              </a:rPr>
              <a:t> </a:t>
            </a:r>
            <a:endParaRPr lang="zh-CN" altLang="en-GB" sz="2400" b="1" dirty="0">
              <a:solidFill>
                <a:srgbClr val="000000"/>
              </a:solidFill>
              <a:latin typeface="Times New Roman" panose="02020603050405020304" pitchFamily="18" charset="0"/>
            </a:endParaRPr>
          </a:p>
          <a:p>
            <a:pPr marL="0" lvl="0" indent="0" algn="l" eaLnBrk="1" hangingPunct="1">
              <a:lnSpc>
                <a:spcPct val="100000"/>
              </a:lnSpc>
              <a:spcBef>
                <a:spcPct val="0"/>
              </a:spcBef>
              <a:buClrTx/>
              <a:buSzTx/>
              <a:buFontTx/>
              <a:buNone/>
            </a:pPr>
            <a:r>
              <a:rPr lang="en-GB" altLang="zh-CN" sz="2400" b="1" dirty="0">
                <a:solidFill>
                  <a:srgbClr val="000000"/>
                </a:solidFill>
                <a:latin typeface="Times New Roman" panose="02020603050405020304" pitchFamily="18" charset="0"/>
              </a:rPr>
              <a:t>II：A=1，B=1，X=1;  (sabd)</a:t>
            </a:r>
            <a:endParaRPr lang="en-GB" altLang="zh-CN" sz="2400" b="1" dirty="0">
              <a:solidFill>
                <a:srgbClr val="000000"/>
              </a:solidFill>
              <a:latin typeface="Times New Roman" panose="02020603050405020304" pitchFamily="18" charset="0"/>
            </a:endParaRPr>
          </a:p>
          <a:p>
            <a:pPr marL="0" lvl="0" indent="0" algn="l" eaLnBrk="1" hangingPunct="1">
              <a:lnSpc>
                <a:spcPct val="100000"/>
              </a:lnSpc>
              <a:spcBef>
                <a:spcPct val="0"/>
              </a:spcBef>
              <a:buClrTx/>
              <a:buSzTx/>
              <a:buFontTx/>
              <a:buNone/>
            </a:pPr>
            <a:r>
              <a:rPr lang="en-GB" altLang="zh-CN" sz="2400" b="1" dirty="0">
                <a:solidFill>
                  <a:srgbClr val="000000"/>
                </a:solidFill>
                <a:latin typeface="Times New Roman" panose="02020603050405020304" pitchFamily="18" charset="0"/>
              </a:rPr>
              <a:t>       (</a:t>
            </a:r>
            <a:r>
              <a:rPr lang="zh-CN" altLang="en-GB" sz="2400" b="1" dirty="0">
                <a:solidFill>
                  <a:srgbClr val="000000"/>
                </a:solidFill>
                <a:latin typeface="Times New Roman" panose="02020603050405020304" pitchFamily="18" charset="0"/>
              </a:rPr>
              <a:t> </a:t>
            </a:r>
            <a:r>
              <a:rPr lang="en-GB" altLang="zh-CN" sz="2400" b="1" dirty="0">
                <a:solidFill>
                  <a:srgbClr val="000000"/>
                </a:solidFill>
                <a:latin typeface="Times New Roman" panose="02020603050405020304" pitchFamily="18" charset="0"/>
              </a:rPr>
              <a:t>A&lt;=1,B!=0,A!=2,X&lt;=1;</a:t>
            </a:r>
            <a:endParaRPr lang="en-GB" altLang="zh-CN" sz="2400" b="1" dirty="0">
              <a:solidFill>
                <a:srgbClr val="000000"/>
              </a:solidFill>
              <a:latin typeface="Times New Roman" panose="02020603050405020304" pitchFamily="18" charset="0"/>
            </a:endParaRPr>
          </a:p>
        </p:txBody>
      </p:sp>
      <p:sp>
        <p:nvSpPr>
          <p:cNvPr id="11" name="Rectangle 44"/>
          <p:cNvSpPr/>
          <p:nvPr/>
        </p:nvSpPr>
        <p:spPr>
          <a:xfrm>
            <a:off x="320675" y="3787775"/>
            <a:ext cx="2303463" cy="461963"/>
          </a:xfrm>
          <a:prstGeom prst="rect">
            <a:avLst/>
          </a:prstGeom>
          <a:noFill/>
          <a:ln w="9525">
            <a:noFill/>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30000"/>
              </a:spcBef>
              <a:buClrTx/>
              <a:buSzTx/>
              <a:buFontTx/>
              <a:buNone/>
            </a:pPr>
            <a:r>
              <a:rPr lang="zh-CN" altLang="en-GB" sz="2400" dirty="0">
                <a:solidFill>
                  <a:srgbClr val="000000"/>
                </a:solidFill>
                <a:latin typeface="华文中宋" panose="02010600040101010101" pitchFamily="2" charset="-122"/>
                <a:ea typeface="华文中宋" panose="02010600040101010101" pitchFamily="2" charset="-122"/>
              </a:rPr>
              <a:t>预期结果：</a:t>
            </a:r>
            <a:endParaRPr lang="zh-CN" altLang="en-GB" sz="2400" dirty="0">
              <a:solidFill>
                <a:srgbClr val="000000"/>
              </a:solidFill>
              <a:latin typeface="华文中宋" panose="02010600040101010101" pitchFamily="2" charset="-122"/>
              <a:ea typeface="华文中宋" panose="02010600040101010101" pitchFamily="2" charset="-122"/>
            </a:endParaRPr>
          </a:p>
        </p:txBody>
      </p:sp>
      <p:sp>
        <p:nvSpPr>
          <p:cNvPr id="12" name="Rectangle 45"/>
          <p:cNvSpPr/>
          <p:nvPr/>
        </p:nvSpPr>
        <p:spPr>
          <a:xfrm>
            <a:off x="320675" y="1595438"/>
            <a:ext cx="2590800" cy="461962"/>
          </a:xfrm>
          <a:prstGeom prst="rect">
            <a:avLst/>
          </a:prstGeom>
          <a:noFill/>
          <a:ln w="9525">
            <a:noFill/>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0"/>
              </a:spcBef>
              <a:buClrTx/>
              <a:buSzTx/>
              <a:buFontTx/>
              <a:buNone/>
            </a:pPr>
            <a:r>
              <a:rPr lang="zh-CN" altLang="en-GB" sz="2400" dirty="0">
                <a:solidFill>
                  <a:srgbClr val="000000"/>
                </a:solidFill>
                <a:latin typeface="华文中宋" panose="02010600040101010101" pitchFamily="2" charset="-122"/>
                <a:ea typeface="华文中宋" panose="02010600040101010101" pitchFamily="2" charset="-122"/>
              </a:rPr>
              <a:t>测试数据：</a:t>
            </a:r>
            <a:endParaRPr lang="zh-CN" altLang="en-US" sz="2400" dirty="0">
              <a:solidFill>
                <a:srgbClr val="000000"/>
              </a:solidFill>
              <a:latin typeface="华文中宋" panose="02010600040101010101" pitchFamily="2" charset="-122"/>
              <a:ea typeface="华文中宋" panose="02010600040101010101" pitchFamily="2" charset="-122"/>
            </a:endParaRPr>
          </a:p>
        </p:txBody>
      </p:sp>
      <p:sp>
        <p:nvSpPr>
          <p:cNvPr id="13" name="Rectangle 46"/>
          <p:cNvSpPr/>
          <p:nvPr/>
        </p:nvSpPr>
        <p:spPr>
          <a:xfrm>
            <a:off x="474663" y="4254500"/>
            <a:ext cx="3817937" cy="457200"/>
          </a:xfrm>
          <a:prstGeom prst="rect">
            <a:avLst/>
          </a:prstGeom>
          <a:noFill/>
          <a:ln w="9525">
            <a:noFill/>
          </a:ln>
        </p:spPr>
        <p:txBody>
          <a:bodyPr wrap="none">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30000"/>
              </a:spcBef>
              <a:buClrTx/>
              <a:buSzTx/>
              <a:buFontTx/>
              <a:buNone/>
            </a:pPr>
            <a:r>
              <a:rPr lang="en-GB" altLang="zh-CN" sz="2400" b="1" dirty="0">
                <a:solidFill>
                  <a:srgbClr val="000000"/>
                </a:solidFill>
                <a:latin typeface="Times New Roman" panose="02020603050405020304" pitchFamily="18" charset="0"/>
              </a:rPr>
              <a:t>I: X=3.0         II :  X=1.0       </a:t>
            </a:r>
            <a:endParaRPr lang="en-GB" altLang="zh-CN" sz="2400" b="1" dirty="0">
              <a:solidFill>
                <a:srgbClr val="000000"/>
              </a:solidFill>
              <a:latin typeface="Times New Roman" panose="02020603050405020304" pitchFamily="18" charset="0"/>
            </a:endParaRPr>
          </a:p>
        </p:txBody>
      </p:sp>
      <p:sp>
        <p:nvSpPr>
          <p:cNvPr id="19464" name="Rectangle 47"/>
          <p:cNvSpPr/>
          <p:nvPr/>
        </p:nvSpPr>
        <p:spPr>
          <a:xfrm>
            <a:off x="307975" y="4749800"/>
            <a:ext cx="8388350" cy="1200150"/>
          </a:xfrm>
          <a:prstGeom prst="rect">
            <a:avLst/>
          </a:prstGeom>
          <a:noFill/>
          <a:ln w="9525">
            <a:noFill/>
          </a:ln>
        </p:spPr>
        <p:txBody>
          <a:bodyPr>
            <a:spAutoFit/>
          </a:bodyPr>
          <a:p>
            <a:pPr eaLnBrk="1" hangingPunct="1">
              <a:buChar char="•"/>
            </a:pPr>
            <a:r>
              <a:rPr lang="zh-CN" altLang="en-US" b="0" dirty="0">
                <a:solidFill>
                  <a:srgbClr val="000000"/>
                </a:solidFill>
                <a:latin typeface="华文中宋" panose="02010600040101010101" pitchFamily="2" charset="-122"/>
              </a:rPr>
              <a:t>判定</a:t>
            </a:r>
            <a:r>
              <a:rPr lang="en-US" altLang="zh-CN" b="0" dirty="0">
                <a:solidFill>
                  <a:srgbClr val="000000"/>
                </a:solidFill>
                <a:latin typeface="华文中宋" panose="02010600040101010101" pitchFamily="2" charset="-122"/>
              </a:rPr>
              <a:t>/</a:t>
            </a:r>
            <a:r>
              <a:rPr lang="zh-CN" altLang="en-US" b="0" dirty="0">
                <a:solidFill>
                  <a:srgbClr val="000000"/>
                </a:solidFill>
                <a:latin typeface="华文中宋" panose="02010600040101010101" pitchFamily="2" charset="-122"/>
              </a:rPr>
              <a:t>条件覆盖就是设计足够的测试用例，使得判断中每个条件的所有可能取值至少执行一次，</a:t>
            </a:r>
            <a:r>
              <a:rPr lang="zh-CN" altLang="en-US" b="0" dirty="0">
                <a:solidFill>
                  <a:srgbClr val="C00000"/>
                </a:solidFill>
                <a:latin typeface="华文中宋" panose="02010600040101010101" pitchFamily="2" charset="-122"/>
              </a:rPr>
              <a:t>每个判断的可能取值至少执行一次</a:t>
            </a:r>
            <a:r>
              <a:rPr lang="zh-CN" altLang="en-US" b="0" dirty="0">
                <a:solidFill>
                  <a:srgbClr val="000000"/>
                </a:solidFill>
                <a:latin typeface="华文中宋" panose="02010600040101010101" pitchFamily="2" charset="-122"/>
              </a:rPr>
              <a:t>。</a:t>
            </a:r>
            <a:endParaRPr lang="zh-CN" altLang="en-US" b="0" dirty="0">
              <a:solidFill>
                <a:srgbClr val="000000"/>
              </a:solidFill>
              <a:latin typeface="华文中宋" panose="02010600040101010101" pitchFamily="2" charset="-122"/>
            </a:endParaRPr>
          </a:p>
        </p:txBody>
      </p:sp>
      <p:sp>
        <p:nvSpPr>
          <p:cNvPr id="16393" name="Rectangle 43"/>
          <p:cNvSpPr>
            <a:spLocks noChangeArrowheads="1"/>
          </p:cNvSpPr>
          <p:nvPr/>
        </p:nvSpPr>
        <p:spPr bwMode="auto">
          <a:xfrm>
            <a:off x="320675" y="1038225"/>
            <a:ext cx="4724400" cy="609600"/>
          </a:xfrm>
          <a:prstGeom prst="rect">
            <a:avLst/>
          </a:prstGeom>
          <a:noFill/>
          <a:ln>
            <a:noFill/>
          </a:ln>
        </p:spPr>
        <p:txBody>
          <a:bodyPr anchor="b"/>
          <a:lstStyle>
            <a:lvl1pPr algn="just">
              <a:lnSpc>
                <a:spcPct val="140000"/>
              </a:lnSpc>
              <a:spcBef>
                <a:spcPct val="20000"/>
              </a:spcBef>
              <a:buClr>
                <a:schemeClr val="accent2"/>
              </a:buClr>
              <a:buSzPct val="7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buChar char="è"/>
              <a:defRPr>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buChar char="Ø"/>
              <a:defRPr sz="16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buChar char="–"/>
              <a:defRPr sz="14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buChar char="»"/>
              <a:defRPr sz="12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4、判定/条件覆盖</a:t>
            </a:r>
            <a:endParaRPr kumimoji="1" lang="zh-CN" altLang="en-US" sz="28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p:txBody>
      </p:sp>
      <p:sp>
        <p:nvSpPr>
          <p:cNvPr id="17" name="Rectangle 3"/>
          <p:cNvSpPr/>
          <p:nvPr/>
        </p:nvSpPr>
        <p:spPr>
          <a:xfrm>
            <a:off x="511175" y="5924550"/>
            <a:ext cx="7561263" cy="461963"/>
          </a:xfrm>
          <a:prstGeom prst="rect">
            <a:avLst/>
          </a:prstGeom>
          <a:noFill/>
          <a:ln w="9525" cap="flat" cmpd="sng">
            <a:solidFill>
              <a:srgbClr val="918415"/>
            </a:solidFill>
            <a:prstDash val="solid"/>
            <a:miter/>
            <a:headEnd type="none" w="med" len="med"/>
            <a:tailEnd type="none" w="med" len="med"/>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buClrTx/>
              <a:buSzTx/>
              <a:buFontTx/>
              <a:buNone/>
            </a:pPr>
            <a:r>
              <a:rPr lang="zh-CN" altLang="en-GB" sz="2400" dirty="0">
                <a:solidFill>
                  <a:srgbClr val="000000"/>
                </a:solidFill>
                <a:latin typeface="华文中宋" panose="02010600040101010101" pitchFamily="2" charset="-122"/>
                <a:ea typeface="华文中宋" panose="02010600040101010101" pitchFamily="2" charset="-122"/>
              </a:rPr>
              <a:t>分析：判定/条件覆盖并不比条件覆盖强。</a:t>
            </a:r>
            <a:endParaRPr lang="zh-CN" altLang="en-US" sz="2400" dirty="0">
              <a:solidFill>
                <a:srgbClr val="000000"/>
              </a:solidFill>
              <a:latin typeface="华文中宋" panose="02010600040101010101" pitchFamily="2" charset="-122"/>
              <a:ea typeface="华文中宋" panose="02010600040101010101" pitchFamily="2" charset="-122"/>
            </a:endParaRPr>
          </a:p>
        </p:txBody>
      </p:sp>
      <p:graphicFrame>
        <p:nvGraphicFramePr>
          <p:cNvPr id="19467" name="对象 49"/>
          <p:cNvGraphicFramePr>
            <a:graphicFrameLocks noChangeAspect="1"/>
          </p:cNvGraphicFramePr>
          <p:nvPr/>
        </p:nvGraphicFramePr>
        <p:xfrm>
          <a:off x="5283200" y="1104900"/>
          <a:ext cx="3436938" cy="3225800"/>
        </p:xfrm>
        <a:graphic>
          <a:graphicData uri="http://schemas.openxmlformats.org/presentationml/2006/ole">
            <mc:AlternateContent xmlns:mc="http://schemas.openxmlformats.org/markup-compatibility/2006">
              <mc:Choice xmlns:v="urn:schemas-microsoft-com:vml" Requires="v">
                <p:oleObj spid="_x0000_s3080" name="" r:id="rId1" imgW="5194300" imgH="4902200" progId="Visio.Drawing.15">
                  <p:embed/>
                </p:oleObj>
              </mc:Choice>
              <mc:Fallback>
                <p:oleObj name="" r:id="rId1" imgW="5194300" imgH="4902200" progId="Visio.Drawing.15">
                  <p:embed/>
                  <p:pic>
                    <p:nvPicPr>
                      <p:cNvPr id="0" name="图片 3079"/>
                      <p:cNvPicPr/>
                      <p:nvPr/>
                    </p:nvPicPr>
                    <p:blipFill>
                      <a:blip r:embed="rId2"/>
                      <a:stretch>
                        <a:fillRect/>
                      </a:stretch>
                    </p:blipFill>
                    <p:spPr>
                      <a:xfrm>
                        <a:off x="5283200" y="1104900"/>
                        <a:ext cx="3436938" cy="3225800"/>
                      </a:xfrm>
                      <a:prstGeom prst="rect">
                        <a:avLst/>
                      </a:prstGeom>
                      <a:noFill/>
                      <a:ln w="38100">
                        <a:noFill/>
                        <a:miter/>
                      </a:ln>
                    </p:spPr>
                  </p:pic>
                </p:oleObj>
              </mc:Fallback>
            </mc:AlternateContent>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heel(4)">
                                      <p:cBhvr>
                                        <p:cTn id="7" dur="2000"/>
                                        <p:tgtEl>
                                          <p:spTgt spid="12"/>
                                        </p:tgtEl>
                                      </p:cBhvr>
                                    </p:animEffect>
                                  </p:childTnLst>
                                </p:cTn>
                              </p:par>
                              <p:par>
                                <p:cTn id="8" presetID="21" presetClass="entr" presetSubtype="4"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heel(4)">
                                      <p:cBhvr>
                                        <p:cTn id="10" dur="20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randombar(horizontal)">
                                      <p:cBhvr>
                                        <p:cTn id="15" dur="500"/>
                                        <p:tgtEl>
                                          <p:spTgt spid="11"/>
                                        </p:tgtEl>
                                      </p:cBhvr>
                                    </p:animEffect>
                                  </p:childTnLst>
                                </p:cTn>
                              </p:par>
                              <p:par>
                                <p:cTn id="16" presetID="14" presetClass="entr" presetSubtype="10" fill="hold" grpId="0"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randombar(horizontal)">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anim calcmode="lin" valueType="num">
                                      <p:cBhvr additive="base">
                                        <p:cTn id="23" dur="500" fill="hold"/>
                                        <p:tgtEl>
                                          <p:spTgt spid="17"/>
                                        </p:tgtEl>
                                        <p:attrNameLst>
                                          <p:attrName>ppt_x</p:attrName>
                                        </p:attrNameLst>
                                      </p:cBhvr>
                                      <p:tavLst>
                                        <p:tav tm="0">
                                          <p:val>
                                            <p:strVal val="#ppt_x"/>
                                          </p:val>
                                        </p:tav>
                                        <p:tav tm="100000">
                                          <p:val>
                                            <p:strVal val="#ppt_x"/>
                                          </p:val>
                                        </p:tav>
                                      </p:tavLst>
                                    </p:anim>
                                    <p:anim calcmode="lin" valueType="num">
                                      <p:cBhvr additive="base">
                                        <p:cTn id="24"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3" grpId="0"/>
      <p:bldP spid="1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GB"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软件测试方法</a:t>
            </a:r>
            <a:endParaRPr kumimoji="0" lang="zh-CN" altLang="en-US" sz="2800" b="1" i="0" u="none" strike="noStrike" kern="0" cap="none" spc="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endParaRPr>
          </a:p>
        </p:txBody>
      </p:sp>
      <p:sp>
        <p:nvSpPr>
          <p:cNvPr id="20483"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52" name="Rectangle 2"/>
          <p:cNvSpPr/>
          <p:nvPr/>
        </p:nvSpPr>
        <p:spPr>
          <a:xfrm>
            <a:off x="531813" y="1666875"/>
            <a:ext cx="4843462" cy="1808163"/>
          </a:xfrm>
          <a:prstGeom prst="rect">
            <a:avLst/>
          </a:prstGeom>
          <a:noFill/>
          <a:ln w="9525">
            <a:noFill/>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60000"/>
              </a:lnSpc>
              <a:spcBef>
                <a:spcPct val="40000"/>
              </a:spcBef>
              <a:buClrTx/>
              <a:buSzTx/>
              <a:buFontTx/>
              <a:buNone/>
            </a:pPr>
            <a:r>
              <a:rPr lang="zh-CN" altLang="en-US" sz="2400" dirty="0">
                <a:solidFill>
                  <a:srgbClr val="000000"/>
                </a:solidFill>
                <a:latin typeface="华文中宋" panose="02010600040101010101" pitchFamily="2" charset="-122"/>
                <a:ea typeface="华文中宋" panose="02010600040101010101" pitchFamily="2" charset="-122"/>
              </a:rPr>
              <a:t>8种可能的条件组合如下：</a:t>
            </a:r>
            <a:endParaRPr lang="zh-CN" altLang="en-US" sz="2400" dirty="0">
              <a:solidFill>
                <a:srgbClr val="000000"/>
              </a:solidFill>
              <a:latin typeface="华文中宋" panose="02010600040101010101" pitchFamily="2" charset="-122"/>
              <a:ea typeface="华文中宋" panose="02010600040101010101" pitchFamily="2" charset="-122"/>
            </a:endParaRPr>
          </a:p>
          <a:p>
            <a:pPr marL="0" lvl="0" indent="0" algn="l" eaLnBrk="1" hangingPunct="1">
              <a:lnSpc>
                <a:spcPct val="60000"/>
              </a:lnSpc>
              <a:spcBef>
                <a:spcPct val="40000"/>
              </a:spcBef>
              <a:buClrTx/>
              <a:buSzTx/>
              <a:buFontTx/>
              <a:buNone/>
            </a:pPr>
            <a:r>
              <a:rPr lang="en-GB" altLang="zh-CN" sz="2400" b="1" dirty="0">
                <a:solidFill>
                  <a:srgbClr val="000000"/>
                </a:solidFill>
                <a:latin typeface="Times New Roman" panose="02020603050405020304" pitchFamily="18" charset="0"/>
              </a:rPr>
              <a:t>(1)</a:t>
            </a:r>
            <a:r>
              <a:rPr lang="en-US" altLang="zh-CN" sz="2400" b="1" dirty="0">
                <a:solidFill>
                  <a:srgbClr val="000000"/>
                </a:solidFill>
                <a:latin typeface="Times New Roman" panose="02020603050405020304" pitchFamily="18" charset="0"/>
              </a:rPr>
              <a:t>A</a:t>
            </a:r>
            <a:r>
              <a:rPr lang="en-GB" altLang="zh-CN" sz="2400" b="1" dirty="0">
                <a:solidFill>
                  <a:srgbClr val="000000"/>
                </a:solidFill>
                <a:latin typeface="Times New Roman" panose="02020603050405020304" pitchFamily="18" charset="0"/>
              </a:rPr>
              <a:t>&gt;1,B=0;    (5)A=2,X&gt;1; </a:t>
            </a:r>
            <a:endParaRPr lang="en-GB" altLang="zh-CN" sz="2400" b="1" dirty="0">
              <a:solidFill>
                <a:srgbClr val="000000"/>
              </a:solidFill>
              <a:latin typeface="Times New Roman" panose="02020603050405020304" pitchFamily="18" charset="0"/>
            </a:endParaRPr>
          </a:p>
          <a:p>
            <a:pPr marL="0" lvl="0" indent="0" algn="l" eaLnBrk="1" hangingPunct="1">
              <a:lnSpc>
                <a:spcPct val="60000"/>
              </a:lnSpc>
              <a:spcBef>
                <a:spcPct val="40000"/>
              </a:spcBef>
              <a:buClrTx/>
              <a:buSzTx/>
              <a:buFontTx/>
              <a:buNone/>
            </a:pPr>
            <a:r>
              <a:rPr lang="en-GB" altLang="zh-CN" sz="2400" b="1" dirty="0">
                <a:solidFill>
                  <a:srgbClr val="000000"/>
                </a:solidFill>
                <a:latin typeface="Times New Roman" panose="02020603050405020304" pitchFamily="18" charset="0"/>
              </a:rPr>
              <a:t>(2)A&gt;1,B!=0;   (6)A=2,X&lt;=1; </a:t>
            </a:r>
            <a:endParaRPr lang="en-GB" altLang="zh-CN" sz="2400" b="1" dirty="0">
              <a:solidFill>
                <a:srgbClr val="000000"/>
              </a:solidFill>
              <a:latin typeface="Times New Roman" panose="02020603050405020304" pitchFamily="18" charset="0"/>
            </a:endParaRPr>
          </a:p>
          <a:p>
            <a:pPr marL="0" lvl="0" indent="0" algn="l" eaLnBrk="1" hangingPunct="1">
              <a:lnSpc>
                <a:spcPct val="60000"/>
              </a:lnSpc>
              <a:spcBef>
                <a:spcPct val="40000"/>
              </a:spcBef>
              <a:buClrTx/>
              <a:buSzTx/>
              <a:buFontTx/>
              <a:buNone/>
            </a:pPr>
            <a:r>
              <a:rPr lang="en-GB" altLang="zh-CN" sz="2400" b="1" dirty="0">
                <a:solidFill>
                  <a:srgbClr val="000000"/>
                </a:solidFill>
                <a:latin typeface="Times New Roman" panose="02020603050405020304" pitchFamily="18" charset="0"/>
              </a:rPr>
              <a:t>(3)A&lt;=1,B=0;  (7)A!=2,X&gt;1; </a:t>
            </a:r>
            <a:endParaRPr lang="en-GB" altLang="zh-CN" sz="2400" b="1" dirty="0">
              <a:solidFill>
                <a:srgbClr val="000000"/>
              </a:solidFill>
              <a:latin typeface="Times New Roman" panose="02020603050405020304" pitchFamily="18" charset="0"/>
            </a:endParaRPr>
          </a:p>
          <a:p>
            <a:pPr marL="0" lvl="0" indent="0" algn="l" eaLnBrk="1" hangingPunct="1">
              <a:lnSpc>
                <a:spcPct val="60000"/>
              </a:lnSpc>
              <a:spcBef>
                <a:spcPct val="40000"/>
              </a:spcBef>
              <a:buClrTx/>
              <a:buSzTx/>
              <a:buFontTx/>
              <a:buNone/>
            </a:pPr>
            <a:r>
              <a:rPr lang="en-GB" altLang="zh-CN" sz="2400" b="1" dirty="0">
                <a:solidFill>
                  <a:srgbClr val="000000"/>
                </a:solidFill>
                <a:latin typeface="Times New Roman" panose="02020603050405020304" pitchFamily="18" charset="0"/>
              </a:rPr>
              <a:t>(4)A&lt;=1,B!=0; (8)A!=2,X&lt;=1;</a:t>
            </a:r>
            <a:endParaRPr lang="en-GB" altLang="zh-CN" sz="2400" b="1" dirty="0">
              <a:solidFill>
                <a:srgbClr val="000000"/>
              </a:solidFill>
              <a:latin typeface="Times New Roman" panose="02020603050405020304" pitchFamily="18" charset="0"/>
            </a:endParaRPr>
          </a:p>
        </p:txBody>
      </p:sp>
      <p:sp>
        <p:nvSpPr>
          <p:cNvPr id="17413" name="Rectangle 3"/>
          <p:cNvSpPr>
            <a:spLocks noChangeArrowheads="1"/>
          </p:cNvSpPr>
          <p:nvPr/>
        </p:nvSpPr>
        <p:spPr bwMode="auto">
          <a:xfrm>
            <a:off x="530225" y="992188"/>
            <a:ext cx="4724400" cy="609600"/>
          </a:xfrm>
          <a:prstGeom prst="rect">
            <a:avLst/>
          </a:prstGeom>
          <a:noFill/>
          <a:ln>
            <a:noFill/>
          </a:ln>
        </p:spPr>
        <p:txBody>
          <a:bodyPr anchor="b"/>
          <a:lstStyle>
            <a:lvl1pPr algn="just">
              <a:lnSpc>
                <a:spcPct val="140000"/>
              </a:lnSpc>
              <a:spcBef>
                <a:spcPct val="20000"/>
              </a:spcBef>
              <a:buClr>
                <a:schemeClr val="accent2"/>
              </a:buClr>
              <a:buSzPct val="7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buChar char="è"/>
              <a:defRPr>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buChar char="Ø"/>
              <a:defRPr sz="16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buChar char="–"/>
              <a:defRPr sz="14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buChar char="»"/>
              <a:defRPr sz="12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5、条件组合覆盖</a:t>
            </a:r>
            <a:endParaRPr kumimoji="1" lang="zh-CN" altLang="en-US" sz="28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p:txBody>
      </p:sp>
      <p:sp>
        <p:nvSpPr>
          <p:cNvPr id="93" name="Rectangle 43"/>
          <p:cNvSpPr/>
          <p:nvPr/>
        </p:nvSpPr>
        <p:spPr>
          <a:xfrm>
            <a:off x="508000" y="3749675"/>
            <a:ext cx="3960813" cy="1504950"/>
          </a:xfrm>
          <a:prstGeom prst="rect">
            <a:avLst/>
          </a:prstGeom>
          <a:noFill/>
          <a:ln w="9525">
            <a:noFill/>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70000"/>
              </a:lnSpc>
              <a:spcBef>
                <a:spcPct val="30000"/>
              </a:spcBef>
              <a:buClrTx/>
              <a:buSzTx/>
              <a:buFontTx/>
              <a:buNone/>
            </a:pPr>
            <a:r>
              <a:rPr lang="en-GB" altLang="zh-CN" sz="2400" b="1" dirty="0">
                <a:solidFill>
                  <a:srgbClr val="000000"/>
                </a:solidFill>
                <a:latin typeface="Times New Roman" panose="02020603050405020304" pitchFamily="18" charset="0"/>
              </a:rPr>
              <a:t>  I:  A=2,B=0,X=4  (sacbed)</a:t>
            </a:r>
            <a:endParaRPr lang="en-GB" altLang="zh-CN" sz="2400" b="1" dirty="0">
              <a:solidFill>
                <a:srgbClr val="000000"/>
              </a:solidFill>
              <a:latin typeface="Times New Roman" panose="02020603050405020304" pitchFamily="18" charset="0"/>
            </a:endParaRPr>
          </a:p>
          <a:p>
            <a:pPr marL="0" lvl="0" indent="0" algn="l" eaLnBrk="1" hangingPunct="1">
              <a:lnSpc>
                <a:spcPct val="70000"/>
              </a:lnSpc>
              <a:spcBef>
                <a:spcPct val="30000"/>
              </a:spcBef>
              <a:buClrTx/>
              <a:buSzTx/>
              <a:buFontTx/>
              <a:buNone/>
            </a:pPr>
            <a:r>
              <a:rPr lang="en-GB" altLang="zh-CN" sz="2400" b="1" dirty="0">
                <a:solidFill>
                  <a:srgbClr val="000000"/>
                </a:solidFill>
                <a:latin typeface="Times New Roman" panose="02020603050405020304" pitchFamily="18" charset="0"/>
              </a:rPr>
              <a:t> II:  A=2,B=1,X=1 (sabed)</a:t>
            </a:r>
            <a:endParaRPr lang="en-GB" altLang="zh-CN" sz="2400" b="1" dirty="0">
              <a:solidFill>
                <a:srgbClr val="000000"/>
              </a:solidFill>
              <a:latin typeface="Times New Roman" panose="02020603050405020304" pitchFamily="18" charset="0"/>
            </a:endParaRPr>
          </a:p>
          <a:p>
            <a:pPr marL="0" lvl="0" indent="0" algn="l" eaLnBrk="1" hangingPunct="1">
              <a:lnSpc>
                <a:spcPct val="70000"/>
              </a:lnSpc>
              <a:spcBef>
                <a:spcPct val="30000"/>
              </a:spcBef>
              <a:buClrTx/>
              <a:buSzTx/>
              <a:buFontTx/>
              <a:buNone/>
            </a:pPr>
            <a:r>
              <a:rPr lang="en-GB" altLang="zh-CN" sz="2400" b="1" dirty="0">
                <a:solidFill>
                  <a:srgbClr val="000000"/>
                </a:solidFill>
                <a:latin typeface="Times New Roman" panose="02020603050405020304" pitchFamily="18" charset="0"/>
              </a:rPr>
              <a:t>III:  A=1,B=0,X=2 (sabed)</a:t>
            </a:r>
            <a:endParaRPr lang="en-GB" altLang="zh-CN" sz="2400" b="1" dirty="0">
              <a:solidFill>
                <a:srgbClr val="000000"/>
              </a:solidFill>
              <a:latin typeface="Times New Roman" panose="02020603050405020304" pitchFamily="18" charset="0"/>
            </a:endParaRPr>
          </a:p>
          <a:p>
            <a:pPr marL="0" lvl="0" indent="0" algn="l" eaLnBrk="1" hangingPunct="1">
              <a:lnSpc>
                <a:spcPct val="70000"/>
              </a:lnSpc>
              <a:spcBef>
                <a:spcPct val="30000"/>
              </a:spcBef>
              <a:buClrTx/>
              <a:buSzTx/>
              <a:buFontTx/>
              <a:buNone/>
            </a:pPr>
            <a:r>
              <a:rPr lang="en-GB" altLang="zh-CN" sz="2400" b="1" dirty="0">
                <a:solidFill>
                  <a:srgbClr val="000000"/>
                </a:solidFill>
                <a:latin typeface="Times New Roman" panose="02020603050405020304" pitchFamily="18" charset="0"/>
              </a:rPr>
              <a:t>IV:  A=1,B=1,X=1 (sabd)</a:t>
            </a:r>
            <a:r>
              <a:rPr lang="zh-CN" altLang="en-GB" sz="2800" b="1" dirty="0">
                <a:solidFill>
                  <a:srgbClr val="000000"/>
                </a:solidFill>
                <a:latin typeface="Times New Roman" panose="02020603050405020304" pitchFamily="18" charset="0"/>
              </a:rPr>
              <a:t>        </a:t>
            </a:r>
            <a:endParaRPr lang="en-US" altLang="zh-CN" sz="2800" b="1" dirty="0">
              <a:solidFill>
                <a:srgbClr val="000000"/>
              </a:solidFill>
              <a:latin typeface="Times New Roman" panose="02020603050405020304" pitchFamily="18" charset="0"/>
            </a:endParaRPr>
          </a:p>
        </p:txBody>
      </p:sp>
      <p:sp>
        <p:nvSpPr>
          <p:cNvPr id="94" name="Rectangle 44"/>
          <p:cNvSpPr/>
          <p:nvPr/>
        </p:nvSpPr>
        <p:spPr>
          <a:xfrm>
            <a:off x="420688" y="5946775"/>
            <a:ext cx="2301875" cy="461963"/>
          </a:xfrm>
          <a:prstGeom prst="rect">
            <a:avLst/>
          </a:prstGeom>
          <a:noFill/>
          <a:ln w="9525">
            <a:noFill/>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30000"/>
              </a:spcBef>
              <a:buClrTx/>
              <a:buSzTx/>
              <a:buFontTx/>
              <a:buNone/>
            </a:pPr>
            <a:r>
              <a:rPr lang="zh-CN" altLang="en-GB" sz="2400" dirty="0">
                <a:solidFill>
                  <a:srgbClr val="000000"/>
                </a:solidFill>
                <a:latin typeface="华文中宋" panose="02010600040101010101" pitchFamily="2" charset="-122"/>
                <a:ea typeface="华文中宋" panose="02010600040101010101" pitchFamily="2" charset="-122"/>
              </a:rPr>
              <a:t>预期结果：</a:t>
            </a:r>
            <a:endParaRPr lang="zh-CN" altLang="en-GB" sz="2400" dirty="0">
              <a:solidFill>
                <a:srgbClr val="000000"/>
              </a:solidFill>
              <a:latin typeface="华文中宋" panose="02010600040101010101" pitchFamily="2" charset="-122"/>
              <a:ea typeface="华文中宋" panose="02010600040101010101" pitchFamily="2" charset="-122"/>
            </a:endParaRPr>
          </a:p>
        </p:txBody>
      </p:sp>
      <p:sp>
        <p:nvSpPr>
          <p:cNvPr id="95" name="Rectangle 45"/>
          <p:cNvSpPr/>
          <p:nvPr/>
        </p:nvSpPr>
        <p:spPr>
          <a:xfrm>
            <a:off x="625475" y="3317875"/>
            <a:ext cx="2447925" cy="461963"/>
          </a:xfrm>
          <a:prstGeom prst="rect">
            <a:avLst/>
          </a:prstGeom>
          <a:noFill/>
          <a:ln w="9525">
            <a:noFill/>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0"/>
              </a:spcBef>
              <a:buClrTx/>
              <a:buSzTx/>
              <a:buFontTx/>
              <a:buNone/>
            </a:pPr>
            <a:r>
              <a:rPr lang="zh-CN" altLang="en-GB" sz="2400" dirty="0">
                <a:solidFill>
                  <a:srgbClr val="000000"/>
                </a:solidFill>
                <a:latin typeface="华文中宋" panose="02010600040101010101" pitchFamily="2" charset="-122"/>
                <a:ea typeface="华文中宋" panose="02010600040101010101" pitchFamily="2" charset="-122"/>
              </a:rPr>
              <a:t>测试数据：</a:t>
            </a:r>
            <a:endParaRPr lang="zh-CN" altLang="en-US" sz="2400" dirty="0">
              <a:solidFill>
                <a:srgbClr val="000000"/>
              </a:solidFill>
              <a:latin typeface="华文中宋" panose="02010600040101010101" pitchFamily="2" charset="-122"/>
              <a:ea typeface="华文中宋" panose="02010600040101010101" pitchFamily="2" charset="-122"/>
            </a:endParaRPr>
          </a:p>
        </p:txBody>
      </p:sp>
      <p:sp>
        <p:nvSpPr>
          <p:cNvPr id="96" name="Rectangle 47"/>
          <p:cNvSpPr>
            <a:spLocks noChangeArrowheads="1"/>
          </p:cNvSpPr>
          <p:nvPr/>
        </p:nvSpPr>
        <p:spPr bwMode="auto">
          <a:xfrm>
            <a:off x="422275" y="5126038"/>
            <a:ext cx="8328025" cy="830263"/>
          </a:xfrm>
          <a:prstGeom prst="rect">
            <a:avLst/>
          </a:prstGeom>
          <a:noFill/>
          <a:ln w="9525">
            <a:noFill/>
            <a:miter lim="800000"/>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条件组合覆盖就是设计足够的测试用例，运行被测程序，使得</a:t>
            </a:r>
            <a:r>
              <a:rPr kumimoji="1" lang="zh-CN" altLang="en-US" sz="2400" b="0"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每个判断的所有可能的条件取值组合至少执行一次</a:t>
            </a:r>
            <a:r>
              <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a:t>
            </a:r>
            <a:endPar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p:txBody>
      </p:sp>
      <p:sp>
        <p:nvSpPr>
          <p:cNvPr id="98" name="Rectangle 46"/>
          <p:cNvSpPr/>
          <p:nvPr/>
        </p:nvSpPr>
        <p:spPr>
          <a:xfrm>
            <a:off x="2179638" y="6008688"/>
            <a:ext cx="6842125" cy="457200"/>
          </a:xfrm>
          <a:prstGeom prst="rect">
            <a:avLst/>
          </a:prstGeom>
          <a:noFill/>
          <a:ln w="9525">
            <a:noFill/>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30000"/>
              </a:spcBef>
              <a:buClrTx/>
              <a:buSzTx/>
              <a:buFontTx/>
              <a:buNone/>
            </a:pPr>
            <a:r>
              <a:rPr lang="en-GB" altLang="zh-CN" sz="2400" b="1" dirty="0">
                <a:solidFill>
                  <a:srgbClr val="000000"/>
                </a:solidFill>
                <a:latin typeface="Times New Roman" panose="02020603050405020304" pitchFamily="18" charset="0"/>
              </a:rPr>
              <a:t>I: X=3.0       II :  X=2.0      III: </a:t>
            </a:r>
            <a:r>
              <a:rPr lang="en-GB" altLang="zh-CN" sz="2400" dirty="0">
                <a:solidFill>
                  <a:srgbClr val="000000"/>
                </a:solidFill>
                <a:latin typeface="Times New Roman" panose="02020603050405020304" pitchFamily="18" charset="0"/>
              </a:rPr>
              <a:t> </a:t>
            </a:r>
            <a:r>
              <a:rPr lang="en-GB" altLang="zh-CN" sz="2400" b="1" dirty="0">
                <a:solidFill>
                  <a:srgbClr val="000000"/>
                </a:solidFill>
                <a:latin typeface="Times New Roman" panose="02020603050405020304" pitchFamily="18" charset="0"/>
              </a:rPr>
              <a:t>X=3.0      IV: </a:t>
            </a:r>
            <a:r>
              <a:rPr lang="en-GB" altLang="zh-CN" sz="2400" dirty="0">
                <a:solidFill>
                  <a:srgbClr val="000000"/>
                </a:solidFill>
                <a:latin typeface="Times New Roman" panose="02020603050405020304" pitchFamily="18" charset="0"/>
              </a:rPr>
              <a:t> </a:t>
            </a:r>
            <a:r>
              <a:rPr lang="en-GB" altLang="zh-CN" sz="2400" b="1" dirty="0">
                <a:solidFill>
                  <a:srgbClr val="000000"/>
                </a:solidFill>
                <a:latin typeface="Times New Roman" panose="02020603050405020304" pitchFamily="18" charset="0"/>
              </a:rPr>
              <a:t>X=1.0</a:t>
            </a:r>
            <a:endParaRPr lang="en-GB" altLang="zh-CN" sz="2400" b="1" dirty="0">
              <a:solidFill>
                <a:srgbClr val="000000"/>
              </a:solidFill>
              <a:latin typeface="Times New Roman" panose="02020603050405020304" pitchFamily="18" charset="0"/>
            </a:endParaRPr>
          </a:p>
        </p:txBody>
      </p:sp>
      <p:graphicFrame>
        <p:nvGraphicFramePr>
          <p:cNvPr id="20491" name="对象 49"/>
          <p:cNvGraphicFramePr>
            <a:graphicFrameLocks noChangeAspect="1"/>
          </p:cNvGraphicFramePr>
          <p:nvPr/>
        </p:nvGraphicFramePr>
        <p:xfrm>
          <a:off x="5283200" y="1212850"/>
          <a:ext cx="3436938" cy="3521075"/>
        </p:xfrm>
        <a:graphic>
          <a:graphicData uri="http://schemas.openxmlformats.org/presentationml/2006/ole">
            <mc:AlternateContent xmlns:mc="http://schemas.openxmlformats.org/markup-compatibility/2006">
              <mc:Choice xmlns:v="urn:schemas-microsoft-com:vml" Requires="v">
                <p:oleObj spid="_x0000_s3076" name="" r:id="rId1" imgW="5194300" imgH="4902200" progId="Visio.Drawing.15">
                  <p:embed/>
                </p:oleObj>
              </mc:Choice>
              <mc:Fallback>
                <p:oleObj name="" r:id="rId1" imgW="5194300" imgH="4902200" progId="Visio.Drawing.15">
                  <p:embed/>
                  <p:pic>
                    <p:nvPicPr>
                      <p:cNvPr id="0" name="图片 3075"/>
                      <p:cNvPicPr/>
                      <p:nvPr/>
                    </p:nvPicPr>
                    <p:blipFill>
                      <a:blip r:embed="rId2"/>
                      <a:stretch>
                        <a:fillRect/>
                      </a:stretch>
                    </p:blipFill>
                    <p:spPr>
                      <a:xfrm>
                        <a:off x="5283200" y="1212850"/>
                        <a:ext cx="3436938" cy="3521075"/>
                      </a:xfrm>
                      <a:prstGeom prst="rect">
                        <a:avLst/>
                      </a:prstGeom>
                      <a:noFill/>
                      <a:ln w="38100">
                        <a:noFill/>
                        <a:miter/>
                      </a:ln>
                    </p:spPr>
                  </p:pic>
                </p:oleObj>
              </mc:Fallback>
            </mc:AlternateContent>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grpId="0" nodeType="click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wheel(4)">
                                      <p:cBhvr>
                                        <p:cTn id="7" dur="2000"/>
                                        <p:tgtEl>
                                          <p:spTgt spid="52"/>
                                        </p:tgtEl>
                                      </p:cBhvr>
                                    </p:animEffect>
                                  </p:childTnLst>
                                </p:cTn>
                              </p:par>
                            </p:childTnLst>
                          </p:cTn>
                        </p:par>
                      </p:childTnLst>
                    </p:cTn>
                  </p:par>
                  <p:par>
                    <p:cTn id="8" fill="hold">
                      <p:stCondLst>
                        <p:cond delay="indefinite"/>
                      </p:stCondLst>
                      <p:childTnLst>
                        <p:par>
                          <p:cTn id="9" fill="hold">
                            <p:stCondLst>
                              <p:cond delay="0"/>
                            </p:stCondLst>
                            <p:childTnLst>
                              <p:par>
                                <p:cTn id="10" presetID="13" presetClass="entr" presetSubtype="16" fill="hold" grpId="0" nodeType="clickEffect">
                                  <p:stCondLst>
                                    <p:cond delay="0"/>
                                  </p:stCondLst>
                                  <p:childTnLst>
                                    <p:set>
                                      <p:cBhvr>
                                        <p:cTn id="11" dur="1" fill="hold">
                                          <p:stCondLst>
                                            <p:cond delay="0"/>
                                          </p:stCondLst>
                                        </p:cTn>
                                        <p:tgtEl>
                                          <p:spTgt spid="93"/>
                                        </p:tgtEl>
                                        <p:attrNameLst>
                                          <p:attrName>style.visibility</p:attrName>
                                        </p:attrNameLst>
                                      </p:cBhvr>
                                      <p:to>
                                        <p:strVal val="visible"/>
                                      </p:to>
                                    </p:set>
                                    <p:animEffect transition="in" filter="plus(in)">
                                      <p:cBhvr>
                                        <p:cTn id="12" dur="2000"/>
                                        <p:tgtEl>
                                          <p:spTgt spid="93"/>
                                        </p:tgtEl>
                                      </p:cBhvr>
                                    </p:animEffect>
                                  </p:childTnLst>
                                </p:cTn>
                              </p:par>
                              <p:par>
                                <p:cTn id="13" presetID="13" presetClass="entr" presetSubtype="16" fill="hold" grpId="0" nodeType="withEffect">
                                  <p:stCondLst>
                                    <p:cond delay="0"/>
                                  </p:stCondLst>
                                  <p:childTnLst>
                                    <p:set>
                                      <p:cBhvr>
                                        <p:cTn id="14" dur="1" fill="hold">
                                          <p:stCondLst>
                                            <p:cond delay="0"/>
                                          </p:stCondLst>
                                        </p:cTn>
                                        <p:tgtEl>
                                          <p:spTgt spid="95"/>
                                        </p:tgtEl>
                                        <p:attrNameLst>
                                          <p:attrName>style.visibility</p:attrName>
                                        </p:attrNameLst>
                                      </p:cBhvr>
                                      <p:to>
                                        <p:strVal val="visible"/>
                                      </p:to>
                                    </p:set>
                                    <p:animEffect transition="in" filter="plus(in)">
                                      <p:cBhvr>
                                        <p:cTn id="15" dur="2000"/>
                                        <p:tgtEl>
                                          <p:spTgt spid="95"/>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94"/>
                                        </p:tgtEl>
                                        <p:attrNameLst>
                                          <p:attrName>style.visibility</p:attrName>
                                        </p:attrNameLst>
                                      </p:cBhvr>
                                      <p:to>
                                        <p:strVal val="visible"/>
                                      </p:to>
                                    </p:set>
                                    <p:anim calcmode="lin" valueType="num">
                                      <p:cBhvr additive="base">
                                        <p:cTn id="20" dur="500" fill="hold"/>
                                        <p:tgtEl>
                                          <p:spTgt spid="94"/>
                                        </p:tgtEl>
                                        <p:attrNameLst>
                                          <p:attrName>ppt_x</p:attrName>
                                        </p:attrNameLst>
                                      </p:cBhvr>
                                      <p:tavLst>
                                        <p:tav tm="0">
                                          <p:val>
                                            <p:strVal val="#ppt_x"/>
                                          </p:val>
                                        </p:tav>
                                        <p:tav tm="100000">
                                          <p:val>
                                            <p:strVal val="#ppt_x"/>
                                          </p:val>
                                        </p:tav>
                                      </p:tavLst>
                                    </p:anim>
                                    <p:anim calcmode="lin" valueType="num">
                                      <p:cBhvr additive="base">
                                        <p:cTn id="21" dur="500" fill="hold"/>
                                        <p:tgtEl>
                                          <p:spTgt spid="94"/>
                                        </p:tgtEl>
                                        <p:attrNameLst>
                                          <p:attrName>ppt_y</p:attrName>
                                        </p:attrNameLst>
                                      </p:cBhvr>
                                      <p:tavLst>
                                        <p:tav tm="0">
                                          <p:val>
                                            <p:strVal val="1+#ppt_h/2"/>
                                          </p:val>
                                        </p:tav>
                                        <p:tav tm="100000">
                                          <p:val>
                                            <p:strVal val="#ppt_y"/>
                                          </p:val>
                                        </p:tav>
                                      </p:tavLst>
                                    </p:anim>
                                  </p:childTnLst>
                                </p:cTn>
                              </p:par>
                              <p:par>
                                <p:cTn id="22" presetID="2" presetClass="entr" presetSubtype="4" fill="hold" grpId="0" nodeType="withEffect">
                                  <p:stCondLst>
                                    <p:cond delay="0"/>
                                  </p:stCondLst>
                                  <p:childTnLst>
                                    <p:set>
                                      <p:cBhvr>
                                        <p:cTn id="23" dur="1" fill="hold">
                                          <p:stCondLst>
                                            <p:cond delay="0"/>
                                          </p:stCondLst>
                                        </p:cTn>
                                        <p:tgtEl>
                                          <p:spTgt spid="98"/>
                                        </p:tgtEl>
                                        <p:attrNameLst>
                                          <p:attrName>style.visibility</p:attrName>
                                        </p:attrNameLst>
                                      </p:cBhvr>
                                      <p:to>
                                        <p:strVal val="visible"/>
                                      </p:to>
                                    </p:set>
                                    <p:anim calcmode="lin" valueType="num">
                                      <p:cBhvr additive="base">
                                        <p:cTn id="24" dur="500" fill="hold"/>
                                        <p:tgtEl>
                                          <p:spTgt spid="98"/>
                                        </p:tgtEl>
                                        <p:attrNameLst>
                                          <p:attrName>ppt_x</p:attrName>
                                        </p:attrNameLst>
                                      </p:cBhvr>
                                      <p:tavLst>
                                        <p:tav tm="0">
                                          <p:val>
                                            <p:strVal val="#ppt_x"/>
                                          </p:val>
                                        </p:tav>
                                        <p:tav tm="100000">
                                          <p:val>
                                            <p:strVal val="#ppt_x"/>
                                          </p:val>
                                        </p:tav>
                                      </p:tavLst>
                                    </p:anim>
                                    <p:anim calcmode="lin" valueType="num">
                                      <p:cBhvr additive="base">
                                        <p:cTn id="25" dur="500" fill="hold"/>
                                        <p:tgtEl>
                                          <p:spTgt spid="9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p:bldP spid="93" grpId="0"/>
      <p:bldP spid="94" grpId="0"/>
      <p:bldP spid="95" grpId="0"/>
      <p:bldP spid="9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GB"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软件测试方法</a:t>
            </a:r>
            <a:endParaRPr kumimoji="0" lang="zh-CN" altLang="en-US" sz="2800" b="1" i="0" u="none" strike="noStrike" kern="0" cap="none" spc="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endParaRPr>
          </a:p>
        </p:txBody>
      </p:sp>
      <p:sp>
        <p:nvSpPr>
          <p:cNvPr id="21507"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13" name="Text Box 2"/>
          <p:cNvSpPr txBox="1">
            <a:spLocks noChangeArrowheads="1"/>
          </p:cNvSpPr>
          <p:nvPr/>
        </p:nvSpPr>
        <p:spPr bwMode="auto">
          <a:xfrm>
            <a:off x="423863" y="1865313"/>
            <a:ext cx="8382000" cy="687388"/>
          </a:xfrm>
          <a:prstGeom prst="rect">
            <a:avLst/>
          </a:prstGeom>
          <a:noFill/>
          <a:ln>
            <a:noFill/>
          </a:ln>
        </p:spPr>
        <p:txBody>
          <a:bodyPr>
            <a:spAutoFit/>
          </a:bodyPr>
          <a:lstStyle>
            <a:lvl1pPr algn="just">
              <a:lnSpc>
                <a:spcPct val="140000"/>
              </a:lnSpc>
              <a:spcBef>
                <a:spcPct val="20000"/>
              </a:spcBef>
              <a:buClr>
                <a:schemeClr val="accent2"/>
              </a:buClr>
              <a:buSzPct val="7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buChar char="è"/>
              <a:defRPr>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buChar char="Ø"/>
              <a:defRPr sz="16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buChar char="–"/>
              <a:defRPr sz="14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buChar char="»"/>
              <a:defRPr sz="12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70000"/>
              </a:lnSpc>
              <a:spcBef>
                <a:spcPct val="20000"/>
              </a:spcBef>
              <a:spcAft>
                <a:spcPct val="0"/>
              </a:spcAft>
              <a:buClrTx/>
              <a:buSzTx/>
              <a:buFontTx/>
              <a:buNone/>
              <a:defRPr/>
            </a:pPr>
            <a:r>
              <a:rPr kumimoji="1" lang="zh-CN" altLang="en-US" sz="24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4条可能的路径：</a:t>
            </a:r>
            <a:endParaRPr kumimoji="1" lang="zh-CN" altLang="en-US" sz="24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a:p>
            <a:pPr marL="0" marR="0" lvl="0" indent="0" algn="l" defTabSz="914400" rtl="0" eaLnBrk="1" fontAlgn="base" latinLnBrk="0" hangingPunct="1">
              <a:lnSpc>
                <a:spcPct val="70000"/>
              </a:lnSpc>
              <a:spcBef>
                <a:spcPct val="20000"/>
              </a:spcBef>
              <a:spcAft>
                <a:spcPct val="0"/>
              </a:spcAft>
              <a:buClrTx/>
              <a:buSzTx/>
              <a:buFontTx/>
              <a:buNone/>
              <a:defRPr/>
            </a:pPr>
            <a:r>
              <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1-2-3；1-2-6-7；1-4-5-3；1-4-5-6-7。</a:t>
            </a:r>
            <a:endPar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4" name="Rectangle 4"/>
          <p:cNvSpPr/>
          <p:nvPr/>
        </p:nvSpPr>
        <p:spPr>
          <a:xfrm>
            <a:off x="381000" y="5505450"/>
            <a:ext cx="8351838" cy="830263"/>
          </a:xfrm>
          <a:prstGeom prst="rect">
            <a:avLst/>
          </a:prstGeom>
          <a:noFill/>
          <a:ln w="9525" cap="flat" cmpd="sng">
            <a:solidFill>
              <a:srgbClr val="918415"/>
            </a:solidFill>
            <a:prstDash val="solid"/>
            <a:miter/>
            <a:headEnd type="none" w="med" len="med"/>
            <a:tailEnd type="none" w="med" len="med"/>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buClrTx/>
              <a:buSzTx/>
              <a:buFontTx/>
              <a:buNone/>
            </a:pPr>
            <a:r>
              <a:rPr lang="zh-CN" altLang="en-US" sz="2400" dirty="0">
                <a:solidFill>
                  <a:srgbClr val="000000"/>
                </a:solidFill>
                <a:latin typeface="华文中宋" panose="02010600040101010101" pitchFamily="2" charset="-122"/>
                <a:ea typeface="华文中宋" panose="02010600040101010101" pitchFamily="2" charset="-122"/>
              </a:rPr>
              <a:t>分析：路径覆盖是相当强的逻辑覆盖标准。和条件组合覆盖结合起来，可以设计出检错能力更强的测试数据。</a:t>
            </a:r>
            <a:endParaRPr lang="zh-CN" altLang="en-US" sz="2400" dirty="0">
              <a:solidFill>
                <a:srgbClr val="000000"/>
              </a:solidFill>
              <a:latin typeface="华文中宋" panose="02010600040101010101" pitchFamily="2" charset="-122"/>
              <a:ea typeface="华文中宋" panose="02010600040101010101" pitchFamily="2" charset="-122"/>
            </a:endParaRPr>
          </a:p>
        </p:txBody>
      </p:sp>
      <p:sp>
        <p:nvSpPr>
          <p:cNvPr id="15" name="Rectangle 32"/>
          <p:cNvSpPr>
            <a:spLocks noChangeArrowheads="1"/>
          </p:cNvSpPr>
          <p:nvPr/>
        </p:nvSpPr>
        <p:spPr bwMode="auto">
          <a:xfrm>
            <a:off x="423863" y="4270375"/>
            <a:ext cx="2303463" cy="461963"/>
          </a:xfrm>
          <a:prstGeom prst="rect">
            <a:avLst/>
          </a:prstGeom>
          <a:noFill/>
          <a:ln>
            <a:noFill/>
          </a:ln>
        </p:spPr>
        <p:txBody>
          <a:bodyPr>
            <a:spAutoFit/>
          </a:bodyPr>
          <a:lstStyle>
            <a:lvl1pPr algn="just">
              <a:lnSpc>
                <a:spcPct val="140000"/>
              </a:lnSpc>
              <a:spcBef>
                <a:spcPct val="20000"/>
              </a:spcBef>
              <a:buClr>
                <a:schemeClr val="accent2"/>
              </a:buClr>
              <a:buSzPct val="7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buChar char="è"/>
              <a:defRPr>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buChar char="Ø"/>
              <a:defRPr sz="16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buChar char="–"/>
              <a:defRPr sz="14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buChar char="»"/>
              <a:defRPr sz="12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30000"/>
              </a:spcBef>
              <a:spcAft>
                <a:spcPct val="0"/>
              </a:spcAft>
              <a:buClrTx/>
              <a:buSzTx/>
              <a:buFontTx/>
              <a:buNone/>
              <a:defRPr/>
            </a:pPr>
            <a:r>
              <a:rPr kumimoji="1" lang="zh-CN" altLang="en-GB" sz="24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预期结果：</a:t>
            </a:r>
            <a:endParaRPr kumimoji="1" lang="zh-CN" altLang="en-GB" sz="24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p:txBody>
      </p:sp>
      <p:sp>
        <p:nvSpPr>
          <p:cNvPr id="16" name="Rectangle 33"/>
          <p:cNvSpPr>
            <a:spLocks noChangeArrowheads="1"/>
          </p:cNvSpPr>
          <p:nvPr/>
        </p:nvSpPr>
        <p:spPr bwMode="auto">
          <a:xfrm>
            <a:off x="454025" y="2387600"/>
            <a:ext cx="2519363" cy="461963"/>
          </a:xfrm>
          <a:prstGeom prst="rect">
            <a:avLst/>
          </a:prstGeom>
          <a:noFill/>
          <a:ln>
            <a:noFill/>
          </a:ln>
        </p:spPr>
        <p:txBody>
          <a:bodyPr>
            <a:spAutoFit/>
          </a:bodyPr>
          <a:lstStyle>
            <a:lvl1pPr algn="just">
              <a:lnSpc>
                <a:spcPct val="140000"/>
              </a:lnSpc>
              <a:spcBef>
                <a:spcPct val="20000"/>
              </a:spcBef>
              <a:buClr>
                <a:schemeClr val="accent2"/>
              </a:buClr>
              <a:buSzPct val="7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buChar char="è"/>
              <a:defRPr>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buChar char="Ø"/>
              <a:defRPr sz="16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buChar char="–"/>
              <a:defRPr sz="14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buChar char="»"/>
              <a:defRPr sz="12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GB" sz="24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测试数据：</a:t>
            </a:r>
            <a:endParaRPr kumimoji="1" lang="zh-CN" altLang="en-US" sz="24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p:txBody>
      </p:sp>
      <p:sp>
        <p:nvSpPr>
          <p:cNvPr id="17" name="Rectangle 34"/>
          <p:cNvSpPr/>
          <p:nvPr/>
        </p:nvSpPr>
        <p:spPr>
          <a:xfrm>
            <a:off x="454025" y="4668838"/>
            <a:ext cx="6337300" cy="457200"/>
          </a:xfrm>
          <a:prstGeom prst="rect">
            <a:avLst/>
          </a:prstGeom>
          <a:noFill/>
          <a:ln w="9525">
            <a:noFill/>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30000"/>
              </a:spcBef>
              <a:buClrTx/>
              <a:buSzTx/>
              <a:buFontTx/>
              <a:buNone/>
            </a:pPr>
            <a:r>
              <a:rPr lang="en-GB" altLang="zh-CN" sz="2400" b="1" dirty="0">
                <a:solidFill>
                  <a:srgbClr val="000000"/>
                </a:solidFill>
                <a:latin typeface="Times New Roman" panose="02020603050405020304" pitchFamily="18" charset="0"/>
              </a:rPr>
              <a:t>I: X=3.0    II :  X=2.0   III: </a:t>
            </a:r>
            <a:r>
              <a:rPr lang="en-GB" altLang="zh-CN" sz="2400" dirty="0">
                <a:solidFill>
                  <a:srgbClr val="000000"/>
                </a:solidFill>
                <a:latin typeface="Times New Roman" panose="02020603050405020304" pitchFamily="18" charset="0"/>
              </a:rPr>
              <a:t> </a:t>
            </a:r>
            <a:r>
              <a:rPr lang="en-GB" altLang="zh-CN" sz="2400" b="1" dirty="0">
                <a:solidFill>
                  <a:srgbClr val="000000"/>
                </a:solidFill>
                <a:latin typeface="Times New Roman" panose="02020603050405020304" pitchFamily="18" charset="0"/>
              </a:rPr>
              <a:t>X=3.0   IV: </a:t>
            </a:r>
            <a:r>
              <a:rPr lang="en-GB" altLang="zh-CN" sz="2400" dirty="0">
                <a:solidFill>
                  <a:srgbClr val="000000"/>
                </a:solidFill>
                <a:latin typeface="Times New Roman" panose="02020603050405020304" pitchFamily="18" charset="0"/>
              </a:rPr>
              <a:t> </a:t>
            </a:r>
            <a:r>
              <a:rPr lang="en-GB" altLang="zh-CN" sz="2400" b="1" dirty="0">
                <a:solidFill>
                  <a:srgbClr val="000000"/>
                </a:solidFill>
                <a:latin typeface="Times New Roman" panose="02020603050405020304" pitchFamily="18" charset="0"/>
              </a:rPr>
              <a:t>X=1.0</a:t>
            </a:r>
            <a:endParaRPr lang="en-GB" altLang="zh-CN" sz="2400" b="1" dirty="0">
              <a:solidFill>
                <a:srgbClr val="000000"/>
              </a:solidFill>
              <a:latin typeface="Times New Roman" panose="02020603050405020304" pitchFamily="18" charset="0"/>
            </a:endParaRPr>
          </a:p>
        </p:txBody>
      </p:sp>
      <p:sp>
        <p:nvSpPr>
          <p:cNvPr id="18" name="Rectangle 35"/>
          <p:cNvSpPr/>
          <p:nvPr/>
        </p:nvSpPr>
        <p:spPr>
          <a:xfrm>
            <a:off x="454025" y="2792413"/>
            <a:ext cx="5111750" cy="1552575"/>
          </a:xfrm>
          <a:prstGeom prst="rect">
            <a:avLst/>
          </a:prstGeom>
          <a:noFill/>
          <a:ln w="9525">
            <a:noFill/>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0"/>
              </a:spcBef>
              <a:buClrTx/>
              <a:buSzTx/>
              <a:buFontTx/>
              <a:buNone/>
            </a:pPr>
            <a:r>
              <a:rPr lang="en-US" altLang="zh-CN" sz="2400" b="1" dirty="0">
                <a:solidFill>
                  <a:srgbClr val="000000"/>
                </a:solidFill>
                <a:latin typeface="Times New Roman" panose="02020603050405020304" pitchFamily="18" charset="0"/>
              </a:rPr>
              <a:t>I：A=1，B=1，X=1;（</a:t>
            </a:r>
            <a:r>
              <a:rPr lang="zh-CN" altLang="en-US" sz="2400" b="1" dirty="0">
                <a:solidFill>
                  <a:srgbClr val="000000"/>
                </a:solidFill>
                <a:latin typeface="Times New Roman" panose="02020603050405020304" pitchFamily="18" charset="0"/>
              </a:rPr>
              <a:t>1-2-3</a:t>
            </a:r>
            <a:r>
              <a:rPr lang="zh-CN" altLang="en-GB" sz="2400" b="1" dirty="0">
                <a:solidFill>
                  <a:srgbClr val="000000"/>
                </a:solidFill>
                <a:latin typeface="Times New Roman" panose="02020603050405020304" pitchFamily="18" charset="0"/>
              </a:rPr>
              <a:t> </a:t>
            </a:r>
            <a:r>
              <a:rPr lang="zh-CN" altLang="en-US" sz="2400" b="1" dirty="0">
                <a:solidFill>
                  <a:srgbClr val="000000"/>
                </a:solidFill>
                <a:latin typeface="Times New Roman" panose="02020603050405020304" pitchFamily="18" charset="0"/>
              </a:rPr>
              <a:t>）</a:t>
            </a:r>
            <a:endParaRPr lang="zh-CN" altLang="en-US" sz="2400" b="1" dirty="0">
              <a:solidFill>
                <a:srgbClr val="000000"/>
              </a:solidFill>
              <a:latin typeface="Times New Roman" panose="02020603050405020304" pitchFamily="18" charset="0"/>
            </a:endParaRPr>
          </a:p>
          <a:p>
            <a:pPr marL="0" lvl="0" indent="0" algn="l" eaLnBrk="1" hangingPunct="1">
              <a:lnSpc>
                <a:spcPct val="100000"/>
              </a:lnSpc>
              <a:spcBef>
                <a:spcPct val="0"/>
              </a:spcBef>
              <a:buClrTx/>
              <a:buSzTx/>
              <a:buFontTx/>
              <a:buNone/>
            </a:pPr>
            <a:r>
              <a:rPr lang="en-US" altLang="zh-CN" sz="2400" b="1" dirty="0">
                <a:solidFill>
                  <a:srgbClr val="000000"/>
                </a:solidFill>
                <a:latin typeface="Times New Roman" panose="02020603050405020304" pitchFamily="18" charset="0"/>
              </a:rPr>
              <a:t>II：A=1，B=1，X=2;（</a:t>
            </a:r>
            <a:r>
              <a:rPr lang="zh-CN" altLang="en-US" sz="2400" b="1" dirty="0">
                <a:solidFill>
                  <a:srgbClr val="000000"/>
                </a:solidFill>
                <a:latin typeface="Times New Roman" panose="02020603050405020304" pitchFamily="18" charset="0"/>
              </a:rPr>
              <a:t>1-2-6-7</a:t>
            </a:r>
            <a:r>
              <a:rPr lang="zh-CN" altLang="en-GB" sz="2400" b="1" dirty="0">
                <a:solidFill>
                  <a:srgbClr val="000000"/>
                </a:solidFill>
                <a:latin typeface="Times New Roman" panose="02020603050405020304" pitchFamily="18" charset="0"/>
              </a:rPr>
              <a:t> </a:t>
            </a:r>
            <a:r>
              <a:rPr lang="zh-CN" altLang="en-US" sz="2400" b="1" dirty="0">
                <a:solidFill>
                  <a:srgbClr val="000000"/>
                </a:solidFill>
                <a:latin typeface="Times New Roman" panose="02020603050405020304" pitchFamily="18" charset="0"/>
              </a:rPr>
              <a:t>）</a:t>
            </a:r>
            <a:endParaRPr lang="zh-CN" altLang="en-US" sz="2400" b="1" dirty="0">
              <a:solidFill>
                <a:srgbClr val="000000"/>
              </a:solidFill>
              <a:latin typeface="Times New Roman" panose="02020603050405020304" pitchFamily="18" charset="0"/>
            </a:endParaRPr>
          </a:p>
          <a:p>
            <a:pPr marL="0" lvl="0" indent="0" algn="l" eaLnBrk="1" hangingPunct="1">
              <a:lnSpc>
                <a:spcPct val="100000"/>
              </a:lnSpc>
              <a:spcBef>
                <a:spcPct val="0"/>
              </a:spcBef>
              <a:buClrTx/>
              <a:buSzTx/>
              <a:buFontTx/>
              <a:buNone/>
            </a:pPr>
            <a:r>
              <a:rPr lang="en-US" altLang="zh-CN" sz="2400" b="1" dirty="0">
                <a:solidFill>
                  <a:srgbClr val="000000"/>
                </a:solidFill>
                <a:latin typeface="Times New Roman" panose="02020603050405020304" pitchFamily="18" charset="0"/>
              </a:rPr>
              <a:t>III：A=3，B=0，X=1;（</a:t>
            </a:r>
            <a:r>
              <a:rPr lang="zh-CN" altLang="en-US" sz="2400" b="1" dirty="0">
                <a:solidFill>
                  <a:srgbClr val="000000"/>
                </a:solidFill>
                <a:latin typeface="Times New Roman" panose="02020603050405020304" pitchFamily="18" charset="0"/>
              </a:rPr>
              <a:t>1-</a:t>
            </a:r>
            <a:r>
              <a:rPr lang="en-US" altLang="zh-CN" sz="2400" b="1" dirty="0">
                <a:solidFill>
                  <a:srgbClr val="000000"/>
                </a:solidFill>
                <a:latin typeface="Times New Roman" panose="02020603050405020304" pitchFamily="18" charset="0"/>
              </a:rPr>
              <a:t>4-5-3</a:t>
            </a:r>
            <a:r>
              <a:rPr lang="en-GB" altLang="zh-CN" sz="2400" b="1" dirty="0">
                <a:solidFill>
                  <a:srgbClr val="000000"/>
                </a:solidFill>
                <a:latin typeface="Times New Roman" panose="02020603050405020304" pitchFamily="18" charset="0"/>
              </a:rPr>
              <a:t> </a:t>
            </a:r>
            <a:r>
              <a:rPr lang="zh-CN" altLang="en-US" sz="2400" b="1" dirty="0">
                <a:solidFill>
                  <a:srgbClr val="000000"/>
                </a:solidFill>
                <a:latin typeface="Times New Roman" panose="02020603050405020304" pitchFamily="18" charset="0"/>
              </a:rPr>
              <a:t>）</a:t>
            </a:r>
            <a:endParaRPr lang="zh-CN" altLang="en-US" sz="2400" b="1" dirty="0">
              <a:solidFill>
                <a:srgbClr val="000000"/>
              </a:solidFill>
              <a:latin typeface="Times New Roman" panose="02020603050405020304" pitchFamily="18" charset="0"/>
            </a:endParaRPr>
          </a:p>
          <a:p>
            <a:pPr marL="0" lvl="0" indent="0" algn="l" eaLnBrk="1" hangingPunct="1">
              <a:lnSpc>
                <a:spcPct val="100000"/>
              </a:lnSpc>
              <a:spcBef>
                <a:spcPct val="0"/>
              </a:spcBef>
              <a:buClrTx/>
              <a:buSzTx/>
              <a:buFontTx/>
              <a:buNone/>
            </a:pPr>
            <a:r>
              <a:rPr lang="en-US" altLang="zh-CN" sz="2400" b="1" dirty="0">
                <a:solidFill>
                  <a:srgbClr val="000000"/>
                </a:solidFill>
                <a:latin typeface="Times New Roman" panose="02020603050405020304" pitchFamily="18" charset="0"/>
              </a:rPr>
              <a:t>IV：A=2，B=0，X=4;（</a:t>
            </a:r>
            <a:r>
              <a:rPr lang="zh-CN" altLang="en-US" sz="2400" b="1" dirty="0">
                <a:solidFill>
                  <a:srgbClr val="000000"/>
                </a:solidFill>
                <a:latin typeface="Times New Roman" panose="02020603050405020304" pitchFamily="18" charset="0"/>
              </a:rPr>
              <a:t>1-4-5-6-7</a:t>
            </a:r>
            <a:r>
              <a:rPr lang="zh-CN" altLang="en-GB" sz="2400" b="1" dirty="0">
                <a:solidFill>
                  <a:srgbClr val="000000"/>
                </a:solidFill>
                <a:latin typeface="Times New Roman" panose="02020603050405020304" pitchFamily="18" charset="0"/>
              </a:rPr>
              <a:t> </a:t>
            </a:r>
            <a:r>
              <a:rPr lang="zh-CN" altLang="en-US" sz="2400" b="1" dirty="0">
                <a:solidFill>
                  <a:srgbClr val="000000"/>
                </a:solidFill>
                <a:latin typeface="Times New Roman" panose="02020603050405020304" pitchFamily="18" charset="0"/>
              </a:rPr>
              <a:t>）</a:t>
            </a:r>
            <a:endParaRPr lang="zh-CN" altLang="en-US" sz="2400" b="1" dirty="0">
              <a:solidFill>
                <a:srgbClr val="000000"/>
              </a:solidFill>
              <a:latin typeface="Times New Roman" panose="02020603050405020304" pitchFamily="18" charset="0"/>
            </a:endParaRPr>
          </a:p>
        </p:txBody>
      </p:sp>
      <p:sp>
        <p:nvSpPr>
          <p:cNvPr id="21514" name="Rectangle 36"/>
          <p:cNvSpPr/>
          <p:nvPr/>
        </p:nvSpPr>
        <p:spPr>
          <a:xfrm>
            <a:off x="71438" y="5037138"/>
            <a:ext cx="9175750" cy="457200"/>
          </a:xfrm>
          <a:prstGeom prst="rect">
            <a:avLst/>
          </a:prstGeom>
          <a:noFill/>
          <a:ln w="9525">
            <a:noFill/>
          </a:ln>
        </p:spPr>
        <p:txBody>
          <a:bodyPr wrap="none">
            <a:spAutoFit/>
          </a:bodyPr>
          <a:p>
            <a:pPr eaLnBrk="1" hangingPunct="1">
              <a:buChar char="•"/>
            </a:pPr>
            <a:r>
              <a:rPr lang="zh-CN" altLang="en-US" b="0" dirty="0">
                <a:solidFill>
                  <a:srgbClr val="000000"/>
                </a:solidFill>
                <a:latin typeface="华文中宋" panose="02010600040101010101" pitchFamily="2" charset="-122"/>
              </a:rPr>
              <a:t>路径测试就是设计足够的测试用例，</a:t>
            </a:r>
            <a:r>
              <a:rPr lang="zh-CN" altLang="en-US" b="0" dirty="0">
                <a:solidFill>
                  <a:srgbClr val="C00000"/>
                </a:solidFill>
                <a:latin typeface="华文中宋" panose="02010600040101010101" pitchFamily="2" charset="-122"/>
              </a:rPr>
              <a:t>覆盖程序中所有可能的路径</a:t>
            </a:r>
            <a:r>
              <a:rPr lang="zh-CN" altLang="en-US" b="0" dirty="0">
                <a:solidFill>
                  <a:srgbClr val="000000"/>
                </a:solidFill>
                <a:latin typeface="华文中宋" panose="02010600040101010101" pitchFamily="2" charset="-122"/>
              </a:rPr>
              <a:t>。</a:t>
            </a:r>
            <a:endParaRPr lang="zh-CN" altLang="en-US" b="0" dirty="0">
              <a:solidFill>
                <a:srgbClr val="000000"/>
              </a:solidFill>
              <a:latin typeface="华文中宋" panose="02010600040101010101" pitchFamily="2" charset="-122"/>
            </a:endParaRPr>
          </a:p>
        </p:txBody>
      </p:sp>
      <p:sp>
        <p:nvSpPr>
          <p:cNvPr id="18443" name="Rectangle 3"/>
          <p:cNvSpPr>
            <a:spLocks noChangeArrowheads="1"/>
          </p:cNvSpPr>
          <p:nvPr/>
        </p:nvSpPr>
        <p:spPr bwMode="auto">
          <a:xfrm>
            <a:off x="454025" y="1150938"/>
            <a:ext cx="4724400" cy="609600"/>
          </a:xfrm>
          <a:prstGeom prst="rect">
            <a:avLst/>
          </a:prstGeom>
          <a:noFill/>
          <a:ln>
            <a:noFill/>
          </a:ln>
        </p:spPr>
        <p:txBody>
          <a:bodyPr anchor="b"/>
          <a:lstStyle>
            <a:lvl1pPr algn="just">
              <a:lnSpc>
                <a:spcPct val="140000"/>
              </a:lnSpc>
              <a:spcBef>
                <a:spcPct val="20000"/>
              </a:spcBef>
              <a:buClr>
                <a:schemeClr val="accent2"/>
              </a:buClr>
              <a:buSzPct val="7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buChar char="è"/>
              <a:defRPr>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buChar char="Ø"/>
              <a:defRPr sz="16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buChar char="–"/>
              <a:defRPr sz="14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buChar char="»"/>
              <a:defRPr sz="12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6</a:t>
            </a:r>
            <a:r>
              <a:rPr kumimoji="1" lang="zh-CN" altLang="en-US" sz="28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、路径覆盖</a:t>
            </a:r>
            <a:endParaRPr kumimoji="1" lang="zh-CN" altLang="en-US" sz="28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p:txBody>
      </p:sp>
      <p:graphicFrame>
        <p:nvGraphicFramePr>
          <p:cNvPr id="21516" name="对象 51"/>
          <p:cNvGraphicFramePr>
            <a:graphicFrameLocks noChangeAspect="1"/>
          </p:cNvGraphicFramePr>
          <p:nvPr/>
        </p:nvGraphicFramePr>
        <p:xfrm>
          <a:off x="5753100" y="1462088"/>
          <a:ext cx="3059113" cy="3132137"/>
        </p:xfrm>
        <a:graphic>
          <a:graphicData uri="http://schemas.openxmlformats.org/presentationml/2006/ole">
            <mc:AlternateContent xmlns:mc="http://schemas.openxmlformats.org/markup-compatibility/2006">
              <mc:Choice xmlns:v="urn:schemas-microsoft-com:vml" Requires="v">
                <p:oleObj spid="_x0000_s3077" name="" r:id="rId1" imgW="5194300" imgH="4902200" progId="Visio.Drawing.15">
                  <p:embed/>
                </p:oleObj>
              </mc:Choice>
              <mc:Fallback>
                <p:oleObj name="" r:id="rId1" imgW="5194300" imgH="4902200" progId="Visio.Drawing.15">
                  <p:embed/>
                  <p:pic>
                    <p:nvPicPr>
                      <p:cNvPr id="0" name="图片 3076"/>
                      <p:cNvPicPr/>
                      <p:nvPr/>
                    </p:nvPicPr>
                    <p:blipFill>
                      <a:blip r:embed="rId2"/>
                      <a:stretch>
                        <a:fillRect/>
                      </a:stretch>
                    </p:blipFill>
                    <p:spPr>
                      <a:xfrm>
                        <a:off x="5753100" y="1462088"/>
                        <a:ext cx="3059113" cy="3132137"/>
                      </a:xfrm>
                      <a:prstGeom prst="rect">
                        <a:avLst/>
                      </a:prstGeom>
                      <a:noFill/>
                      <a:ln w="38100">
                        <a:noFill/>
                        <a:miter/>
                      </a:ln>
                    </p:spPr>
                  </p:pic>
                </p:oleObj>
              </mc:Fallback>
            </mc:AlternateContent>
          </a:graphicData>
        </a:graphic>
      </p:graphicFrame>
      <p:sp>
        <p:nvSpPr>
          <p:cNvPr id="21517" name="文本框 1"/>
          <p:cNvSpPr txBox="1"/>
          <p:nvPr/>
        </p:nvSpPr>
        <p:spPr>
          <a:xfrm>
            <a:off x="8172450" y="1865313"/>
            <a:ext cx="215900" cy="276225"/>
          </a:xfrm>
          <a:prstGeom prst="rect">
            <a:avLst/>
          </a:prstGeom>
          <a:noFill/>
          <a:ln w="9525">
            <a:noFill/>
          </a:ln>
        </p:spPr>
        <p:txBody>
          <a:bodyPr>
            <a:spAutoFit/>
          </a:bodyPr>
          <a:p>
            <a:r>
              <a:rPr lang="en-US" altLang="zh-CN" sz="1200" dirty="0">
                <a:latin typeface="华文中宋" panose="02010600040101010101" pitchFamily="2" charset="-122"/>
              </a:rPr>
              <a:t>1</a:t>
            </a:r>
            <a:endParaRPr lang="zh-CN" altLang="en-US" sz="1200" dirty="0">
              <a:latin typeface="华文中宋" panose="02010600040101010101" pitchFamily="2" charset="-122"/>
            </a:endParaRPr>
          </a:p>
        </p:txBody>
      </p:sp>
      <p:sp>
        <p:nvSpPr>
          <p:cNvPr id="21518" name="文本框 18"/>
          <p:cNvSpPr txBox="1"/>
          <p:nvPr/>
        </p:nvSpPr>
        <p:spPr>
          <a:xfrm>
            <a:off x="8213725" y="2867025"/>
            <a:ext cx="215900" cy="276225"/>
          </a:xfrm>
          <a:prstGeom prst="rect">
            <a:avLst/>
          </a:prstGeom>
          <a:noFill/>
          <a:ln w="9525">
            <a:noFill/>
          </a:ln>
        </p:spPr>
        <p:txBody>
          <a:bodyPr>
            <a:spAutoFit/>
          </a:bodyPr>
          <a:p>
            <a:r>
              <a:rPr lang="en-US" altLang="zh-CN" sz="1200" dirty="0">
                <a:latin typeface="华文中宋" panose="02010600040101010101" pitchFamily="2" charset="-122"/>
              </a:rPr>
              <a:t>2</a:t>
            </a:r>
            <a:endParaRPr lang="zh-CN" altLang="en-US" sz="1200" dirty="0">
              <a:latin typeface="华文中宋" panose="02010600040101010101" pitchFamily="2" charset="-122"/>
            </a:endParaRPr>
          </a:p>
        </p:txBody>
      </p:sp>
      <p:sp>
        <p:nvSpPr>
          <p:cNvPr id="21519" name="文本框 19"/>
          <p:cNvSpPr txBox="1"/>
          <p:nvPr/>
        </p:nvSpPr>
        <p:spPr>
          <a:xfrm>
            <a:off x="8237538" y="3994150"/>
            <a:ext cx="215900" cy="276225"/>
          </a:xfrm>
          <a:prstGeom prst="rect">
            <a:avLst/>
          </a:prstGeom>
          <a:noFill/>
          <a:ln w="9525">
            <a:noFill/>
          </a:ln>
        </p:spPr>
        <p:txBody>
          <a:bodyPr>
            <a:spAutoFit/>
          </a:bodyPr>
          <a:p>
            <a:r>
              <a:rPr lang="en-US" altLang="zh-CN" sz="1200" dirty="0">
                <a:latin typeface="华文中宋" panose="02010600040101010101" pitchFamily="2" charset="-122"/>
              </a:rPr>
              <a:t>3</a:t>
            </a:r>
            <a:endParaRPr lang="zh-CN" altLang="en-US" sz="1200" dirty="0">
              <a:latin typeface="华文中宋" panose="02010600040101010101" pitchFamily="2" charset="-122"/>
            </a:endParaRPr>
          </a:p>
        </p:txBody>
      </p:sp>
      <p:sp>
        <p:nvSpPr>
          <p:cNvPr id="21520" name="文本框 20"/>
          <p:cNvSpPr txBox="1"/>
          <p:nvPr/>
        </p:nvSpPr>
        <p:spPr>
          <a:xfrm>
            <a:off x="6948488" y="2160588"/>
            <a:ext cx="215900" cy="276225"/>
          </a:xfrm>
          <a:prstGeom prst="rect">
            <a:avLst/>
          </a:prstGeom>
          <a:noFill/>
          <a:ln w="9525">
            <a:noFill/>
          </a:ln>
        </p:spPr>
        <p:txBody>
          <a:bodyPr>
            <a:spAutoFit/>
          </a:bodyPr>
          <a:p>
            <a:r>
              <a:rPr lang="en-US" altLang="zh-CN" sz="1200" dirty="0">
                <a:latin typeface="华文中宋" panose="02010600040101010101" pitchFamily="2" charset="-122"/>
              </a:rPr>
              <a:t>4</a:t>
            </a:r>
            <a:endParaRPr lang="zh-CN" altLang="en-US" sz="1200" dirty="0">
              <a:latin typeface="华文中宋" panose="02010600040101010101" pitchFamily="2" charset="-122"/>
            </a:endParaRPr>
          </a:p>
        </p:txBody>
      </p:sp>
      <p:sp>
        <p:nvSpPr>
          <p:cNvPr id="21521" name="文本框 21"/>
          <p:cNvSpPr txBox="1"/>
          <p:nvPr/>
        </p:nvSpPr>
        <p:spPr>
          <a:xfrm>
            <a:off x="6899275" y="2930525"/>
            <a:ext cx="215900" cy="277813"/>
          </a:xfrm>
          <a:prstGeom prst="rect">
            <a:avLst/>
          </a:prstGeom>
          <a:noFill/>
          <a:ln w="9525">
            <a:noFill/>
          </a:ln>
        </p:spPr>
        <p:txBody>
          <a:bodyPr>
            <a:spAutoFit/>
          </a:bodyPr>
          <a:p>
            <a:r>
              <a:rPr lang="en-US" altLang="zh-CN" sz="1200" dirty="0">
                <a:latin typeface="华文中宋" panose="02010600040101010101" pitchFamily="2" charset="-122"/>
              </a:rPr>
              <a:t>5</a:t>
            </a:r>
            <a:endParaRPr lang="zh-CN" altLang="en-US" sz="1200" dirty="0">
              <a:latin typeface="华文中宋" panose="02010600040101010101" pitchFamily="2" charset="-122"/>
            </a:endParaRPr>
          </a:p>
        </p:txBody>
      </p:sp>
      <p:sp>
        <p:nvSpPr>
          <p:cNvPr id="21522" name="文本框 22"/>
          <p:cNvSpPr txBox="1"/>
          <p:nvPr/>
        </p:nvSpPr>
        <p:spPr>
          <a:xfrm>
            <a:off x="6842125" y="3568700"/>
            <a:ext cx="215900" cy="276225"/>
          </a:xfrm>
          <a:prstGeom prst="rect">
            <a:avLst/>
          </a:prstGeom>
          <a:noFill/>
          <a:ln w="9525">
            <a:noFill/>
          </a:ln>
        </p:spPr>
        <p:txBody>
          <a:bodyPr>
            <a:spAutoFit/>
          </a:bodyPr>
          <a:p>
            <a:r>
              <a:rPr lang="en-US" altLang="zh-CN" sz="1200" dirty="0">
                <a:latin typeface="华文中宋" panose="02010600040101010101" pitchFamily="2" charset="-122"/>
              </a:rPr>
              <a:t>6</a:t>
            </a:r>
            <a:endParaRPr lang="zh-CN" altLang="en-US" sz="1200" dirty="0">
              <a:latin typeface="华文中宋" panose="02010600040101010101" pitchFamily="2" charset="-122"/>
            </a:endParaRPr>
          </a:p>
        </p:txBody>
      </p:sp>
      <p:sp>
        <p:nvSpPr>
          <p:cNvPr id="21523" name="文本框 23"/>
          <p:cNvSpPr txBox="1"/>
          <p:nvPr/>
        </p:nvSpPr>
        <p:spPr>
          <a:xfrm>
            <a:off x="6864350" y="4184650"/>
            <a:ext cx="215900" cy="276225"/>
          </a:xfrm>
          <a:prstGeom prst="rect">
            <a:avLst/>
          </a:prstGeom>
          <a:noFill/>
          <a:ln w="9525">
            <a:noFill/>
          </a:ln>
        </p:spPr>
        <p:txBody>
          <a:bodyPr>
            <a:spAutoFit/>
          </a:bodyPr>
          <a:p>
            <a:r>
              <a:rPr lang="en-US" altLang="zh-CN" sz="1200" dirty="0">
                <a:latin typeface="华文中宋" panose="02010600040101010101" pitchFamily="2" charset="-122"/>
              </a:rPr>
              <a:t>7</a:t>
            </a:r>
            <a:endParaRPr lang="zh-CN" altLang="en-US" sz="1200" dirty="0">
              <a:latin typeface="华文中宋" panose="02010600040101010101" pitchFamily="2" charset="-122"/>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8"/>
                                        </p:tgtEl>
                                        <p:attrNameLst>
                                          <p:attrName>style.visibility</p:attrName>
                                        </p:attrNameLst>
                                      </p:cBhvr>
                                      <p:to>
                                        <p:strVal val="visible"/>
                                      </p:to>
                                    </p:set>
                                    <p:anim calcmode="lin" valueType="num">
                                      <p:cBhvr additive="base">
                                        <p:cTn id="13" dur="500" fill="hold"/>
                                        <p:tgtEl>
                                          <p:spTgt spid="18"/>
                                        </p:tgtEl>
                                        <p:attrNameLst>
                                          <p:attrName>ppt_x</p:attrName>
                                        </p:attrNameLst>
                                      </p:cBhvr>
                                      <p:tavLst>
                                        <p:tav tm="0">
                                          <p:val>
                                            <p:strVal val="#ppt_x"/>
                                          </p:val>
                                        </p:tav>
                                        <p:tav tm="100000">
                                          <p:val>
                                            <p:strVal val="#ppt_x"/>
                                          </p:val>
                                        </p:tav>
                                      </p:tavLst>
                                    </p:anim>
                                    <p:anim calcmode="lin" valueType="num">
                                      <p:cBhvr additive="base">
                                        <p:cTn id="14" dur="500" fill="hold"/>
                                        <p:tgtEl>
                                          <p:spTgt spid="18"/>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anim calcmode="lin" valueType="num">
                                      <p:cBhvr additive="base">
                                        <p:cTn id="17" dur="500" fill="hold"/>
                                        <p:tgtEl>
                                          <p:spTgt spid="16"/>
                                        </p:tgtEl>
                                        <p:attrNameLst>
                                          <p:attrName>ppt_x</p:attrName>
                                        </p:attrNameLst>
                                      </p:cBhvr>
                                      <p:tavLst>
                                        <p:tav tm="0">
                                          <p:val>
                                            <p:strVal val="#ppt_x"/>
                                          </p:val>
                                        </p:tav>
                                        <p:tav tm="100000">
                                          <p:val>
                                            <p:strVal val="#ppt_x"/>
                                          </p:val>
                                        </p:tav>
                                      </p:tavLst>
                                    </p:anim>
                                    <p:anim calcmode="lin" valueType="num">
                                      <p:cBhvr additive="base">
                                        <p:cTn id="1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 calcmode="lin" valueType="num">
                                      <p:cBhvr additive="base">
                                        <p:cTn id="23" dur="500" fill="hold"/>
                                        <p:tgtEl>
                                          <p:spTgt spid="15"/>
                                        </p:tgtEl>
                                        <p:attrNameLst>
                                          <p:attrName>ppt_x</p:attrName>
                                        </p:attrNameLst>
                                      </p:cBhvr>
                                      <p:tavLst>
                                        <p:tav tm="0">
                                          <p:val>
                                            <p:strVal val="#ppt_x"/>
                                          </p:val>
                                        </p:tav>
                                        <p:tav tm="100000">
                                          <p:val>
                                            <p:strVal val="#ppt_x"/>
                                          </p:val>
                                        </p:tav>
                                      </p:tavLst>
                                    </p:anim>
                                    <p:anim calcmode="lin" valueType="num">
                                      <p:cBhvr additive="base">
                                        <p:cTn id="24" dur="500" fill="hold"/>
                                        <p:tgtEl>
                                          <p:spTgt spid="15"/>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anim calcmode="lin" valueType="num">
                                      <p:cBhvr additive="base">
                                        <p:cTn id="27" dur="500" fill="hold"/>
                                        <p:tgtEl>
                                          <p:spTgt spid="17"/>
                                        </p:tgtEl>
                                        <p:attrNameLst>
                                          <p:attrName>ppt_x</p:attrName>
                                        </p:attrNameLst>
                                      </p:cBhvr>
                                      <p:tavLst>
                                        <p:tav tm="0">
                                          <p:val>
                                            <p:strVal val="#ppt_x"/>
                                          </p:val>
                                        </p:tav>
                                        <p:tav tm="100000">
                                          <p:val>
                                            <p:strVal val="#ppt_x"/>
                                          </p:val>
                                        </p:tav>
                                      </p:tavLst>
                                    </p:anim>
                                    <p:anim calcmode="lin" valueType="num">
                                      <p:cBhvr additive="base">
                                        <p:cTn id="28"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5" presetClass="entr" presetSubtype="10" fill="hold" grpId="0" nodeType="click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checkerboard(across)">
                                      <p:cBhvr>
                                        <p:cTn id="33"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animBg="1"/>
      <p:bldP spid="15" grpId="0"/>
      <p:bldP spid="16" grpId="0"/>
      <p:bldP spid="17" grpId="0"/>
      <p:bldP spid="1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2800" b="1" i="0" u="none" strike="noStrike" kern="0" cap="none" spc="0" normalizeH="0" baseline="0" noProof="0" dirty="0" smtClean="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3. </a:t>
            </a:r>
            <a:r>
              <a:rPr kumimoji="1" lang="zh-CN" altLang="en-US" sz="2800" b="1" i="0" u="none" strike="noStrike" kern="0" cap="none" spc="0" normalizeH="0" baseline="0" noProof="0" dirty="0" smtClean="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黑</a:t>
            </a:r>
            <a:r>
              <a:rPr kumimoji="1"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盒测试</a:t>
            </a:r>
            <a:endParaRPr kumimoji="0" lang="zh-CN" altLang="en-US" sz="2800" b="1" i="0" u="none" strike="noStrike" kern="0" cap="none" spc="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endParaRPr>
          </a:p>
        </p:txBody>
      </p:sp>
      <p:sp>
        <p:nvSpPr>
          <p:cNvPr id="22531"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7" name="Rectangle 3"/>
          <p:cNvSpPr txBox="1">
            <a:spLocks noChangeArrowheads="1"/>
          </p:cNvSpPr>
          <p:nvPr/>
        </p:nvSpPr>
        <p:spPr bwMode="auto">
          <a:xfrm>
            <a:off x="539750" y="1628775"/>
            <a:ext cx="8353425" cy="2557463"/>
          </a:xfrm>
          <a:prstGeom prst="rect">
            <a:avLst/>
          </a:prstGeom>
          <a:noFill/>
          <a:ln>
            <a:noFill/>
          </a:ln>
        </p:spPr>
        <p:txBody>
          <a:bodyPr>
            <a:norm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kern="1200">
                <a:solidFill>
                  <a:schemeClr val="tx1"/>
                </a:solidFill>
                <a:latin typeface="+mn-lt"/>
                <a:ea typeface="+mn-ea"/>
                <a:cs typeface="+mn-cs"/>
              </a:defRPr>
            </a:lvl5pPr>
            <a:lvl6pPr marL="25146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9pPr>
          </a:lstStyle>
          <a:p>
            <a:pPr marL="342900" marR="0" lvl="0" indent="-342900" algn="l" defTabSz="914400" rtl="0" eaLnBrk="1" fontAlgn="auto" latinLnBrk="0" hangingPunct="1">
              <a:lnSpc>
                <a:spcPct val="120000"/>
              </a:lnSpc>
              <a:spcBef>
                <a:spcPct val="20000"/>
              </a:spcBef>
              <a:spcAft>
                <a:spcPts val="0"/>
              </a:spcAft>
              <a:buClr>
                <a:schemeClr val="accent2">
                  <a:lumMod val="75000"/>
                </a:schemeClr>
              </a:buClr>
              <a:buSzPct val="50000"/>
              <a:buFont typeface="Wingdings" panose="05000000000000000000" pitchFamily="2" charset="2"/>
              <a:buChar char="l"/>
              <a:defRPr/>
            </a:pPr>
            <a:r>
              <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这种方法是把</a:t>
            </a:r>
            <a:r>
              <a:rPr kumimoji="1" lang="zh-CN" altLang="en-US" sz="2400" b="0"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测试对象</a:t>
            </a:r>
            <a:r>
              <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看做一个</a:t>
            </a:r>
            <a:r>
              <a:rPr kumimoji="1" lang="zh-CN" altLang="en-US" sz="2400" b="0"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黑盒子</a:t>
            </a:r>
            <a:r>
              <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，测试人员完全不考虑程序内部的逻辑结构和内部特性，只依据程序的需求规格说明书，检查程序的功能是否符合它的功能说明。</a:t>
            </a:r>
            <a:endPar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a:p>
            <a:pPr marL="342900" marR="0" lvl="0" indent="-342900" algn="l" defTabSz="914400" rtl="0" eaLnBrk="1" fontAlgn="auto" latinLnBrk="0" hangingPunct="1">
              <a:lnSpc>
                <a:spcPct val="120000"/>
              </a:lnSpc>
              <a:spcBef>
                <a:spcPct val="20000"/>
              </a:spcBef>
              <a:spcAft>
                <a:spcPts val="0"/>
              </a:spcAft>
              <a:buClr>
                <a:schemeClr val="accent2">
                  <a:lumMod val="75000"/>
                </a:schemeClr>
              </a:buClr>
              <a:buSzPct val="50000"/>
              <a:buFont typeface="Wingdings" panose="05000000000000000000" pitchFamily="2" charset="2"/>
              <a:buChar char="l"/>
              <a:defRPr/>
            </a:pPr>
            <a:r>
              <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黑盒测试又叫做功能测试或数据驱动测试。</a:t>
            </a:r>
            <a:endPar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3.1 </a:t>
            </a:r>
            <a:r>
              <a:rPr kumimoji="1"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等价类划分</a:t>
            </a:r>
            <a:endParaRPr kumimoji="1"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endParaRPr>
          </a:p>
        </p:txBody>
      </p:sp>
      <p:sp>
        <p:nvSpPr>
          <p:cNvPr id="23555"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23556" name="Text Box 2"/>
          <p:cNvSpPr txBox="1"/>
          <p:nvPr/>
        </p:nvSpPr>
        <p:spPr>
          <a:xfrm>
            <a:off x="644525" y="1309688"/>
            <a:ext cx="8029575" cy="4708525"/>
          </a:xfrm>
          <a:prstGeom prst="rect">
            <a:avLst/>
          </a:prstGeom>
          <a:noFill/>
          <a:ln w="9525">
            <a:noFill/>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342900" lvl="0" indent="-342900" algn="l" eaLnBrk="1" hangingPunct="1">
              <a:lnSpc>
                <a:spcPct val="150000"/>
              </a:lnSpc>
              <a:spcBef>
                <a:spcPct val="0"/>
              </a:spcBef>
              <a:buClrTx/>
              <a:buSzTx/>
              <a:buFont typeface="Arial" panose="020B0604020202020204" pitchFamily="34" charset="0"/>
              <a:buChar char="•"/>
            </a:pPr>
            <a:r>
              <a:rPr lang="zh-CN" altLang="en-US" sz="2400" dirty="0">
                <a:solidFill>
                  <a:srgbClr val="000000"/>
                </a:solidFill>
                <a:latin typeface="华文中宋" panose="02010600040101010101" pitchFamily="2" charset="-122"/>
                <a:ea typeface="华文中宋" panose="02010600040101010101" pitchFamily="2" charset="-122"/>
              </a:rPr>
              <a:t>等价类划分是一种典型的黑盒测试方法，使用这一方法时，完全不考虑程序的内部结构，只依据程序的规格说明来设计测试用例。</a:t>
            </a:r>
            <a:endParaRPr lang="zh-CN" altLang="en-US" sz="2400" dirty="0">
              <a:solidFill>
                <a:srgbClr val="000000"/>
              </a:solidFill>
              <a:latin typeface="华文中宋" panose="02010600040101010101" pitchFamily="2" charset="-122"/>
              <a:ea typeface="华文中宋" panose="02010600040101010101" pitchFamily="2" charset="-122"/>
            </a:endParaRPr>
          </a:p>
          <a:p>
            <a:pPr marL="342900" lvl="0" indent="-342900" algn="l" eaLnBrk="1" hangingPunct="1">
              <a:lnSpc>
                <a:spcPct val="150000"/>
              </a:lnSpc>
              <a:spcBef>
                <a:spcPct val="0"/>
              </a:spcBef>
              <a:buClrTx/>
              <a:buSzTx/>
              <a:buFont typeface="Arial" panose="020B0604020202020204" pitchFamily="34" charset="0"/>
              <a:buChar char="•"/>
            </a:pPr>
            <a:r>
              <a:rPr lang="zh-CN" altLang="en-US" sz="2400" dirty="0">
                <a:solidFill>
                  <a:srgbClr val="000000"/>
                </a:solidFill>
                <a:latin typeface="华文中宋" panose="02010600040101010101" pitchFamily="2" charset="-122"/>
                <a:ea typeface="华文中宋" panose="02010600040101010101" pitchFamily="2" charset="-122"/>
              </a:rPr>
              <a:t>等价类划分方法把所有可能的输入数据，即程序的输入域划分成若干部分，然后从每一部分中选取少数有代表性的数据做为测试用例。 </a:t>
            </a:r>
            <a:endParaRPr lang="zh-CN" altLang="en-US" sz="2400" dirty="0">
              <a:solidFill>
                <a:srgbClr val="000000"/>
              </a:solidFill>
              <a:latin typeface="华文中宋" panose="02010600040101010101" pitchFamily="2" charset="-122"/>
              <a:ea typeface="华文中宋" panose="02010600040101010101" pitchFamily="2" charset="-122"/>
            </a:endParaRPr>
          </a:p>
          <a:p>
            <a:pPr marL="342900" lvl="0" indent="-342900" eaLnBrk="1" hangingPunct="1">
              <a:lnSpc>
                <a:spcPct val="150000"/>
              </a:lnSpc>
              <a:spcBef>
                <a:spcPct val="50000"/>
              </a:spcBef>
              <a:buClrTx/>
              <a:buSzTx/>
              <a:buFont typeface="Arial" panose="020B0604020202020204" pitchFamily="34" charset="0"/>
              <a:buChar char="•"/>
            </a:pPr>
            <a:r>
              <a:rPr lang="zh-CN" altLang="en-GB" sz="2400" dirty="0">
                <a:solidFill>
                  <a:srgbClr val="000000"/>
                </a:solidFill>
                <a:latin typeface="华文中宋" panose="02010600040101010101" pitchFamily="2" charset="-122"/>
                <a:ea typeface="华文中宋" panose="02010600040101010101" pitchFamily="2" charset="-122"/>
              </a:rPr>
              <a:t>等价类：每类中的一个典型值在测试中的作用与这一类中的所有其他值的作用相同。</a:t>
            </a:r>
            <a:endParaRPr lang="zh-CN" altLang="en-US" sz="2400" dirty="0">
              <a:solidFill>
                <a:srgbClr val="000000"/>
              </a:solidFill>
              <a:latin typeface="华文中宋" panose="02010600040101010101" pitchFamily="2" charset="-122"/>
              <a:ea typeface="华文中宋" panose="02010600040101010101" pitchFamily="2" charset="-122"/>
            </a:endParaRPr>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黑盒测试技术</a:t>
            </a:r>
            <a:endParaRPr kumimoji="1"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endParaRPr>
          </a:p>
        </p:txBody>
      </p:sp>
      <p:sp>
        <p:nvSpPr>
          <p:cNvPr id="24579"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21508" name="Rectangle 2"/>
          <p:cNvSpPr txBox="1">
            <a:spLocks noChangeArrowheads="1"/>
          </p:cNvSpPr>
          <p:nvPr/>
        </p:nvSpPr>
        <p:spPr bwMode="auto">
          <a:xfrm>
            <a:off x="876300" y="1484313"/>
            <a:ext cx="7391400" cy="4683125"/>
          </a:xfrm>
          <a:prstGeom prst="rect">
            <a:avLst/>
          </a:prstGeom>
          <a:noFill/>
          <a:ln>
            <a:noFill/>
          </a:ln>
        </p:spPr>
        <p:txBody>
          <a:bodyPr/>
          <a:lstStyle>
            <a:lvl1pPr marL="342900" indent="-342900" algn="just">
              <a:lnSpc>
                <a:spcPct val="140000"/>
              </a:lnSpc>
              <a:spcBef>
                <a:spcPct val="20000"/>
              </a:spcBef>
              <a:buClr>
                <a:schemeClr val="accent2"/>
              </a:buClr>
              <a:buSzPct val="7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buChar char="è"/>
              <a:defRPr>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buChar char="Ø"/>
              <a:defRPr sz="16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buChar char="–"/>
              <a:defRPr sz="14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buChar char="»"/>
              <a:defRPr sz="12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20000"/>
              </a:lnSpc>
              <a:spcBef>
                <a:spcPct val="20000"/>
              </a:spcBef>
              <a:spcAft>
                <a:spcPct val="0"/>
              </a:spcAft>
              <a:buClr>
                <a:schemeClr val="accent2">
                  <a:lumMod val="75000"/>
                </a:schemeClr>
              </a:buClr>
              <a:buSzPct val="50000"/>
              <a:buFont typeface="Wingdings" panose="05000000000000000000" pitchFamily="2" charset="2"/>
              <a:buChar char="l"/>
              <a:defRPr/>
            </a:pPr>
            <a:r>
              <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等价类的划分有两种不同的情况：</a:t>
            </a:r>
            <a:br>
              <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br>
            <a:r>
              <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① 有效等价类：是指对于程序的规格说明来说，是合理的，有意义的输入数据构成的集合。</a:t>
            </a:r>
            <a:endPar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a:p>
            <a:pPr marL="342900" marR="0" lvl="0" indent="-342900" algn="l" defTabSz="914400" rtl="0" eaLnBrk="1" fontAlgn="base" latinLnBrk="0" hangingPunct="1">
              <a:lnSpc>
                <a:spcPct val="120000"/>
              </a:lnSpc>
              <a:spcBef>
                <a:spcPct val="20000"/>
              </a:spcBef>
              <a:spcAft>
                <a:spcPct val="0"/>
              </a:spcAft>
              <a:buClr>
                <a:srgbClr val="FF9900"/>
              </a:buClr>
              <a:buSzPct val="50000"/>
              <a:buFont typeface="Wingdings" panose="05000000000000000000" pitchFamily="2" charset="2"/>
              <a:buNone/>
              <a:defRPr/>
            </a:pPr>
            <a:r>
              <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   ② 无效等价类：是指对于程序的规格说明来说，是不合理的，无意义的输入数据构成的集合。</a:t>
            </a:r>
            <a:endPar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a:p>
            <a:pPr marL="342900" marR="0" lvl="0" indent="-342900" algn="l" defTabSz="914400" rtl="0" eaLnBrk="1" fontAlgn="base" latinLnBrk="0" hangingPunct="1">
              <a:lnSpc>
                <a:spcPct val="120000"/>
              </a:lnSpc>
              <a:spcBef>
                <a:spcPct val="20000"/>
              </a:spcBef>
              <a:spcAft>
                <a:spcPct val="0"/>
              </a:spcAft>
              <a:buClr>
                <a:schemeClr val="accent2">
                  <a:lumMod val="75000"/>
                </a:schemeClr>
              </a:buClr>
              <a:buSzPct val="50000"/>
              <a:buFont typeface="Wingdings" panose="05000000000000000000" pitchFamily="2" charset="2"/>
              <a:buChar char="l"/>
              <a:defRPr/>
            </a:pPr>
            <a:r>
              <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在设计测试用例时，要同时考虑有效等价类和无效等价类的设计。</a:t>
            </a:r>
            <a:endPar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黑盒测试技术</a:t>
            </a:r>
            <a:endParaRPr kumimoji="0" lang="zh-CN" altLang="en-US" sz="2800" b="1" i="0" u="none" strike="noStrike" kern="0" cap="none" spc="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endParaRPr>
          </a:p>
        </p:txBody>
      </p:sp>
      <p:sp>
        <p:nvSpPr>
          <p:cNvPr id="25603"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23556" name="Rectangle 2"/>
          <p:cNvSpPr txBox="1">
            <a:spLocks noChangeArrowheads="1"/>
          </p:cNvSpPr>
          <p:nvPr/>
        </p:nvSpPr>
        <p:spPr bwMode="auto">
          <a:xfrm>
            <a:off x="887413" y="2578100"/>
            <a:ext cx="7543800" cy="2347913"/>
          </a:xfrm>
          <a:prstGeom prst="rect">
            <a:avLst/>
          </a:prstGeom>
          <a:noFill/>
          <a:ln>
            <a:noFill/>
          </a:ln>
        </p:spPr>
        <p:txBody>
          <a:bodyPr/>
          <a:lstStyle>
            <a:lvl1pPr marL="342900" indent="-342900" algn="just">
              <a:lnSpc>
                <a:spcPct val="140000"/>
              </a:lnSpc>
              <a:spcBef>
                <a:spcPct val="20000"/>
              </a:spcBef>
              <a:buClr>
                <a:schemeClr val="accent2"/>
              </a:buClr>
              <a:buSzPct val="7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buChar char="è"/>
              <a:defRPr>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buChar char="Ø"/>
              <a:defRPr sz="16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buChar char="–"/>
              <a:defRPr sz="14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buChar char="»"/>
              <a:defRPr sz="12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20000"/>
              </a:spcBef>
              <a:spcAft>
                <a:spcPct val="0"/>
              </a:spcAft>
              <a:buClr>
                <a:schemeClr val="accent2">
                  <a:lumMod val="75000"/>
                </a:schemeClr>
              </a:buClr>
              <a:buSzPct val="50000"/>
              <a:buFont typeface="Wingdings" panose="05000000000000000000" pitchFamily="2" charset="2"/>
              <a:buChar char="l"/>
              <a:defRPr/>
            </a:pPr>
            <a:r>
              <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例如，在程序的规格说明中，对输入条件有一句话：</a:t>
            </a:r>
            <a:endPar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a:p>
            <a:pPr marL="742950" marR="0" lvl="1" indent="-285750" algn="l" defTabSz="914400" rtl="0" eaLnBrk="1" fontAlgn="base" latinLnBrk="0" hangingPunct="1">
              <a:lnSpc>
                <a:spcPct val="100000"/>
              </a:lnSpc>
              <a:spcBef>
                <a:spcPct val="20000"/>
              </a:spcBef>
              <a:spcAft>
                <a:spcPct val="0"/>
              </a:spcAft>
              <a:buClr>
                <a:schemeClr val="tx2"/>
              </a:buClr>
              <a:buSzPct val="50000"/>
              <a:buFontTx/>
              <a:buNone/>
              <a:defRPr/>
            </a:pPr>
            <a:r>
              <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 </a:t>
            </a:r>
            <a:r>
              <a:rPr kumimoji="1" lang="zh-CN" altLang="en-US" sz="2400" b="0"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a:t>
            </a:r>
            <a:r>
              <a:rPr kumimoji="1" lang="en-US" altLang="zh-CN" sz="2400" b="0"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 </a:t>
            </a:r>
            <a:r>
              <a:rPr kumimoji="1" lang="zh-CN" altLang="en-US" sz="2400" b="0"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项数可以从</a:t>
            </a:r>
            <a:r>
              <a:rPr kumimoji="1" lang="en-US" altLang="zh-CN" sz="2400" b="0"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1</a:t>
            </a:r>
            <a:r>
              <a:rPr kumimoji="1" lang="zh-CN" altLang="en-US" sz="2400" b="0"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到</a:t>
            </a:r>
            <a:r>
              <a:rPr kumimoji="1" lang="en-US" altLang="zh-CN" sz="2400" b="0"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999 ……” </a:t>
            </a:r>
            <a:endParaRPr kumimoji="1" lang="en-US" altLang="zh-CN" sz="2400" b="0"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a:p>
            <a:pPr marL="742950" marR="0" lvl="1" indent="-285750" algn="l" defTabSz="914400" rtl="0" eaLnBrk="1" fontAlgn="base" latinLnBrk="0" hangingPunct="1">
              <a:lnSpc>
                <a:spcPct val="100000"/>
              </a:lnSpc>
              <a:spcBef>
                <a:spcPct val="20000"/>
              </a:spcBef>
              <a:spcAft>
                <a:spcPct val="0"/>
              </a:spcAft>
              <a:buClr>
                <a:schemeClr val="tx2"/>
              </a:buClr>
              <a:buSzPct val="50000"/>
              <a:buFontTx/>
              <a:buNone/>
              <a:defRPr/>
            </a:pPr>
            <a:r>
              <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则有效等价类是“</a:t>
            </a:r>
            <a:r>
              <a:rPr kumimoji="1" lang="en-US" altLang="zh-CN"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1≤</a:t>
            </a:r>
            <a:r>
              <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项数≤</a:t>
            </a:r>
            <a:r>
              <a:rPr kumimoji="1" lang="en-US" altLang="zh-CN"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999”</a:t>
            </a:r>
            <a:endParaRPr kumimoji="1" lang="en-US" altLang="zh-CN"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a:p>
            <a:pPr marL="742950" marR="0" lvl="1" indent="-285750" algn="l" defTabSz="914400" rtl="0" eaLnBrk="1" fontAlgn="base" latinLnBrk="0" hangingPunct="1">
              <a:lnSpc>
                <a:spcPct val="100000"/>
              </a:lnSpc>
              <a:spcBef>
                <a:spcPct val="20000"/>
              </a:spcBef>
              <a:spcAft>
                <a:spcPct val="0"/>
              </a:spcAft>
              <a:buClr>
                <a:schemeClr val="tx2"/>
              </a:buClr>
              <a:buSzPct val="50000"/>
              <a:buFontTx/>
              <a:buNone/>
              <a:defRPr/>
            </a:pPr>
            <a:r>
              <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两个无效等价类是“项数＜</a:t>
            </a:r>
            <a:r>
              <a:rPr kumimoji="1" lang="en-US" altLang="zh-CN"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1”</a:t>
            </a:r>
            <a:r>
              <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或“项</a:t>
            </a:r>
            <a:endPar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a:p>
            <a:pPr marL="742950" marR="0" lvl="1" indent="-285750" algn="l" defTabSz="914400" rtl="0" eaLnBrk="1" fontAlgn="base" latinLnBrk="0" hangingPunct="1">
              <a:lnSpc>
                <a:spcPct val="100000"/>
              </a:lnSpc>
              <a:spcBef>
                <a:spcPct val="20000"/>
              </a:spcBef>
              <a:spcAft>
                <a:spcPct val="0"/>
              </a:spcAft>
              <a:buClr>
                <a:schemeClr val="tx2"/>
              </a:buClr>
              <a:buSzPct val="50000"/>
              <a:buFontTx/>
              <a:buNone/>
              <a:defRPr/>
            </a:pPr>
            <a:r>
              <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数＞</a:t>
            </a:r>
            <a:r>
              <a:rPr kumimoji="1" lang="en-US" altLang="zh-CN"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999”</a:t>
            </a:r>
            <a:r>
              <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。在数轴上表示成</a:t>
            </a:r>
            <a:r>
              <a:rPr kumimoji="1" lang="en-US" altLang="zh-CN"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a:t>
            </a:r>
            <a:endParaRPr kumimoji="1" lang="en-US" altLang="zh-CN"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p:txBody>
      </p:sp>
      <p:pic>
        <p:nvPicPr>
          <p:cNvPr id="25605" name="Picture 3"/>
          <p:cNvPicPr>
            <a:picLocks noChangeAspect="1"/>
          </p:cNvPicPr>
          <p:nvPr/>
        </p:nvPicPr>
        <p:blipFill>
          <a:blip r:embed="rId1"/>
          <a:stretch>
            <a:fillRect/>
          </a:stretch>
        </p:blipFill>
        <p:spPr>
          <a:xfrm>
            <a:off x="1258888" y="4989513"/>
            <a:ext cx="6178550" cy="1328737"/>
          </a:xfrm>
          <a:prstGeom prst="rect">
            <a:avLst/>
          </a:prstGeom>
          <a:noFill/>
          <a:ln w="9525">
            <a:noFill/>
          </a:ln>
        </p:spPr>
      </p:pic>
      <p:sp>
        <p:nvSpPr>
          <p:cNvPr id="6" name="Rectangle 2"/>
          <p:cNvSpPr txBox="1">
            <a:spLocks noChangeArrowheads="1"/>
          </p:cNvSpPr>
          <p:nvPr/>
        </p:nvSpPr>
        <p:spPr bwMode="auto">
          <a:xfrm>
            <a:off x="609600" y="1065213"/>
            <a:ext cx="8153400" cy="1512888"/>
          </a:xfrm>
          <a:prstGeom prst="rect">
            <a:avLst/>
          </a:prstGeom>
          <a:noFill/>
          <a:ln>
            <a:noFill/>
          </a:ln>
        </p:spPr>
        <p:txBody>
          <a:bodyPr/>
          <a:lstStyle>
            <a:lvl1pPr marL="342900" indent="-342900" algn="just">
              <a:lnSpc>
                <a:spcPct val="140000"/>
              </a:lnSpc>
              <a:spcBef>
                <a:spcPct val="20000"/>
              </a:spcBef>
              <a:buClr>
                <a:schemeClr val="accent2"/>
              </a:buClr>
              <a:buSzPct val="7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buChar char="è"/>
              <a:defRPr>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buChar char="Ø"/>
              <a:defRPr sz="16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buChar char="–"/>
              <a:defRPr sz="14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buChar char="»"/>
              <a:defRPr sz="12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10000"/>
              </a:lnSpc>
              <a:spcBef>
                <a:spcPct val="20000"/>
              </a:spcBef>
              <a:spcAft>
                <a:spcPct val="0"/>
              </a:spcAft>
              <a:buClr>
                <a:schemeClr val="accent2">
                  <a:lumMod val="75000"/>
                </a:schemeClr>
              </a:buClr>
              <a:buSzPct val="50000"/>
              <a:buFont typeface="Wingdings" panose="05000000000000000000" pitchFamily="2" charset="2"/>
              <a:buChar char="l"/>
              <a:defRPr/>
            </a:pPr>
            <a:r>
              <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划分等价类等价类的原则。</a:t>
            </a:r>
            <a:br>
              <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br>
            <a:r>
              <a:rPr kumimoji="1" lang="en-US" altLang="zh-CN"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(1) </a:t>
            </a:r>
            <a:r>
              <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如果输入条件规定了取值范围，或值的个数，则可以确立一个有效等价类和两个无效等价类。</a:t>
            </a:r>
            <a:endPar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
                <a:schemeClr val="tx2"/>
              </a:buClr>
              <a:buSzPct val="50000"/>
              <a:buFont typeface="Wingdings" panose="05000000000000000000" pitchFamily="2" charset="2"/>
              <a:buNone/>
              <a:defRPr/>
            </a:pPr>
            <a:r>
              <a:rPr kumimoji="0" lang="zh-CN" altLang="en-US" sz="2800" b="1" i="0" u="none" strike="noStrike" kern="1200" cap="none" spc="0" normalizeH="0" baseline="0" noProof="0" dirty="0">
                <a:ln>
                  <a:noFill/>
                </a:ln>
                <a:solidFill>
                  <a:schemeClr val="tx1"/>
                </a:solidFill>
                <a:effectLst/>
                <a:uLnTx/>
                <a:uFillTx/>
                <a:latin typeface="Arial" panose="020B0604020202020204" pitchFamily="34" charset="0"/>
                <a:ea typeface="仿宋_GB2312" panose="02010609030101010101" pitchFamily="49" charset="-122"/>
                <a:cs typeface="+mn-cs"/>
              </a:rPr>
              <a:t>	</a:t>
            </a:r>
            <a:endParaRPr kumimoji="0" lang="zh-CN" altLang="en-US" sz="2800" b="1" i="0" u="none" strike="noStrike" kern="1200" cap="none" spc="0" normalizeH="0" baseline="0" noProof="0" dirty="0">
              <a:ln>
                <a:noFill/>
              </a:ln>
              <a:solidFill>
                <a:schemeClr val="tx1"/>
              </a:solidFill>
              <a:effectLst/>
              <a:uLnTx/>
              <a:uFillTx/>
              <a:latin typeface="Arial" panose="020B0604020202020204" pitchFamily="34" charset="0"/>
              <a:ea typeface="仿宋_GB2312" panose="02010609030101010101" pitchFamily="49" charset="-122"/>
              <a:cs typeface="+mn-cs"/>
            </a:endParaRPr>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黑盒测试技术</a:t>
            </a:r>
            <a:endParaRPr kumimoji="0" lang="zh-CN" altLang="en-US" sz="2800" b="1" i="0" u="none" strike="noStrike" kern="0" cap="none" spc="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endParaRPr>
          </a:p>
        </p:txBody>
      </p:sp>
      <p:sp>
        <p:nvSpPr>
          <p:cNvPr id="26627"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26628" name="Rectangle 2"/>
          <p:cNvSpPr txBox="1"/>
          <p:nvPr/>
        </p:nvSpPr>
        <p:spPr>
          <a:xfrm>
            <a:off x="974725" y="1471613"/>
            <a:ext cx="7467600" cy="4384675"/>
          </a:xfrm>
          <a:prstGeom prst="rect">
            <a:avLst/>
          </a:prstGeom>
          <a:noFill/>
          <a:ln w="9525">
            <a:noFill/>
          </a:ln>
        </p:spPr>
        <p:txBody>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50000"/>
              </a:lnSpc>
              <a:buClr>
                <a:schemeClr val="tx2"/>
              </a:buClr>
              <a:buSzPct val="50000"/>
              <a:buNone/>
            </a:pPr>
            <a:r>
              <a:rPr lang="en-US" altLang="zh-CN" sz="2400" dirty="0">
                <a:solidFill>
                  <a:srgbClr val="000000"/>
                </a:solidFill>
                <a:latin typeface="华文中宋" panose="02010600040101010101" pitchFamily="2" charset="-122"/>
                <a:ea typeface="华文中宋" panose="02010600040101010101" pitchFamily="2" charset="-122"/>
              </a:rPr>
              <a:t>(2)</a:t>
            </a:r>
            <a:r>
              <a:rPr lang="zh-CN" altLang="en-US" sz="2400" dirty="0">
                <a:solidFill>
                  <a:srgbClr val="000000"/>
                </a:solidFill>
                <a:latin typeface="华文中宋" panose="02010600040101010101" pitchFamily="2" charset="-122"/>
                <a:ea typeface="华文中宋" panose="02010600040101010101" pitchFamily="2" charset="-122"/>
              </a:rPr>
              <a:t>如果规定了输入数据必须遵守的规则，则可以确立一个有效等价类（符合规则）和若干个无效等价类（从不同角度违反规则）。</a:t>
            </a:r>
            <a:endParaRPr lang="en-US" altLang="zh-CN" sz="2400" dirty="0">
              <a:solidFill>
                <a:srgbClr val="000000"/>
              </a:solidFill>
              <a:latin typeface="华文中宋" panose="02010600040101010101" pitchFamily="2" charset="-122"/>
              <a:ea typeface="华文中宋" panose="02010600040101010101" pitchFamily="2" charset="-122"/>
            </a:endParaRPr>
          </a:p>
          <a:p>
            <a:pPr marL="0" lvl="0" indent="0" algn="l" eaLnBrk="1" hangingPunct="1">
              <a:lnSpc>
                <a:spcPct val="150000"/>
              </a:lnSpc>
              <a:buClr>
                <a:schemeClr val="tx2"/>
              </a:buClr>
              <a:buSzPct val="50000"/>
              <a:buNone/>
            </a:pPr>
            <a:r>
              <a:rPr lang="zh-CN" altLang="en-US" sz="2400" dirty="0">
                <a:solidFill>
                  <a:srgbClr val="000000"/>
                </a:solidFill>
                <a:latin typeface="华文中宋" panose="02010600040101010101" pitchFamily="2" charset="-122"/>
                <a:ea typeface="华文中宋" panose="02010600040101010101" pitchFamily="2" charset="-122"/>
              </a:rPr>
              <a:t>例如，在</a:t>
            </a:r>
            <a:r>
              <a:rPr lang="en-US" altLang="zh-CN" sz="2400" dirty="0">
                <a:solidFill>
                  <a:srgbClr val="000000"/>
                </a:solidFill>
                <a:latin typeface="华文中宋" panose="02010600040101010101" pitchFamily="2" charset="-122"/>
                <a:ea typeface="华文中宋" panose="02010600040101010101" pitchFamily="2" charset="-122"/>
              </a:rPr>
              <a:t>Pascal</a:t>
            </a:r>
            <a:r>
              <a:rPr lang="zh-CN" altLang="en-US" sz="2400" dirty="0">
                <a:solidFill>
                  <a:srgbClr val="000000"/>
                </a:solidFill>
                <a:latin typeface="华文中宋" panose="02010600040101010101" pitchFamily="2" charset="-122"/>
                <a:ea typeface="华文中宋" panose="02010600040101010101" pitchFamily="2" charset="-122"/>
              </a:rPr>
              <a:t>语言中对变量标识符规定为“以字母打头的</a:t>
            </a:r>
            <a:r>
              <a:rPr lang="en-US" altLang="zh-CN" sz="2400" dirty="0">
                <a:solidFill>
                  <a:srgbClr val="000000"/>
                </a:solidFill>
                <a:latin typeface="华文中宋" panose="02010600040101010101" pitchFamily="2" charset="-122"/>
                <a:ea typeface="华文中宋" panose="02010600040101010101" pitchFamily="2" charset="-122"/>
              </a:rPr>
              <a:t>……</a:t>
            </a:r>
            <a:r>
              <a:rPr lang="zh-CN" altLang="en-US" sz="2400" dirty="0">
                <a:solidFill>
                  <a:srgbClr val="000000"/>
                </a:solidFill>
                <a:latin typeface="华文中宋" panose="02010600040101010101" pitchFamily="2" charset="-122"/>
                <a:ea typeface="华文中宋" panose="02010600040101010101" pitchFamily="2" charset="-122"/>
              </a:rPr>
              <a:t>串”。那么所有以字母打头的构成有效等价类，而不在此集合内（不以字母打头）的归于无效等价类。</a:t>
            </a:r>
            <a:endParaRPr lang="zh-CN" altLang="en-US" sz="2400" dirty="0">
              <a:solidFill>
                <a:srgbClr val="000000"/>
              </a:solidFill>
              <a:latin typeface="华文中宋" panose="02010600040101010101" pitchFamily="2" charset="-122"/>
              <a:ea typeface="华文中宋" panose="02010600040101010101" pitchFamily="2" charset="-122"/>
            </a:endParaRPr>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黑盒测试技术</a:t>
            </a:r>
            <a:endParaRPr kumimoji="0" lang="zh-CN" altLang="en-US" sz="2800" b="1" i="0" u="none" strike="noStrike" kern="0" cap="none" spc="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endParaRPr>
          </a:p>
        </p:txBody>
      </p:sp>
      <p:sp>
        <p:nvSpPr>
          <p:cNvPr id="27651"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27652" name="Rectangle 2"/>
          <p:cNvSpPr txBox="1">
            <a:spLocks noChangeArrowheads="1"/>
          </p:cNvSpPr>
          <p:nvPr/>
        </p:nvSpPr>
        <p:spPr bwMode="auto">
          <a:xfrm>
            <a:off x="755650" y="1179513"/>
            <a:ext cx="7543800" cy="496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just">
              <a:lnSpc>
                <a:spcPct val="140000"/>
              </a:lnSpc>
              <a:spcBef>
                <a:spcPct val="20000"/>
              </a:spcBef>
              <a:buClr>
                <a:schemeClr val="accent2"/>
              </a:buClr>
              <a:buSzPct val="7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buChar char="è"/>
              <a:defRPr>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buChar char="Ø"/>
              <a:defRPr sz="16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buChar char="–"/>
              <a:defRPr sz="14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buChar char="»"/>
              <a:defRPr sz="12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50000"/>
              </a:lnSpc>
              <a:spcBef>
                <a:spcPct val="20000"/>
              </a:spcBef>
              <a:spcAft>
                <a:spcPct val="0"/>
              </a:spcAft>
              <a:buClr>
                <a:schemeClr val="tx2"/>
              </a:buClr>
              <a:buSzPct val="50000"/>
              <a:buFont typeface="Wingdings" panose="05000000000000000000" pitchFamily="2" charset="2"/>
              <a:buNone/>
              <a:defRPr/>
            </a:pPr>
            <a:r>
              <a:rPr kumimoji="1" lang="en-US" altLang="zh-CN" sz="2400" b="0" i="0" u="none" strike="noStrike" kern="1200" cap="none" spc="0" normalizeH="0" baseline="0" noProof="0" dirty="0" smtClean="0">
                <a:ln>
                  <a:noFill/>
                </a:ln>
                <a:solidFill>
                  <a:srgbClr val="000000"/>
                </a:solidFill>
                <a:effectLst/>
                <a:uLnTx/>
                <a:uFillTx/>
                <a:latin typeface="华文中宋" panose="02010600040101010101" pitchFamily="2" charset="-122"/>
                <a:ea typeface="华文中宋" panose="02010600040101010101" pitchFamily="2" charset="-122"/>
                <a:cs typeface="+mn-cs"/>
              </a:rPr>
              <a:t>(3) </a:t>
            </a:r>
            <a:r>
              <a:rPr kumimoji="1" lang="zh-CN" altLang="en-US" sz="2400" b="0" i="0" u="none" strike="noStrike" kern="1200" cap="none" spc="0" normalizeH="0" baseline="0" noProof="0" dirty="0" smtClean="0">
                <a:ln>
                  <a:noFill/>
                </a:ln>
                <a:solidFill>
                  <a:srgbClr val="000000"/>
                </a:solidFill>
                <a:effectLst/>
                <a:uLnTx/>
                <a:uFillTx/>
                <a:latin typeface="华文中宋" panose="02010600040101010101" pitchFamily="2" charset="-122"/>
                <a:ea typeface="华文中宋" panose="02010600040101010101" pitchFamily="2" charset="-122"/>
                <a:cs typeface="+mn-cs"/>
              </a:rPr>
              <a:t>如果规定了输入数据的一组值，而且程序要对每个输入值分别进行处理。这时可</a:t>
            </a:r>
            <a:r>
              <a:rPr kumimoji="1" lang="zh-CN" altLang="en-US" sz="2400" b="0" i="0" u="none" strike="noStrike" kern="1200" cap="none" spc="0" normalizeH="0" baseline="0" noProof="0" dirty="0" smtClean="0">
                <a:ln>
                  <a:noFill/>
                </a:ln>
                <a:solidFill>
                  <a:schemeClr val="accent6"/>
                </a:solidFill>
                <a:effectLst/>
                <a:uLnTx/>
                <a:uFillTx/>
                <a:latin typeface="华文中宋" panose="02010600040101010101" pitchFamily="2" charset="-122"/>
                <a:ea typeface="华文中宋" panose="02010600040101010101" pitchFamily="2" charset="-122"/>
                <a:cs typeface="+mn-cs"/>
              </a:rPr>
              <a:t>为每一个输入值确立一个有效等价类，此外针对这组值确立一个无效等价类</a:t>
            </a:r>
            <a:r>
              <a:rPr kumimoji="1" lang="zh-CN" altLang="en-US" sz="2400" b="0" i="0" u="none" strike="noStrike" kern="1200" cap="none" spc="0" normalizeH="0" baseline="0" noProof="0" dirty="0" smtClean="0">
                <a:ln>
                  <a:noFill/>
                </a:ln>
                <a:solidFill>
                  <a:srgbClr val="000000"/>
                </a:solidFill>
                <a:effectLst/>
                <a:uLnTx/>
                <a:uFillTx/>
                <a:latin typeface="华文中宋" panose="02010600040101010101" pitchFamily="2" charset="-122"/>
                <a:ea typeface="华文中宋" panose="02010600040101010101" pitchFamily="2" charset="-122"/>
                <a:cs typeface="+mn-cs"/>
              </a:rPr>
              <a:t>，它是所有不允许的输入值的集合。</a:t>
            </a:r>
            <a:endParaRPr kumimoji="1" lang="en-US" altLang="zh-CN" sz="2400" b="0" i="0" u="none" strike="noStrike" kern="1200" cap="none" spc="0" normalizeH="0" baseline="0" noProof="0" dirty="0" smtClean="0">
              <a:ln>
                <a:noFill/>
              </a:ln>
              <a:solidFill>
                <a:srgbClr val="000000"/>
              </a:solidFill>
              <a:effectLst/>
              <a:uLnTx/>
              <a:uFillTx/>
              <a:latin typeface="华文中宋" panose="02010600040101010101" pitchFamily="2" charset="-122"/>
              <a:ea typeface="华文中宋" panose="02010600040101010101" pitchFamily="2" charset="-122"/>
              <a:cs typeface="+mn-cs"/>
            </a:endParaRPr>
          </a:p>
          <a:p>
            <a:pPr marL="342900" marR="0" lvl="0" indent="-342900" algn="l" defTabSz="914400" rtl="0" eaLnBrk="1" fontAlgn="base" latinLnBrk="0" hangingPunct="1">
              <a:lnSpc>
                <a:spcPct val="150000"/>
              </a:lnSpc>
              <a:spcBef>
                <a:spcPct val="20000"/>
              </a:spcBef>
              <a:spcAft>
                <a:spcPct val="0"/>
              </a:spcAft>
              <a:buClr>
                <a:schemeClr val="tx2"/>
              </a:buClr>
              <a:buSzPct val="50000"/>
              <a:buFont typeface="Wingdings" panose="05000000000000000000" pitchFamily="2" charset="2"/>
              <a:buNone/>
              <a:defRPr/>
            </a:pPr>
            <a:r>
              <a:rPr kumimoji="1" lang="zh-CN" altLang="en-US" sz="2400" b="0" i="0" u="none" strike="noStrike" kern="1200" cap="none" spc="0" normalizeH="0" baseline="0" noProof="0" dirty="0" smtClean="0">
                <a:ln>
                  <a:noFill/>
                </a:ln>
                <a:solidFill>
                  <a:srgbClr val="000000"/>
                </a:solidFill>
                <a:effectLst/>
                <a:uLnTx/>
                <a:uFillTx/>
                <a:latin typeface="华文中宋" panose="02010600040101010101" pitchFamily="2" charset="-122"/>
                <a:ea typeface="华文中宋" panose="02010600040101010101" pitchFamily="2" charset="-122"/>
                <a:cs typeface="+mn-cs"/>
              </a:rPr>
              <a:t>例如，在教师上岗方案中规定对教授、副教授、讲师和助教分别计算分数，做相应的处理。因此可以确定</a:t>
            </a:r>
            <a:r>
              <a:rPr kumimoji="1" lang="en-US" altLang="zh-CN" sz="2400" b="0" i="0" u="none" strike="noStrike" kern="1200" cap="none" spc="0" normalizeH="0" baseline="0" noProof="0" dirty="0" smtClean="0">
                <a:ln>
                  <a:noFill/>
                </a:ln>
                <a:solidFill>
                  <a:srgbClr val="000000"/>
                </a:solidFill>
                <a:effectLst/>
                <a:uLnTx/>
                <a:uFillTx/>
                <a:latin typeface="华文中宋" panose="02010600040101010101" pitchFamily="2" charset="-122"/>
                <a:ea typeface="华文中宋" panose="02010600040101010101" pitchFamily="2" charset="-122"/>
                <a:cs typeface="+mn-cs"/>
              </a:rPr>
              <a:t>4</a:t>
            </a:r>
            <a:r>
              <a:rPr kumimoji="1" lang="zh-CN" altLang="en-US" sz="2400" b="0" i="0" u="none" strike="noStrike" kern="1200" cap="none" spc="0" normalizeH="0" baseline="0" noProof="0" dirty="0" smtClean="0">
                <a:ln>
                  <a:noFill/>
                </a:ln>
                <a:solidFill>
                  <a:srgbClr val="000000"/>
                </a:solidFill>
                <a:effectLst/>
                <a:uLnTx/>
                <a:uFillTx/>
                <a:latin typeface="华文中宋" panose="02010600040101010101" pitchFamily="2" charset="-122"/>
                <a:ea typeface="华文中宋" panose="02010600040101010101" pitchFamily="2" charset="-122"/>
                <a:cs typeface="+mn-cs"/>
              </a:rPr>
              <a:t>个有效等价类为教授、副教授、讲师和助教，一个无效等价类，它是所有不符合以上身分的人员的输入值的集合。</a:t>
            </a:r>
            <a:endParaRPr kumimoji="1" lang="en-US" altLang="zh-CN" sz="2400" b="0" i="0" u="none" strike="noStrike" kern="1200" cap="none" spc="0" normalizeH="0" baseline="0" noProof="0" dirty="0" smtClean="0">
              <a:ln>
                <a:noFill/>
              </a:ln>
              <a:solidFill>
                <a:srgbClr val="000000"/>
              </a:solidFill>
              <a:effectLst/>
              <a:uLnTx/>
              <a:uFillTx/>
              <a:latin typeface="华文中宋" panose="02010600040101010101" pitchFamily="2" charset="-122"/>
              <a:ea typeface="华文中宋" panose="02010600040101010101" pitchFamily="2" charset="-122"/>
              <a:cs typeface="+mn-cs"/>
            </a:endParaRPr>
          </a:p>
          <a:p>
            <a:pPr marL="342900" marR="0" lvl="0" indent="-342900" algn="l" defTabSz="914400" rtl="0" eaLnBrk="1" fontAlgn="base" latinLnBrk="0" hangingPunct="1">
              <a:lnSpc>
                <a:spcPct val="150000"/>
              </a:lnSpc>
              <a:spcBef>
                <a:spcPct val="20000"/>
              </a:spcBef>
              <a:spcAft>
                <a:spcPct val="0"/>
              </a:spcAft>
              <a:buClr>
                <a:schemeClr val="tx2"/>
              </a:buClr>
              <a:buSzPct val="50000"/>
              <a:buFont typeface="Wingdings" panose="05000000000000000000" pitchFamily="2" charset="2"/>
              <a:buNone/>
              <a:defRPr/>
            </a:pPr>
            <a:endParaRPr kumimoji="1" lang="zh-CN" altLang="en-US" sz="2400" b="0" i="0" u="none" strike="noStrike" kern="1200" cap="none" spc="0" normalizeH="0" baseline="0" noProof="0" dirty="0" smtClean="0">
              <a:ln>
                <a:noFill/>
              </a:ln>
              <a:solidFill>
                <a:srgbClr val="000000"/>
              </a:solidFill>
              <a:effectLst/>
              <a:uLnTx/>
              <a:uFillTx/>
              <a:latin typeface="华文中宋" panose="02010600040101010101" pitchFamily="2" charset="-122"/>
              <a:ea typeface="华文中宋" panose="02010600040101010101" pitchFamily="2" charset="-122"/>
              <a:cs typeface="+mn-cs"/>
            </a:endParaRPr>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黑盒测试技术</a:t>
            </a:r>
            <a:endParaRPr kumimoji="0" lang="zh-CN" altLang="en-US" sz="2800" b="1" i="0" u="none" strike="noStrike" kern="0" cap="none" spc="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endParaRPr>
          </a:p>
        </p:txBody>
      </p:sp>
      <p:sp>
        <p:nvSpPr>
          <p:cNvPr id="28675"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28676" name="Rectangle 2"/>
          <p:cNvSpPr txBox="1">
            <a:spLocks noChangeArrowheads="1"/>
          </p:cNvSpPr>
          <p:nvPr/>
        </p:nvSpPr>
        <p:spPr bwMode="auto">
          <a:xfrm>
            <a:off x="684213" y="1052513"/>
            <a:ext cx="7696200" cy="5184775"/>
          </a:xfrm>
          <a:prstGeom prst="rect">
            <a:avLst/>
          </a:prstGeom>
          <a:noFill/>
          <a:ln>
            <a:noFill/>
          </a:ln>
        </p:spPr>
        <p:txBody>
          <a:bodyPr/>
          <a:lstStyle>
            <a:lvl1pPr algn="just">
              <a:lnSpc>
                <a:spcPct val="140000"/>
              </a:lnSpc>
              <a:spcBef>
                <a:spcPct val="20000"/>
              </a:spcBef>
              <a:buClr>
                <a:schemeClr val="accent2"/>
              </a:buClr>
              <a:buSzPct val="7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buChar char="è"/>
              <a:defRPr>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buChar char="Ø"/>
              <a:defRPr sz="16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buChar char="–"/>
              <a:defRPr sz="14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buChar char="»"/>
              <a:defRPr sz="12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30000"/>
              </a:lnSpc>
              <a:spcBef>
                <a:spcPct val="20000"/>
              </a:spcBef>
              <a:spcAft>
                <a:spcPct val="0"/>
              </a:spcAft>
              <a:buClr>
                <a:srgbClr val="FF9900"/>
              </a:buClr>
              <a:buSzPct val="50000"/>
              <a:buFont typeface="Wingdings 2" panose="05020102010507070707" pitchFamily="18" charset="2"/>
              <a:buNone/>
              <a:defRPr/>
            </a:pPr>
            <a:r>
              <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在确立了等价类之后，建立等价类表，列出所有划分出的等价类，再从划分出的等价类中按以下原则选择测试用例：</a:t>
            </a:r>
            <a:br>
              <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br>
            <a:r>
              <a:rPr kumimoji="1" lang="en-US" altLang="zh-CN" sz="2400" b="0" i="0" u="none" strike="noStrike" kern="1200" cap="none" spc="0" normalizeH="0" baseline="0" noProof="0" dirty="0" smtClean="0">
                <a:ln>
                  <a:noFill/>
                </a:ln>
                <a:solidFill>
                  <a:srgbClr val="000000"/>
                </a:solidFill>
                <a:effectLst/>
                <a:uLnTx/>
                <a:uFillTx/>
                <a:latin typeface="华文中宋" panose="02010600040101010101" pitchFamily="2" charset="-122"/>
                <a:ea typeface="华文中宋" panose="02010600040101010101" pitchFamily="2" charset="-122"/>
                <a:cs typeface="+mn-cs"/>
              </a:rPr>
              <a:t>(1) </a:t>
            </a:r>
            <a:r>
              <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设计一个新的测试用例，使其尽可能多地覆盖尚未被覆盖的有效等价类，重复这一步，直到所有的有效等价类都被覆盖为止；</a:t>
            </a:r>
            <a:endParaRPr kumimoji="1" lang="en-US" altLang="zh-CN"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a:p>
            <a:pPr marL="0" marR="0" lvl="0" indent="0" algn="l" defTabSz="914400" rtl="0" eaLnBrk="1" fontAlgn="base" latinLnBrk="0" hangingPunct="1">
              <a:lnSpc>
                <a:spcPct val="130000"/>
              </a:lnSpc>
              <a:spcBef>
                <a:spcPct val="20000"/>
              </a:spcBef>
              <a:spcAft>
                <a:spcPct val="0"/>
              </a:spcAft>
              <a:buClr>
                <a:srgbClr val="FF9900"/>
              </a:buClr>
              <a:buSzPct val="50000"/>
              <a:buFont typeface="Wingdings 2" panose="05020102010507070707" pitchFamily="18" charset="2"/>
              <a:buNone/>
              <a:defRPr/>
            </a:pPr>
            <a:r>
              <a:rPr kumimoji="1" lang="en-US" altLang="zh-CN" sz="2400" b="0" i="0" u="none" strike="noStrike" kern="1200" cap="none" spc="0" normalizeH="0" baseline="0" noProof="0" dirty="0" smtClean="0">
                <a:ln>
                  <a:noFill/>
                </a:ln>
                <a:solidFill>
                  <a:srgbClr val="000000"/>
                </a:solidFill>
                <a:effectLst/>
                <a:uLnTx/>
                <a:uFillTx/>
                <a:latin typeface="华文中宋" panose="02010600040101010101" pitchFamily="2" charset="-122"/>
                <a:ea typeface="华文中宋" panose="02010600040101010101" pitchFamily="2" charset="-122"/>
                <a:cs typeface="+mn-cs"/>
              </a:rPr>
              <a:t>(2) </a:t>
            </a:r>
            <a:r>
              <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设计一个新的测试用例，使其</a:t>
            </a:r>
            <a:r>
              <a:rPr kumimoji="1" lang="zh-CN" altLang="en-US" sz="2400" b="0"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仅覆盖一个尚未被覆盖的无效等价类</a:t>
            </a:r>
            <a:r>
              <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，重复这一步，直到所有的无效等价类都被覆盖为止。</a:t>
            </a:r>
            <a:endPar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2800" b="1" i="0" u="none" strike="noStrike" kern="0" cap="none" spc="0" normalizeH="0" baseline="0" noProof="0" dirty="0" smtClean="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3.2 </a:t>
            </a:r>
            <a:r>
              <a:rPr kumimoji="1" lang="zh-CN" altLang="en-US" sz="2800" b="1" i="0" u="none" strike="noStrike" kern="0" cap="none" spc="0" normalizeH="0" baseline="0" noProof="0" dirty="0" smtClean="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边界值分析</a:t>
            </a:r>
            <a:endParaRPr kumimoji="0" lang="zh-CN" altLang="en-US" sz="2800" b="1" i="0" u="none" strike="noStrike" kern="0" cap="none" spc="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endParaRPr>
          </a:p>
        </p:txBody>
      </p:sp>
      <p:sp>
        <p:nvSpPr>
          <p:cNvPr id="29699"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9" name="Text Box 2"/>
          <p:cNvSpPr txBox="1">
            <a:spLocks noChangeArrowheads="1"/>
          </p:cNvSpPr>
          <p:nvPr/>
        </p:nvSpPr>
        <p:spPr bwMode="auto">
          <a:xfrm>
            <a:off x="503238" y="1296988"/>
            <a:ext cx="8312150" cy="2898775"/>
          </a:xfrm>
          <a:prstGeom prst="rect">
            <a:avLst/>
          </a:prstGeom>
          <a:noFill/>
          <a:ln w="9525">
            <a:noFill/>
            <a:miter lim="800000"/>
          </a:ln>
          <a:effectLst/>
        </p:spPr>
        <p:txBody>
          <a:bodyPr>
            <a:spAutoFit/>
          </a:bodyPr>
          <a:lstStyle/>
          <a:p>
            <a:pPr marR="0" algn="just" defTabSz="914400" eaLnBrk="1" hangingPunct="1">
              <a:spcBef>
                <a:spcPct val="20000"/>
              </a:spcBef>
              <a:buClrTx/>
              <a:buSzTx/>
              <a:buFontTx/>
              <a:buNone/>
              <a:defRPr/>
            </a:pPr>
            <a:r>
              <a:rPr kumimoji="1" lang="zh-CN" altLang="en-US" b="0" kern="1200" cap="none" spc="0" normalizeH="0" baseline="0" noProof="0" dirty="0">
                <a:solidFill>
                  <a:srgbClr val="000000"/>
                </a:solidFill>
                <a:latin typeface="华文中宋" panose="02010600040101010101" pitchFamily="2" charset="-122"/>
                <a:ea typeface="华文中宋" panose="02010600040101010101" pitchFamily="2" charset="-122"/>
                <a:cs typeface="+mn-cs"/>
              </a:rPr>
              <a:t>人们从长期的测试工作经验得知，大量的错误是发生在输入或输出范围的边界上，而不是在输入范围的内部。因此</a:t>
            </a:r>
            <a:r>
              <a:rPr kumimoji="1" lang="zh-CN" altLang="en-US" b="0" kern="1200" cap="none" spc="0" normalizeH="0" baseline="0" noProof="0" dirty="0">
                <a:solidFill>
                  <a:schemeClr val="accent6"/>
                </a:solidFill>
                <a:latin typeface="华文中宋" panose="02010600040101010101" pitchFamily="2" charset="-122"/>
                <a:ea typeface="华文中宋" panose="02010600040101010101" pitchFamily="2" charset="-122"/>
                <a:cs typeface="+mn-cs"/>
              </a:rPr>
              <a:t>针对各种边界情况设计测试用例，可以查出更多的错误</a:t>
            </a:r>
            <a:r>
              <a:rPr kumimoji="1" lang="zh-CN" altLang="en-US" b="0" kern="1200" cap="none" spc="0" normalizeH="0" baseline="0" noProof="0" dirty="0">
                <a:solidFill>
                  <a:srgbClr val="000000"/>
                </a:solidFill>
                <a:latin typeface="华文中宋" panose="02010600040101010101" pitchFamily="2" charset="-122"/>
                <a:ea typeface="华文中宋" panose="02010600040101010101" pitchFamily="2" charset="-122"/>
                <a:cs typeface="+mn-cs"/>
              </a:rPr>
              <a:t>。</a:t>
            </a:r>
            <a:endParaRPr kumimoji="1" lang="zh-CN" altLang="en-GB" b="0" kern="1200" cap="none" spc="0" normalizeH="0" baseline="0" noProof="0" dirty="0">
              <a:solidFill>
                <a:srgbClr val="000000"/>
              </a:solidFill>
              <a:latin typeface="华文中宋" panose="02010600040101010101" pitchFamily="2" charset="-122"/>
              <a:ea typeface="华文中宋" panose="02010600040101010101" pitchFamily="2" charset="-122"/>
              <a:cs typeface="+mn-cs"/>
            </a:endParaRPr>
          </a:p>
          <a:p>
            <a:pPr marR="0" algn="just" defTabSz="914400" eaLnBrk="1" hangingPunct="1">
              <a:spcBef>
                <a:spcPct val="20000"/>
              </a:spcBef>
              <a:buClrTx/>
              <a:buSzTx/>
              <a:buFontTx/>
              <a:buNone/>
              <a:defRPr/>
            </a:pPr>
            <a:r>
              <a:rPr kumimoji="1" lang="zh-CN" altLang="en-US" b="0" kern="1200" cap="none" spc="0" normalizeH="0" baseline="0" noProof="0" dirty="0">
                <a:solidFill>
                  <a:srgbClr val="000000"/>
                </a:solidFill>
                <a:latin typeface="华文中宋" panose="02010600040101010101" pitchFamily="2" charset="-122"/>
                <a:ea typeface="华文中宋" panose="02010600040101010101" pitchFamily="2" charset="-122"/>
                <a:cs typeface="+mn-cs"/>
              </a:rPr>
              <a:t>    通常，输入等价类和输出等价类的边界，就是应该着重测试的程序边界情况。</a:t>
            </a:r>
            <a:endParaRPr kumimoji="1" lang="zh-CN" altLang="en-US" b="0" kern="1200" cap="none" spc="0" normalizeH="0" baseline="0" noProof="0" dirty="0">
              <a:solidFill>
                <a:srgbClr val="000000"/>
              </a:solidFill>
              <a:latin typeface="华文中宋" panose="02010600040101010101" pitchFamily="2" charset="-122"/>
              <a:ea typeface="华文中宋" panose="02010600040101010101" pitchFamily="2" charset="-122"/>
              <a:cs typeface="+mn-cs"/>
            </a:endParaRPr>
          </a:p>
          <a:p>
            <a:pPr marR="0" algn="just" defTabSz="914400" eaLnBrk="1" hangingPunct="1">
              <a:spcBef>
                <a:spcPct val="20000"/>
              </a:spcBef>
              <a:buClrTx/>
              <a:buSzTx/>
              <a:buFontTx/>
              <a:buNone/>
              <a:defRPr/>
            </a:pPr>
            <a:r>
              <a:rPr kumimoji="1" lang="zh-CN" altLang="en-US" b="0" kern="1200" cap="none" spc="0" normalizeH="0" baseline="0" noProof="0" dirty="0">
                <a:solidFill>
                  <a:srgbClr val="000000"/>
                </a:solidFill>
                <a:latin typeface="华文中宋" panose="02010600040101010101" pitchFamily="2" charset="-122"/>
                <a:ea typeface="华文中宋" panose="02010600040101010101" pitchFamily="2" charset="-122"/>
                <a:cs typeface="+mn-cs"/>
              </a:rPr>
              <a:t>   选取测试数据应该：</a:t>
            </a:r>
            <a:endParaRPr kumimoji="1" lang="zh-CN" altLang="en-US" b="0" kern="1200" cap="none" spc="0" normalizeH="0" baseline="0" noProof="0" dirty="0">
              <a:solidFill>
                <a:srgbClr val="000000"/>
              </a:solidFill>
              <a:latin typeface="华文中宋" panose="02010600040101010101" pitchFamily="2" charset="-122"/>
              <a:ea typeface="华文中宋" panose="02010600040101010101" pitchFamily="2" charset="-122"/>
              <a:cs typeface="+mn-cs"/>
            </a:endParaRPr>
          </a:p>
          <a:p>
            <a:pPr marR="0" algn="just" defTabSz="914400" eaLnBrk="1" hangingPunct="1">
              <a:spcBef>
                <a:spcPct val="20000"/>
              </a:spcBef>
              <a:buClrTx/>
              <a:buSzTx/>
              <a:buFontTx/>
              <a:buNone/>
              <a:defRPr/>
            </a:pPr>
            <a:r>
              <a:rPr kumimoji="1" lang="zh-CN" altLang="en-US" b="0" kern="1200" cap="none" spc="0" normalizeH="0" baseline="0" noProof="0" dirty="0">
                <a:solidFill>
                  <a:srgbClr val="000000"/>
                </a:solidFill>
                <a:latin typeface="华文中宋" panose="02010600040101010101" pitchFamily="2" charset="-122"/>
                <a:ea typeface="华文中宋" panose="02010600040101010101" pitchFamily="2" charset="-122"/>
                <a:cs typeface="+mn-cs"/>
              </a:rPr>
              <a:t> “刚好等于；刚刚小于；刚刚大于。”          </a:t>
            </a:r>
            <a:endParaRPr kumimoji="1" lang="zh-CN" altLang="en-US" b="0" kern="1200" cap="none" spc="0" normalizeH="0" baseline="0" noProof="0" dirty="0">
              <a:solidFill>
                <a:srgbClr val="000000"/>
              </a:solidFill>
              <a:latin typeface="华文中宋" panose="02010600040101010101" pitchFamily="2" charset="-122"/>
              <a:ea typeface="华文中宋" panose="02010600040101010101" pitchFamily="2" charset="-122"/>
              <a:cs typeface="+mn-cs"/>
            </a:endParaRPr>
          </a:p>
        </p:txBody>
      </p:sp>
      <p:sp>
        <p:nvSpPr>
          <p:cNvPr id="11" name="Rectangle 4"/>
          <p:cNvSpPr>
            <a:spLocks noChangeArrowheads="1"/>
          </p:cNvSpPr>
          <p:nvPr/>
        </p:nvSpPr>
        <p:spPr bwMode="auto">
          <a:xfrm>
            <a:off x="292100" y="4545013"/>
            <a:ext cx="8208963" cy="831850"/>
          </a:xfrm>
          <a:prstGeom prst="rect">
            <a:avLst/>
          </a:prstGeom>
          <a:noFill/>
          <a:ln>
            <a:noFill/>
          </a:ln>
        </p:spPr>
        <p:txBody>
          <a:bodyPr anchor="ctr">
            <a:spAutoFit/>
          </a:bodyPr>
          <a:lstStyle>
            <a:lvl1pPr algn="just">
              <a:lnSpc>
                <a:spcPct val="140000"/>
              </a:lnSpc>
              <a:spcBef>
                <a:spcPct val="20000"/>
              </a:spcBef>
              <a:buClr>
                <a:schemeClr val="accent2"/>
              </a:buClr>
              <a:buSzPct val="7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buChar char="è"/>
              <a:defRPr>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buChar char="Ø"/>
              <a:defRPr sz="16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buChar char="–"/>
              <a:defRPr sz="14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buChar char="»"/>
              <a:defRPr sz="12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        某应用程序完成如下功能：</a:t>
            </a:r>
            <a:endParaRPr kumimoji="1" lang="zh-CN" altLang="en-US" sz="2400" b="0"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输入某年某月某日，判断这一天是这一年的第几天。</a:t>
            </a:r>
            <a:endPar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p:txBody>
      </p:sp>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边界值分析</a:t>
            </a:r>
            <a:endParaRPr kumimoji="0" lang="zh-CN" altLang="en-US" sz="2800" b="1" i="0" u="none" strike="noStrike" kern="0" cap="none" spc="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endParaRPr>
          </a:p>
        </p:txBody>
      </p:sp>
      <p:sp>
        <p:nvSpPr>
          <p:cNvPr id="30723"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30724" name="Rectangle 2"/>
          <p:cNvSpPr txBox="1"/>
          <p:nvPr/>
        </p:nvSpPr>
        <p:spPr>
          <a:xfrm>
            <a:off x="319088" y="1144588"/>
            <a:ext cx="4175125" cy="5038725"/>
          </a:xfrm>
          <a:prstGeom prst="rect">
            <a:avLst/>
          </a:prstGeom>
          <a:noFill/>
          <a:ln w="9525">
            <a:noFill/>
          </a:ln>
        </p:spPr>
        <p:txBody>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812800" lvl="0" indent="-812800" algn="l" eaLnBrk="1" hangingPunct="1">
              <a:lnSpc>
                <a:spcPct val="90000"/>
              </a:lnSpc>
              <a:buClr>
                <a:srgbClr val="2F2F2F"/>
              </a:buClr>
              <a:buSzPct val="50000"/>
              <a:buNone/>
            </a:pPr>
            <a:r>
              <a:rPr lang="zh-CN" altLang="en-US" sz="2400" dirty="0">
                <a:solidFill>
                  <a:srgbClr val="000000"/>
                </a:solidFill>
                <a:latin typeface="华文中宋" panose="02010600040101010101" pitchFamily="2" charset="-122"/>
                <a:ea typeface="华文中宋" panose="02010600040101010101" pitchFamily="2" charset="-122"/>
              </a:rPr>
              <a:t>例如</a:t>
            </a:r>
            <a:r>
              <a:rPr lang="en-US" altLang="zh-CN" sz="2400" dirty="0">
                <a:solidFill>
                  <a:srgbClr val="000000"/>
                </a:solidFill>
                <a:latin typeface="华文中宋" panose="02010600040101010101" pitchFamily="2" charset="-122"/>
                <a:ea typeface="华文中宋" panose="02010600040101010101" pitchFamily="2" charset="-122"/>
              </a:rPr>
              <a:t>:  </a:t>
            </a:r>
            <a:r>
              <a:rPr lang="zh-CN" altLang="en-US" sz="2400" dirty="0">
                <a:solidFill>
                  <a:srgbClr val="000000"/>
                </a:solidFill>
                <a:latin typeface="华文中宋" panose="02010600040101010101" pitchFamily="2" charset="-122"/>
                <a:ea typeface="华文中宋" panose="02010600040101010101" pitchFamily="2" charset="-122"/>
              </a:rPr>
              <a:t>某应用程序完成如下功能：输入某年某月某日，判断这一天是这一年的第几天。</a:t>
            </a:r>
            <a:endParaRPr lang="zh-CN" altLang="en-US" sz="2400" dirty="0">
              <a:solidFill>
                <a:srgbClr val="000000"/>
              </a:solidFill>
              <a:latin typeface="华文中宋" panose="02010600040101010101" pitchFamily="2" charset="-122"/>
              <a:ea typeface="华文中宋" panose="02010600040101010101" pitchFamily="2" charset="-122"/>
            </a:endParaRPr>
          </a:p>
          <a:p>
            <a:pPr marL="812800" lvl="0" indent="-812800" algn="l" eaLnBrk="1" hangingPunct="1">
              <a:lnSpc>
                <a:spcPct val="90000"/>
              </a:lnSpc>
              <a:buClr>
                <a:srgbClr val="2F2F2F"/>
              </a:buClr>
              <a:buSzPct val="50000"/>
              <a:buNone/>
            </a:pPr>
            <a:r>
              <a:rPr lang="zh-CN" altLang="en-US" sz="2400" dirty="0">
                <a:solidFill>
                  <a:srgbClr val="000000"/>
                </a:solidFill>
                <a:latin typeface="华文中宋" panose="02010600040101010101" pitchFamily="2" charset="-122"/>
                <a:ea typeface="华文中宋" panose="02010600040101010101" pitchFamily="2" charset="-122"/>
              </a:rPr>
              <a:t>程序</a:t>
            </a:r>
            <a:r>
              <a:rPr lang="en-US" altLang="zh-CN" sz="2400" dirty="0">
                <a:solidFill>
                  <a:srgbClr val="000000"/>
                </a:solidFill>
                <a:latin typeface="华文中宋" panose="02010600040101010101" pitchFamily="2" charset="-122"/>
                <a:ea typeface="华文中宋" panose="02010600040101010101" pitchFamily="2" charset="-122"/>
              </a:rPr>
              <a:t>C</a:t>
            </a:r>
            <a:r>
              <a:rPr lang="zh-CN" altLang="en-US" sz="2400" dirty="0">
                <a:solidFill>
                  <a:srgbClr val="000000"/>
                </a:solidFill>
                <a:latin typeface="华文中宋" panose="02010600040101010101" pitchFamily="2" charset="-122"/>
                <a:ea typeface="华文中宋" panose="02010600040101010101" pitchFamily="2" charset="-122"/>
              </a:rPr>
              <a:t>源代码如下：</a:t>
            </a:r>
            <a:r>
              <a:rPr lang="zh-CN" altLang="en-US" sz="2400" dirty="0">
                <a:solidFill>
                  <a:srgbClr val="000000"/>
                </a:solidFill>
                <a:latin typeface="Franklin Gothic Book" pitchFamily="34" charset="0"/>
                <a:ea typeface="黑体" panose="02010609060101010101" pitchFamily="49" charset="-122"/>
              </a:rPr>
              <a:t>　　　　　</a:t>
            </a:r>
            <a:endParaRPr lang="zh-CN" altLang="en-US" sz="2400" dirty="0">
              <a:solidFill>
                <a:srgbClr val="000000"/>
              </a:solidFill>
              <a:latin typeface="Franklin Gothic Book" pitchFamily="34" charset="0"/>
              <a:ea typeface="黑体" panose="02010609060101010101" pitchFamily="49" charset="-122"/>
            </a:endParaRPr>
          </a:p>
          <a:p>
            <a:pPr marL="812800" lvl="0" indent="-812800" algn="l" eaLnBrk="1" hangingPunct="1">
              <a:lnSpc>
                <a:spcPct val="90000"/>
              </a:lnSpc>
              <a:buClr>
                <a:srgbClr val="2F2F2F"/>
              </a:buClr>
              <a:buSzPct val="50000"/>
              <a:buNone/>
            </a:pPr>
            <a:r>
              <a:rPr lang="en-US" altLang="zh-CN" dirty="0">
                <a:solidFill>
                  <a:srgbClr val="000000"/>
                </a:solidFill>
                <a:latin typeface="Franklin Gothic Book" pitchFamily="34" charset="0"/>
                <a:ea typeface="黑体" panose="02010609060101010101" pitchFamily="49" charset="-122"/>
              </a:rPr>
              <a:t>main()</a:t>
            </a:r>
            <a:endParaRPr lang="en-US" altLang="zh-CN" dirty="0">
              <a:solidFill>
                <a:srgbClr val="000000"/>
              </a:solidFill>
              <a:latin typeface="Franklin Gothic Book" pitchFamily="34" charset="0"/>
              <a:ea typeface="黑体" panose="02010609060101010101" pitchFamily="49" charset="-122"/>
            </a:endParaRPr>
          </a:p>
          <a:p>
            <a:pPr marL="812800" lvl="0" indent="-812800" algn="l" eaLnBrk="1" hangingPunct="1">
              <a:lnSpc>
                <a:spcPct val="90000"/>
              </a:lnSpc>
              <a:buClr>
                <a:srgbClr val="2F2F2F"/>
              </a:buClr>
              <a:buSzPct val="50000"/>
              <a:buNone/>
            </a:pPr>
            <a:r>
              <a:rPr lang="en-US" altLang="zh-CN" dirty="0">
                <a:solidFill>
                  <a:srgbClr val="000000"/>
                </a:solidFill>
                <a:latin typeface="Franklin Gothic Book" pitchFamily="34" charset="0"/>
                <a:ea typeface="黑体" panose="02010609060101010101" pitchFamily="49" charset="-122"/>
              </a:rPr>
              <a:t>{</a:t>
            </a:r>
            <a:endParaRPr lang="en-US" altLang="zh-CN" dirty="0">
              <a:solidFill>
                <a:srgbClr val="000000"/>
              </a:solidFill>
              <a:latin typeface="Franklin Gothic Book" pitchFamily="34" charset="0"/>
              <a:ea typeface="黑体" panose="02010609060101010101" pitchFamily="49" charset="-122"/>
            </a:endParaRPr>
          </a:p>
          <a:p>
            <a:pPr marL="812800" lvl="0" indent="-812800" algn="l" eaLnBrk="1" hangingPunct="1">
              <a:lnSpc>
                <a:spcPct val="90000"/>
              </a:lnSpc>
              <a:buClr>
                <a:srgbClr val="2F2F2F"/>
              </a:buClr>
              <a:buSzPct val="50000"/>
              <a:buNone/>
            </a:pPr>
            <a:r>
              <a:rPr lang="en-US" altLang="zh-CN" dirty="0">
                <a:solidFill>
                  <a:srgbClr val="000000"/>
                </a:solidFill>
                <a:latin typeface="Franklin Gothic Book" pitchFamily="34" charset="0"/>
                <a:ea typeface="黑体" panose="02010609060101010101" pitchFamily="49" charset="-122"/>
              </a:rPr>
              <a:t>int day,month,year,sum,leap;</a:t>
            </a:r>
            <a:endParaRPr lang="en-US" altLang="zh-CN" dirty="0">
              <a:solidFill>
                <a:srgbClr val="000000"/>
              </a:solidFill>
              <a:latin typeface="Franklin Gothic Book" pitchFamily="34" charset="0"/>
              <a:ea typeface="黑体" panose="02010609060101010101" pitchFamily="49" charset="-122"/>
            </a:endParaRPr>
          </a:p>
          <a:p>
            <a:pPr marL="812800" lvl="0" indent="-812800" algn="l" eaLnBrk="1" hangingPunct="1">
              <a:lnSpc>
                <a:spcPct val="90000"/>
              </a:lnSpc>
              <a:buClr>
                <a:srgbClr val="2F2F2F"/>
              </a:buClr>
              <a:buSzPct val="50000"/>
              <a:buNone/>
            </a:pPr>
            <a:r>
              <a:rPr lang="en-US" altLang="zh-CN" dirty="0">
                <a:solidFill>
                  <a:srgbClr val="000000"/>
                </a:solidFill>
                <a:latin typeface="Franklin Gothic Book" pitchFamily="34" charset="0"/>
                <a:ea typeface="黑体" panose="02010609060101010101" pitchFamily="49" charset="-122"/>
              </a:rPr>
              <a:t>printf("\nplease input year,month,day\n");</a:t>
            </a:r>
            <a:endParaRPr lang="en-US" altLang="zh-CN" dirty="0">
              <a:solidFill>
                <a:srgbClr val="000000"/>
              </a:solidFill>
              <a:latin typeface="Franklin Gothic Book" pitchFamily="34" charset="0"/>
              <a:ea typeface="黑体" panose="02010609060101010101" pitchFamily="49" charset="-122"/>
            </a:endParaRPr>
          </a:p>
          <a:p>
            <a:pPr marL="812800" lvl="0" indent="-812800" algn="l" eaLnBrk="1" hangingPunct="1">
              <a:lnSpc>
                <a:spcPct val="90000"/>
              </a:lnSpc>
              <a:buClr>
                <a:srgbClr val="2F2F2F"/>
              </a:buClr>
              <a:buSzPct val="50000"/>
              <a:buNone/>
            </a:pPr>
            <a:r>
              <a:rPr lang="en-US" altLang="zh-CN" dirty="0">
                <a:solidFill>
                  <a:srgbClr val="000000"/>
                </a:solidFill>
                <a:latin typeface="Franklin Gothic Book" pitchFamily="34" charset="0"/>
                <a:ea typeface="黑体" panose="02010609060101010101" pitchFamily="49" charset="-122"/>
              </a:rPr>
              <a:t>scanf("%d,%d,%d",&amp;year,</a:t>
            </a:r>
            <a:endParaRPr lang="en-US" altLang="zh-CN" dirty="0">
              <a:solidFill>
                <a:srgbClr val="000000"/>
              </a:solidFill>
              <a:latin typeface="Franklin Gothic Book" pitchFamily="34" charset="0"/>
              <a:ea typeface="黑体" panose="02010609060101010101" pitchFamily="49" charset="-122"/>
            </a:endParaRPr>
          </a:p>
          <a:p>
            <a:pPr marL="812800" lvl="0" indent="-812800" algn="l" eaLnBrk="1" hangingPunct="1">
              <a:lnSpc>
                <a:spcPct val="90000"/>
              </a:lnSpc>
              <a:buClr>
                <a:srgbClr val="2F2F2F"/>
              </a:buClr>
              <a:buSzPct val="50000"/>
              <a:buNone/>
            </a:pPr>
            <a:r>
              <a:rPr lang="en-US" altLang="zh-CN" dirty="0">
                <a:solidFill>
                  <a:srgbClr val="000000"/>
                </a:solidFill>
                <a:latin typeface="Franklin Gothic Book" pitchFamily="34" charset="0"/>
                <a:ea typeface="黑体" panose="02010609060101010101" pitchFamily="49" charset="-122"/>
              </a:rPr>
              <a:t>               &amp;month,&amp;day);</a:t>
            </a:r>
            <a:br>
              <a:rPr lang="en-US" altLang="zh-CN" dirty="0">
                <a:solidFill>
                  <a:srgbClr val="000000"/>
                </a:solidFill>
                <a:latin typeface="Franklin Gothic Book" pitchFamily="34" charset="0"/>
                <a:ea typeface="黑体" panose="02010609060101010101" pitchFamily="49" charset="-122"/>
              </a:rPr>
            </a:br>
            <a:endParaRPr lang="en-US" altLang="zh-CN" dirty="0">
              <a:solidFill>
                <a:srgbClr val="000000"/>
              </a:solidFill>
              <a:latin typeface="Franklin Gothic Book" pitchFamily="34" charset="0"/>
              <a:ea typeface="黑体" panose="02010609060101010101" pitchFamily="49" charset="-122"/>
            </a:endParaRPr>
          </a:p>
        </p:txBody>
      </p:sp>
      <p:sp>
        <p:nvSpPr>
          <p:cNvPr id="30725" name="Rectangle 3"/>
          <p:cNvSpPr/>
          <p:nvPr/>
        </p:nvSpPr>
        <p:spPr>
          <a:xfrm>
            <a:off x="4572000" y="1195388"/>
            <a:ext cx="4859338" cy="5145087"/>
          </a:xfrm>
          <a:prstGeom prst="rect">
            <a:avLst/>
          </a:prstGeom>
          <a:noFill/>
          <a:ln w="9525">
            <a:noFill/>
          </a:ln>
        </p:spPr>
        <p:txBody>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812800" lvl="0" indent="-812800" algn="l" eaLnBrk="1" hangingPunct="1">
              <a:lnSpc>
                <a:spcPct val="80000"/>
              </a:lnSpc>
              <a:buClr>
                <a:srgbClr val="C47546"/>
              </a:buClr>
              <a:buSzPct val="80000"/>
              <a:buNone/>
            </a:pPr>
            <a:r>
              <a:rPr lang="en-US" altLang="zh-CN" dirty="0">
                <a:solidFill>
                  <a:srgbClr val="000000"/>
                </a:solidFill>
                <a:latin typeface="Times New Roman" panose="02020603050405020304" pitchFamily="18" charset="0"/>
              </a:rPr>
              <a:t>      switch(month)</a:t>
            </a:r>
            <a:endParaRPr lang="en-US" altLang="zh-CN" dirty="0">
              <a:solidFill>
                <a:srgbClr val="000000"/>
              </a:solidFill>
              <a:latin typeface="Times New Roman" panose="02020603050405020304" pitchFamily="18" charset="0"/>
            </a:endParaRPr>
          </a:p>
          <a:p>
            <a:pPr marL="812800" lvl="0" indent="-812800" algn="l" eaLnBrk="1" hangingPunct="1">
              <a:lnSpc>
                <a:spcPct val="80000"/>
              </a:lnSpc>
              <a:buClr>
                <a:srgbClr val="C47546"/>
              </a:buClr>
              <a:buSzPct val="80000"/>
              <a:buNone/>
            </a:pPr>
            <a:r>
              <a:rPr lang="en-US" altLang="zh-CN" dirty="0">
                <a:solidFill>
                  <a:srgbClr val="000000"/>
                </a:solidFill>
                <a:latin typeface="Times New Roman" panose="02020603050405020304" pitchFamily="18" charset="0"/>
              </a:rPr>
              <a:t>{</a:t>
            </a:r>
            <a:r>
              <a:rPr lang="zh-CN" altLang="en-US" dirty="0">
                <a:solidFill>
                  <a:srgbClr val="000000"/>
                </a:solidFill>
                <a:latin typeface="Times New Roman" panose="02020603050405020304" pitchFamily="18" charset="0"/>
              </a:rPr>
              <a:t>　</a:t>
            </a:r>
            <a:r>
              <a:rPr lang="en-US" altLang="zh-CN" dirty="0">
                <a:solidFill>
                  <a:srgbClr val="000000"/>
                </a:solidFill>
                <a:latin typeface="Times New Roman" panose="02020603050405020304" pitchFamily="18" charset="0"/>
              </a:rPr>
              <a:t>case 1:sum=0;  break;</a:t>
            </a:r>
            <a:endParaRPr lang="en-US" altLang="zh-CN" dirty="0">
              <a:solidFill>
                <a:srgbClr val="000000"/>
              </a:solidFill>
              <a:latin typeface="Times New Roman" panose="02020603050405020304" pitchFamily="18" charset="0"/>
            </a:endParaRPr>
          </a:p>
          <a:p>
            <a:pPr marL="812800" lvl="0" indent="-812800" algn="l" eaLnBrk="1" hangingPunct="1">
              <a:lnSpc>
                <a:spcPct val="80000"/>
              </a:lnSpc>
              <a:buClr>
                <a:srgbClr val="C47546"/>
              </a:buClr>
              <a:buSzPct val="80000"/>
              <a:buNone/>
            </a:pPr>
            <a:r>
              <a:rPr lang="en-US" altLang="zh-CN" dirty="0">
                <a:solidFill>
                  <a:srgbClr val="000000"/>
                </a:solidFill>
                <a:latin typeface="Times New Roman" panose="02020603050405020304" pitchFamily="18" charset="0"/>
              </a:rPr>
              <a:t>      case 2:sum=31;  break;</a:t>
            </a:r>
            <a:endParaRPr lang="en-US" altLang="zh-CN" dirty="0">
              <a:solidFill>
                <a:srgbClr val="000000"/>
              </a:solidFill>
              <a:latin typeface="Times New Roman" panose="02020603050405020304" pitchFamily="18" charset="0"/>
            </a:endParaRPr>
          </a:p>
          <a:p>
            <a:pPr marL="812800" lvl="0" indent="-812800" algn="l" eaLnBrk="1" hangingPunct="1">
              <a:lnSpc>
                <a:spcPct val="80000"/>
              </a:lnSpc>
              <a:buClr>
                <a:srgbClr val="C47546"/>
              </a:buClr>
              <a:buSzPct val="80000"/>
              <a:buNone/>
            </a:pPr>
            <a:r>
              <a:rPr lang="en-US" altLang="zh-CN" dirty="0">
                <a:solidFill>
                  <a:srgbClr val="000000"/>
                </a:solidFill>
                <a:latin typeface="Times New Roman" panose="02020603050405020304" pitchFamily="18" charset="0"/>
              </a:rPr>
              <a:t>      case 3:sum=59;  break;</a:t>
            </a:r>
            <a:endParaRPr lang="en-US" altLang="zh-CN" dirty="0">
              <a:solidFill>
                <a:srgbClr val="000000"/>
              </a:solidFill>
              <a:latin typeface="Times New Roman" panose="02020603050405020304" pitchFamily="18" charset="0"/>
            </a:endParaRPr>
          </a:p>
          <a:p>
            <a:pPr marL="812800" lvl="0" indent="-812800" algn="l" eaLnBrk="1" hangingPunct="1">
              <a:lnSpc>
                <a:spcPct val="80000"/>
              </a:lnSpc>
              <a:buClr>
                <a:srgbClr val="C47546"/>
              </a:buClr>
              <a:buSzPct val="80000"/>
              <a:buNone/>
            </a:pPr>
            <a:r>
              <a:rPr lang="en-US" altLang="zh-CN" dirty="0">
                <a:solidFill>
                  <a:srgbClr val="000000"/>
                </a:solidFill>
                <a:latin typeface="Times New Roman" panose="02020603050405020304" pitchFamily="18" charset="0"/>
              </a:rPr>
              <a:t>      case 4:sum=90;  break;</a:t>
            </a:r>
            <a:endParaRPr lang="en-US" altLang="zh-CN" dirty="0">
              <a:solidFill>
                <a:srgbClr val="000000"/>
              </a:solidFill>
              <a:latin typeface="Times New Roman" panose="02020603050405020304" pitchFamily="18" charset="0"/>
            </a:endParaRPr>
          </a:p>
          <a:p>
            <a:pPr marL="812800" lvl="0" indent="-812800" algn="l" eaLnBrk="1" hangingPunct="1">
              <a:lnSpc>
                <a:spcPct val="80000"/>
              </a:lnSpc>
              <a:buClr>
                <a:srgbClr val="C47546"/>
              </a:buClr>
              <a:buSzPct val="80000"/>
              <a:buNone/>
            </a:pPr>
            <a:r>
              <a:rPr lang="zh-CN" altLang="en-US" dirty="0">
                <a:solidFill>
                  <a:srgbClr val="000000"/>
                </a:solidFill>
                <a:latin typeface="Times New Roman" panose="02020603050405020304" pitchFamily="18" charset="0"/>
              </a:rPr>
              <a:t>      </a:t>
            </a:r>
            <a:r>
              <a:rPr lang="en-US" altLang="zh-CN" dirty="0">
                <a:solidFill>
                  <a:srgbClr val="000000"/>
                </a:solidFill>
                <a:latin typeface="Times New Roman" panose="02020603050405020304" pitchFamily="18" charset="0"/>
              </a:rPr>
              <a:t>case 5:sum=120;  break;</a:t>
            </a:r>
            <a:endParaRPr lang="en-US" altLang="zh-CN" dirty="0">
              <a:solidFill>
                <a:srgbClr val="000000"/>
              </a:solidFill>
              <a:latin typeface="Times New Roman" panose="02020603050405020304" pitchFamily="18" charset="0"/>
            </a:endParaRPr>
          </a:p>
          <a:p>
            <a:pPr marL="812800" lvl="0" indent="-812800" algn="l" eaLnBrk="1" hangingPunct="1">
              <a:lnSpc>
                <a:spcPct val="80000"/>
              </a:lnSpc>
              <a:buClr>
                <a:srgbClr val="C47546"/>
              </a:buClr>
              <a:buSzPct val="80000"/>
              <a:buNone/>
            </a:pPr>
            <a:r>
              <a:rPr lang="zh-CN" altLang="en-US" dirty="0">
                <a:solidFill>
                  <a:srgbClr val="000000"/>
                </a:solidFill>
                <a:latin typeface="Times New Roman" panose="02020603050405020304" pitchFamily="18" charset="0"/>
              </a:rPr>
              <a:t>  　</a:t>
            </a:r>
            <a:r>
              <a:rPr lang="en-US" altLang="zh-CN" dirty="0">
                <a:solidFill>
                  <a:srgbClr val="000000"/>
                </a:solidFill>
                <a:latin typeface="Times New Roman" panose="02020603050405020304" pitchFamily="18" charset="0"/>
              </a:rPr>
              <a:t>case 6:sum=151;  break;</a:t>
            </a:r>
            <a:endParaRPr lang="en-US" altLang="zh-CN" dirty="0">
              <a:solidFill>
                <a:srgbClr val="000000"/>
              </a:solidFill>
              <a:latin typeface="Times New Roman" panose="02020603050405020304" pitchFamily="18" charset="0"/>
            </a:endParaRPr>
          </a:p>
          <a:p>
            <a:pPr marL="812800" lvl="0" indent="-812800" algn="l" eaLnBrk="1" hangingPunct="1">
              <a:lnSpc>
                <a:spcPct val="80000"/>
              </a:lnSpc>
              <a:buClr>
                <a:srgbClr val="C47546"/>
              </a:buClr>
              <a:buSzPct val="80000"/>
              <a:buNone/>
            </a:pPr>
            <a:r>
              <a:rPr lang="zh-CN" altLang="en-US" dirty="0">
                <a:solidFill>
                  <a:srgbClr val="000000"/>
                </a:solidFill>
                <a:latin typeface="Times New Roman" panose="02020603050405020304" pitchFamily="18" charset="0"/>
              </a:rPr>
              <a:t>  　</a:t>
            </a:r>
            <a:r>
              <a:rPr lang="en-US" altLang="zh-CN" dirty="0">
                <a:solidFill>
                  <a:srgbClr val="000000"/>
                </a:solidFill>
                <a:latin typeface="Times New Roman" panose="02020603050405020304" pitchFamily="18" charset="0"/>
              </a:rPr>
              <a:t>case 7:sum=181;  break;</a:t>
            </a:r>
            <a:endParaRPr lang="en-US" altLang="zh-CN" dirty="0">
              <a:solidFill>
                <a:srgbClr val="000000"/>
              </a:solidFill>
              <a:latin typeface="Times New Roman" panose="02020603050405020304" pitchFamily="18" charset="0"/>
            </a:endParaRPr>
          </a:p>
          <a:p>
            <a:pPr marL="812800" lvl="0" indent="-812800" algn="l" eaLnBrk="1" hangingPunct="1">
              <a:lnSpc>
                <a:spcPct val="80000"/>
              </a:lnSpc>
              <a:buClr>
                <a:srgbClr val="C47546"/>
              </a:buClr>
              <a:buSzPct val="80000"/>
              <a:buNone/>
            </a:pPr>
            <a:r>
              <a:rPr lang="zh-CN" altLang="en-US" dirty="0">
                <a:solidFill>
                  <a:srgbClr val="000000"/>
                </a:solidFill>
                <a:latin typeface="Times New Roman" panose="02020603050405020304" pitchFamily="18" charset="0"/>
              </a:rPr>
              <a:t>  　</a:t>
            </a:r>
            <a:r>
              <a:rPr lang="en-US" altLang="zh-CN" dirty="0">
                <a:solidFill>
                  <a:srgbClr val="000000"/>
                </a:solidFill>
                <a:latin typeface="Times New Roman" panose="02020603050405020304" pitchFamily="18" charset="0"/>
              </a:rPr>
              <a:t>case 8:sum=212;  break;</a:t>
            </a:r>
            <a:endParaRPr lang="en-US" altLang="zh-CN" dirty="0">
              <a:solidFill>
                <a:srgbClr val="000000"/>
              </a:solidFill>
              <a:latin typeface="Times New Roman" panose="02020603050405020304" pitchFamily="18" charset="0"/>
            </a:endParaRPr>
          </a:p>
          <a:p>
            <a:pPr marL="812800" lvl="0" indent="-812800" algn="l" eaLnBrk="1" hangingPunct="1">
              <a:lnSpc>
                <a:spcPct val="80000"/>
              </a:lnSpc>
              <a:buClr>
                <a:srgbClr val="C47546"/>
              </a:buClr>
              <a:buSzPct val="80000"/>
              <a:buNone/>
            </a:pPr>
            <a:r>
              <a:rPr lang="zh-CN" altLang="en-US" dirty="0">
                <a:solidFill>
                  <a:srgbClr val="000000"/>
                </a:solidFill>
                <a:latin typeface="Times New Roman" panose="02020603050405020304" pitchFamily="18" charset="0"/>
              </a:rPr>
              <a:t>  　</a:t>
            </a:r>
            <a:r>
              <a:rPr lang="en-US" altLang="zh-CN" dirty="0">
                <a:solidFill>
                  <a:srgbClr val="000000"/>
                </a:solidFill>
                <a:latin typeface="Times New Roman" panose="02020603050405020304" pitchFamily="18" charset="0"/>
              </a:rPr>
              <a:t>case 9:sum=243;  break;</a:t>
            </a:r>
            <a:endParaRPr lang="en-US" altLang="zh-CN" dirty="0">
              <a:solidFill>
                <a:srgbClr val="000000"/>
              </a:solidFill>
              <a:latin typeface="Times New Roman" panose="02020603050405020304" pitchFamily="18" charset="0"/>
            </a:endParaRPr>
          </a:p>
          <a:p>
            <a:pPr marL="812800" lvl="0" indent="-812800" algn="l" eaLnBrk="1" hangingPunct="1">
              <a:lnSpc>
                <a:spcPct val="80000"/>
              </a:lnSpc>
              <a:buClr>
                <a:srgbClr val="C47546"/>
              </a:buClr>
              <a:buSzPct val="80000"/>
              <a:buNone/>
            </a:pPr>
            <a:r>
              <a:rPr lang="zh-CN" altLang="en-US" dirty="0">
                <a:solidFill>
                  <a:srgbClr val="000000"/>
                </a:solidFill>
                <a:latin typeface="Times New Roman" panose="02020603050405020304" pitchFamily="18" charset="0"/>
              </a:rPr>
              <a:t>  　</a:t>
            </a:r>
            <a:r>
              <a:rPr lang="en-US" altLang="zh-CN" dirty="0">
                <a:solidFill>
                  <a:srgbClr val="000000"/>
                </a:solidFill>
                <a:latin typeface="Times New Roman" panose="02020603050405020304" pitchFamily="18" charset="0"/>
              </a:rPr>
              <a:t>case 10:sum=273;  break;</a:t>
            </a:r>
            <a:endParaRPr lang="en-US" altLang="zh-CN" dirty="0">
              <a:solidFill>
                <a:srgbClr val="000000"/>
              </a:solidFill>
              <a:latin typeface="Times New Roman" panose="02020603050405020304" pitchFamily="18" charset="0"/>
            </a:endParaRPr>
          </a:p>
          <a:p>
            <a:pPr marL="812800" lvl="0" indent="-812800" algn="l" eaLnBrk="1" hangingPunct="1">
              <a:lnSpc>
                <a:spcPct val="80000"/>
              </a:lnSpc>
              <a:buClr>
                <a:srgbClr val="C47546"/>
              </a:buClr>
              <a:buSzPct val="80000"/>
              <a:buNone/>
            </a:pPr>
            <a:r>
              <a:rPr lang="zh-CN" altLang="en-US" dirty="0">
                <a:solidFill>
                  <a:srgbClr val="000000"/>
                </a:solidFill>
                <a:latin typeface="Times New Roman" panose="02020603050405020304" pitchFamily="18" charset="0"/>
              </a:rPr>
              <a:t>  　</a:t>
            </a:r>
            <a:r>
              <a:rPr lang="en-US" altLang="zh-CN" dirty="0">
                <a:solidFill>
                  <a:srgbClr val="000000"/>
                </a:solidFill>
                <a:latin typeface="Times New Roman" panose="02020603050405020304" pitchFamily="18" charset="0"/>
              </a:rPr>
              <a:t>case 11:sum=304;  break;</a:t>
            </a:r>
            <a:endParaRPr lang="en-US" altLang="zh-CN" dirty="0">
              <a:solidFill>
                <a:srgbClr val="000000"/>
              </a:solidFill>
              <a:latin typeface="Times New Roman" panose="02020603050405020304" pitchFamily="18" charset="0"/>
            </a:endParaRPr>
          </a:p>
          <a:p>
            <a:pPr marL="812800" lvl="0" indent="-812800" algn="l" eaLnBrk="1" hangingPunct="1">
              <a:lnSpc>
                <a:spcPct val="80000"/>
              </a:lnSpc>
              <a:buClr>
                <a:srgbClr val="C47546"/>
              </a:buClr>
              <a:buSzPct val="80000"/>
              <a:buNone/>
            </a:pPr>
            <a:r>
              <a:rPr lang="zh-CN" altLang="en-US" dirty="0">
                <a:solidFill>
                  <a:srgbClr val="000000"/>
                </a:solidFill>
                <a:latin typeface="Times New Roman" panose="02020603050405020304" pitchFamily="18" charset="0"/>
              </a:rPr>
              <a:t>  　</a:t>
            </a:r>
            <a:r>
              <a:rPr lang="en-US" altLang="zh-CN" dirty="0">
                <a:solidFill>
                  <a:srgbClr val="000000"/>
                </a:solidFill>
                <a:latin typeface="Times New Roman" panose="02020603050405020304" pitchFamily="18" charset="0"/>
              </a:rPr>
              <a:t>case 12:sum=334;  break;</a:t>
            </a:r>
            <a:endParaRPr lang="en-US" altLang="zh-CN" dirty="0">
              <a:solidFill>
                <a:srgbClr val="000000"/>
              </a:solidFill>
              <a:latin typeface="Times New Roman" panose="02020603050405020304" pitchFamily="18" charset="0"/>
            </a:endParaRPr>
          </a:p>
          <a:p>
            <a:pPr marL="812800" lvl="0" indent="-812800" algn="l" eaLnBrk="1" hangingPunct="1">
              <a:lnSpc>
                <a:spcPct val="80000"/>
              </a:lnSpc>
              <a:buClr>
                <a:srgbClr val="C47546"/>
              </a:buClr>
              <a:buSzPct val="80000"/>
              <a:buNone/>
            </a:pPr>
            <a:r>
              <a:rPr lang="zh-CN" altLang="en-US" dirty="0">
                <a:solidFill>
                  <a:srgbClr val="000000"/>
                </a:solidFill>
                <a:latin typeface="Times New Roman" panose="02020603050405020304" pitchFamily="18" charset="0"/>
              </a:rPr>
              <a:t>  </a:t>
            </a:r>
            <a:r>
              <a:rPr lang="en-US" altLang="zh-CN" dirty="0">
                <a:solidFill>
                  <a:srgbClr val="000000"/>
                </a:solidFill>
                <a:latin typeface="Times New Roman" panose="02020603050405020304" pitchFamily="18" charset="0"/>
              </a:rPr>
              <a:t>default:printf("dataerror");  break;</a:t>
            </a:r>
            <a:endParaRPr lang="en-US" altLang="zh-CN" dirty="0">
              <a:solidFill>
                <a:srgbClr val="000000"/>
              </a:solidFill>
              <a:latin typeface="Times New Roman" panose="02020603050405020304" pitchFamily="18" charset="0"/>
            </a:endParaRPr>
          </a:p>
          <a:p>
            <a:pPr marL="812800" lvl="0" indent="-812800" algn="l" eaLnBrk="1" hangingPunct="1">
              <a:lnSpc>
                <a:spcPct val="80000"/>
              </a:lnSpc>
              <a:buClr>
                <a:srgbClr val="C47546"/>
              </a:buClr>
              <a:buSzPct val="80000"/>
              <a:buNone/>
            </a:pPr>
            <a:r>
              <a:rPr lang="en-US" altLang="zh-CN" dirty="0">
                <a:solidFill>
                  <a:srgbClr val="000000"/>
                </a:solidFill>
                <a:latin typeface="Times New Roman" panose="02020603050405020304" pitchFamily="18" charset="0"/>
              </a:rPr>
              <a:t>}</a:t>
            </a:r>
            <a:endParaRPr lang="en-US" altLang="zh-CN" dirty="0">
              <a:solidFill>
                <a:srgbClr val="000000"/>
              </a:solidFill>
              <a:latin typeface="Times New Roman" panose="02020603050405020304" pitchFamily="18" charset="0"/>
            </a:endParaRPr>
          </a:p>
          <a:p>
            <a:pPr marL="812800" lvl="0" indent="-812800" algn="l" eaLnBrk="1" hangingPunct="1">
              <a:lnSpc>
                <a:spcPct val="80000"/>
              </a:lnSpc>
              <a:buClr>
                <a:srgbClr val="C47546"/>
              </a:buClr>
              <a:buSzPct val="80000"/>
              <a:buNone/>
            </a:pPr>
            <a:r>
              <a:rPr lang="en-US" altLang="zh-CN" dirty="0">
                <a:solidFill>
                  <a:srgbClr val="000000"/>
                </a:solidFill>
                <a:latin typeface="Times New Roman" panose="02020603050405020304" pitchFamily="18" charset="0"/>
              </a:rPr>
              <a:t>   sum=sum+day; </a:t>
            </a:r>
            <a:endParaRPr lang="en-US" altLang="zh-CN" dirty="0">
              <a:solidFill>
                <a:srgbClr val="000000"/>
              </a:solidFill>
              <a:latin typeface="Times New Roman" panose="02020603050405020304" pitchFamily="18" charset="0"/>
            </a:endParaRPr>
          </a:p>
          <a:p>
            <a:pPr marL="812800" lvl="0" indent="-812800" algn="l" eaLnBrk="1" hangingPunct="1">
              <a:lnSpc>
                <a:spcPct val="80000"/>
              </a:lnSpc>
              <a:buClr>
                <a:srgbClr val="C47546"/>
              </a:buClr>
              <a:buSzPct val="80000"/>
              <a:buNone/>
            </a:pPr>
            <a:r>
              <a:rPr lang="zh-CN" altLang="en-US" dirty="0">
                <a:solidFill>
                  <a:srgbClr val="000000"/>
                </a:solidFill>
                <a:latin typeface="Times New Roman" panose="02020603050405020304" pitchFamily="18" charset="0"/>
              </a:rPr>
              <a:t>   </a:t>
            </a:r>
            <a:r>
              <a:rPr lang="en-US" altLang="zh-CN" dirty="0">
                <a:solidFill>
                  <a:srgbClr val="000000"/>
                </a:solidFill>
                <a:latin typeface="Times New Roman" panose="02020603050405020304" pitchFamily="18" charset="0"/>
              </a:rPr>
              <a:t>printf("It is the %dth day.",sum);}</a:t>
            </a:r>
            <a:endParaRPr lang="en-US" altLang="zh-CN" dirty="0">
              <a:solidFill>
                <a:srgbClr val="000000"/>
              </a:solidFill>
              <a:latin typeface="Times New Roman" panose="02020603050405020304" pitchFamily="18" charset="0"/>
            </a:endParaRPr>
          </a:p>
        </p:txBody>
      </p:sp>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边界值分析</a:t>
            </a:r>
            <a:endParaRPr kumimoji="0" lang="zh-CN" altLang="en-US" sz="2800" b="1" i="0" u="none" strike="noStrike" kern="0" cap="none" spc="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endParaRPr>
          </a:p>
        </p:txBody>
      </p:sp>
      <p:sp>
        <p:nvSpPr>
          <p:cNvPr id="31747"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graphicFrame>
        <p:nvGraphicFramePr>
          <p:cNvPr id="5" name="Group 2"/>
          <p:cNvGraphicFramePr/>
          <p:nvPr/>
        </p:nvGraphicFramePr>
        <p:xfrm>
          <a:off x="592138" y="1123950"/>
          <a:ext cx="8134350" cy="5257800"/>
        </p:xfrm>
        <a:graphic>
          <a:graphicData uri="http://schemas.openxmlformats.org/drawingml/2006/table">
            <a:tbl>
              <a:tblPr/>
              <a:tblGrid>
                <a:gridCol w="998538"/>
                <a:gridCol w="1984375"/>
                <a:gridCol w="2536825"/>
                <a:gridCol w="2614612"/>
              </a:tblGrid>
              <a:tr h="657225">
                <a:tc>
                  <a:txBody>
                    <a:bodyPr/>
                    <a:lstStyle>
                      <a:lvl1pPr marL="0" algn="l" defTabSz="914400" rtl="0" eaLnBrk="0" latinLnBrk="0" hangingPunct="0">
                        <a:spcBef>
                          <a:spcPct val="20000"/>
                        </a:spcBef>
                        <a:buClr>
                          <a:schemeClr val="accent2"/>
                        </a:buClr>
                        <a:buSzPct val="80000"/>
                        <a:buFont typeface="Wingdings" panose="05000000000000000000" pitchFamily="2" charset="2"/>
                        <a:defRPr kumimoji="1" sz="2800" kern="1200">
                          <a:solidFill>
                            <a:schemeClr val="tx1"/>
                          </a:solidFill>
                          <a:latin typeface="Times New Roman" panose="02020603050405020304" pitchFamily="18" charset="0"/>
                          <a:ea typeface="宋体" panose="02010600030101010101" pitchFamily="2" charset="-122"/>
                        </a:defRPr>
                      </a:lvl1pPr>
                      <a:lvl2pPr marL="742950" indent="-285750" algn="l" defTabSz="914400" rtl="0" eaLnBrk="0" latinLnBrk="0" hangingPunct="0">
                        <a:spcBef>
                          <a:spcPct val="20000"/>
                        </a:spcBef>
                        <a:buClr>
                          <a:schemeClr val="tx1"/>
                        </a:buClr>
                        <a:buSzPct val="90000"/>
                        <a:defRPr kumimoji="1" sz="2400" kern="1200">
                          <a:solidFill>
                            <a:schemeClr val="tx1"/>
                          </a:solidFill>
                          <a:latin typeface="Times New Roman" panose="02020603050405020304" pitchFamily="18" charset="0"/>
                          <a:ea typeface="宋体" panose="02010600030101010101" pitchFamily="2" charset="-122"/>
                        </a:defRPr>
                      </a:lvl2pPr>
                      <a:lvl3pPr marL="1143000" indent="-228600" algn="l" defTabSz="914400" rtl="0" eaLnBrk="0" latinLnBrk="0" hangingPunct="0">
                        <a:spcBef>
                          <a:spcPct val="20000"/>
                        </a:spcBef>
                        <a:buClr>
                          <a:schemeClr val="accent1"/>
                        </a:buClr>
                        <a:buSzPct val="60000"/>
                        <a:buFont typeface="Wingdings" panose="05000000000000000000" pitchFamily="2" charset="2"/>
                        <a:defRPr kumimoji="1" sz="2000" kern="1200">
                          <a:solidFill>
                            <a:schemeClr val="tx1"/>
                          </a:solidFill>
                          <a:latin typeface="Times New Roman" panose="02020603050405020304" pitchFamily="18" charset="0"/>
                          <a:ea typeface="宋体" panose="02010600030101010101" pitchFamily="2" charset="-122"/>
                        </a:defRPr>
                      </a:lvl3pPr>
                      <a:lvl4pPr marL="1600200" indent="-228600" algn="l" defTabSz="914400" rtl="0" eaLnBrk="0" latinLnBrk="0" hangingPunct="0">
                        <a:spcBef>
                          <a:spcPct val="20000"/>
                        </a:spcBef>
                        <a:buClr>
                          <a:schemeClr val="tx1"/>
                        </a:buClr>
                        <a:defRPr kumimoji="1" sz="1800" kern="1200">
                          <a:solidFill>
                            <a:schemeClr val="tx1"/>
                          </a:solidFill>
                          <a:latin typeface="Times New Roman" panose="02020603050405020304" pitchFamily="18" charset="0"/>
                          <a:ea typeface="宋体" panose="02010600030101010101" pitchFamily="2" charset="-122"/>
                        </a:defRPr>
                      </a:lvl4pPr>
                      <a:lvl5pPr marL="2057400" indent="-228600" algn="l" defTabSz="914400" rtl="0" eaLnBrk="0" latinLnBrk="0" hangingPunct="0">
                        <a:spcBef>
                          <a:spcPct val="20000"/>
                        </a:spcBef>
                        <a:buClr>
                          <a:schemeClr val="accent1"/>
                        </a:buClr>
                        <a:defRPr kumimoji="1" sz="1800" kern="1200">
                          <a:solidFill>
                            <a:schemeClr val="tx1"/>
                          </a:solidFill>
                          <a:latin typeface="Times New Roman" panose="02020603050405020304"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序号</a:t>
                      </a:r>
                      <a:endParaRPr kumimoji="1"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5" marB="45715" horzOverflow="overflow">
                    <a:lnL w="28575" cap="flat" cmpd="sng" algn="ctr">
                      <a:solidFill>
                        <a:sysClr val="windowText" lastClr="000000"/>
                      </a:solidFill>
                      <a:prstDash val="solid"/>
                      <a:miter lim="800000"/>
                      <a:headEnd type="none" w="med" len="med"/>
                      <a:tailEnd type="none" w="med" len="med"/>
                    </a:lnL>
                    <a:lnR w="12700" cap="flat" cmpd="sng" algn="ctr">
                      <a:solidFill>
                        <a:sysClr val="windowText" lastClr="000000"/>
                      </a:solidFill>
                      <a:prstDash val="solid"/>
                      <a:miter lim="800000"/>
                      <a:headEnd type="none" w="med" len="med"/>
                      <a:tailEnd type="none" w="med" len="med"/>
                    </a:lnR>
                    <a:lnT w="28575" cap="flat" cmpd="sng" algn="ctr">
                      <a:solidFill>
                        <a:sysClr val="windowText" lastClr="000000"/>
                      </a:solidFill>
                      <a:prstDash val="solid"/>
                      <a:miter lim="800000"/>
                      <a:headEnd type="none" w="med" len="med"/>
                      <a:tailEnd type="none" w="med" len="med"/>
                    </a:lnT>
                    <a:lnB w="12700" cap="flat" cmpd="sng" algn="ctr">
                      <a:solidFill>
                        <a:sysClr val="windowText" lastClr="000000"/>
                      </a:solidFill>
                      <a:prstDash val="solid"/>
                      <a:miter lim="800000"/>
                      <a:headEnd type="none" w="med" len="med"/>
                      <a:tailEnd type="none" w="med" len="med"/>
                    </a:lnB>
                    <a:lnTlToBr>
                      <a:noFill/>
                    </a:lnTlToBr>
                    <a:lnBlToTr>
                      <a:noFill/>
                    </a:lnBlToTr>
                    <a:noFill/>
                  </a:tcPr>
                </a:tc>
                <a:tc>
                  <a:txBody>
                    <a:bodyPr/>
                    <a:lstStyle>
                      <a:lvl1pPr marL="0" algn="l" defTabSz="914400" rtl="0" eaLnBrk="0" latinLnBrk="0" hangingPunct="0">
                        <a:spcBef>
                          <a:spcPct val="20000"/>
                        </a:spcBef>
                        <a:buClr>
                          <a:schemeClr val="accent2"/>
                        </a:buClr>
                        <a:buSzPct val="80000"/>
                        <a:buFont typeface="Wingdings" panose="05000000000000000000" pitchFamily="2" charset="2"/>
                        <a:defRPr kumimoji="1" sz="2800" kern="1200">
                          <a:solidFill>
                            <a:schemeClr val="tx1"/>
                          </a:solidFill>
                          <a:latin typeface="Times New Roman" panose="02020603050405020304" pitchFamily="18" charset="0"/>
                          <a:ea typeface="宋体" panose="02010600030101010101" pitchFamily="2" charset="-122"/>
                        </a:defRPr>
                      </a:lvl1pPr>
                      <a:lvl2pPr marL="742950" indent="-285750" algn="l" defTabSz="914400" rtl="0" eaLnBrk="0" latinLnBrk="0" hangingPunct="0">
                        <a:spcBef>
                          <a:spcPct val="20000"/>
                        </a:spcBef>
                        <a:buClr>
                          <a:schemeClr val="tx1"/>
                        </a:buClr>
                        <a:buSzPct val="90000"/>
                        <a:defRPr kumimoji="1" sz="2400" kern="1200">
                          <a:solidFill>
                            <a:schemeClr val="tx1"/>
                          </a:solidFill>
                          <a:latin typeface="Times New Roman" panose="02020603050405020304" pitchFamily="18" charset="0"/>
                          <a:ea typeface="宋体" panose="02010600030101010101" pitchFamily="2" charset="-122"/>
                        </a:defRPr>
                      </a:lvl2pPr>
                      <a:lvl3pPr marL="1143000" indent="-228600" algn="l" defTabSz="914400" rtl="0" eaLnBrk="0" latinLnBrk="0" hangingPunct="0">
                        <a:spcBef>
                          <a:spcPct val="20000"/>
                        </a:spcBef>
                        <a:buClr>
                          <a:schemeClr val="accent1"/>
                        </a:buClr>
                        <a:buSzPct val="60000"/>
                        <a:buFont typeface="Wingdings" panose="05000000000000000000" pitchFamily="2" charset="2"/>
                        <a:defRPr kumimoji="1" sz="2000" kern="1200">
                          <a:solidFill>
                            <a:schemeClr val="tx1"/>
                          </a:solidFill>
                          <a:latin typeface="Times New Roman" panose="02020603050405020304" pitchFamily="18" charset="0"/>
                          <a:ea typeface="宋体" panose="02010600030101010101" pitchFamily="2" charset="-122"/>
                        </a:defRPr>
                      </a:lvl3pPr>
                      <a:lvl4pPr marL="1600200" indent="-228600" algn="l" defTabSz="914400" rtl="0" eaLnBrk="0" latinLnBrk="0" hangingPunct="0">
                        <a:spcBef>
                          <a:spcPct val="20000"/>
                        </a:spcBef>
                        <a:buClr>
                          <a:schemeClr val="tx1"/>
                        </a:buClr>
                        <a:defRPr kumimoji="1" sz="1800" kern="1200">
                          <a:solidFill>
                            <a:schemeClr val="tx1"/>
                          </a:solidFill>
                          <a:latin typeface="Times New Roman" panose="02020603050405020304" pitchFamily="18" charset="0"/>
                          <a:ea typeface="宋体" panose="02010600030101010101" pitchFamily="2" charset="-122"/>
                        </a:defRPr>
                      </a:lvl4pPr>
                      <a:lvl5pPr marL="2057400" indent="-228600" algn="l" defTabSz="914400" rtl="0" eaLnBrk="0" latinLnBrk="0" hangingPunct="0">
                        <a:spcBef>
                          <a:spcPct val="20000"/>
                        </a:spcBef>
                        <a:buClr>
                          <a:schemeClr val="accent1"/>
                        </a:buClr>
                        <a:defRPr kumimoji="1" sz="1800" kern="1200">
                          <a:solidFill>
                            <a:schemeClr val="tx1"/>
                          </a:solidFill>
                          <a:latin typeface="Times New Roman" panose="02020603050405020304"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输入条件</a:t>
                      </a:r>
                      <a:endParaRPr kumimoji="1"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5" marB="45715" horzOverflow="overflow">
                    <a:lnL w="12700" cap="flat" cmpd="sng" algn="ctr">
                      <a:solidFill>
                        <a:sysClr val="windowText" lastClr="000000"/>
                      </a:solidFill>
                      <a:prstDash val="solid"/>
                      <a:miter lim="800000"/>
                      <a:headEnd type="none" w="med" len="med"/>
                      <a:tailEnd type="none" w="med" len="med"/>
                    </a:lnL>
                    <a:lnR w="12700" cap="flat" cmpd="sng" algn="ctr">
                      <a:solidFill>
                        <a:sysClr val="windowText" lastClr="000000"/>
                      </a:solidFill>
                      <a:prstDash val="solid"/>
                      <a:miter lim="800000"/>
                      <a:headEnd type="none" w="med" len="med"/>
                      <a:tailEnd type="none" w="med" len="med"/>
                    </a:lnR>
                    <a:lnT w="28575" cap="flat" cmpd="sng" algn="ctr">
                      <a:solidFill>
                        <a:sysClr val="windowText" lastClr="000000"/>
                      </a:solidFill>
                      <a:prstDash val="solid"/>
                      <a:miter lim="800000"/>
                      <a:headEnd type="none" w="med" len="med"/>
                      <a:tailEnd type="none" w="med" len="med"/>
                    </a:lnT>
                    <a:lnB w="12700" cap="flat" cmpd="sng" algn="ctr">
                      <a:solidFill>
                        <a:sysClr val="windowText" lastClr="000000"/>
                      </a:solidFill>
                      <a:prstDash val="solid"/>
                      <a:miter lim="800000"/>
                      <a:headEnd type="none" w="med" len="med"/>
                      <a:tailEnd type="none" w="med" len="med"/>
                    </a:lnB>
                    <a:lnTlToBr>
                      <a:noFill/>
                    </a:lnTlToBr>
                    <a:lnBlToTr>
                      <a:noFill/>
                    </a:lnBlToTr>
                    <a:noFill/>
                  </a:tcPr>
                </a:tc>
                <a:tc>
                  <a:txBody>
                    <a:bodyPr/>
                    <a:lstStyle>
                      <a:lvl1pPr marL="0" algn="l" defTabSz="914400" rtl="0" eaLnBrk="0" latinLnBrk="0" hangingPunct="0">
                        <a:spcBef>
                          <a:spcPct val="20000"/>
                        </a:spcBef>
                        <a:buClr>
                          <a:schemeClr val="accent2"/>
                        </a:buClr>
                        <a:buSzPct val="80000"/>
                        <a:buFont typeface="Wingdings" panose="05000000000000000000" pitchFamily="2" charset="2"/>
                        <a:defRPr kumimoji="1" sz="2800" kern="1200">
                          <a:solidFill>
                            <a:schemeClr val="tx1"/>
                          </a:solidFill>
                          <a:latin typeface="Times New Roman" panose="02020603050405020304" pitchFamily="18" charset="0"/>
                          <a:ea typeface="宋体" panose="02010600030101010101" pitchFamily="2" charset="-122"/>
                        </a:defRPr>
                      </a:lvl1pPr>
                      <a:lvl2pPr marL="742950" indent="-285750" algn="l" defTabSz="914400" rtl="0" eaLnBrk="0" latinLnBrk="0" hangingPunct="0">
                        <a:spcBef>
                          <a:spcPct val="20000"/>
                        </a:spcBef>
                        <a:buClr>
                          <a:schemeClr val="tx1"/>
                        </a:buClr>
                        <a:buSzPct val="90000"/>
                        <a:defRPr kumimoji="1" sz="2400" kern="1200">
                          <a:solidFill>
                            <a:schemeClr val="tx1"/>
                          </a:solidFill>
                          <a:latin typeface="Times New Roman" panose="02020603050405020304" pitchFamily="18" charset="0"/>
                          <a:ea typeface="宋体" panose="02010600030101010101" pitchFamily="2" charset="-122"/>
                        </a:defRPr>
                      </a:lvl2pPr>
                      <a:lvl3pPr marL="1143000" indent="-228600" algn="l" defTabSz="914400" rtl="0" eaLnBrk="0" latinLnBrk="0" hangingPunct="0">
                        <a:spcBef>
                          <a:spcPct val="20000"/>
                        </a:spcBef>
                        <a:buClr>
                          <a:schemeClr val="accent1"/>
                        </a:buClr>
                        <a:buSzPct val="60000"/>
                        <a:buFont typeface="Wingdings" panose="05000000000000000000" pitchFamily="2" charset="2"/>
                        <a:defRPr kumimoji="1" sz="2000" kern="1200">
                          <a:solidFill>
                            <a:schemeClr val="tx1"/>
                          </a:solidFill>
                          <a:latin typeface="Times New Roman" panose="02020603050405020304" pitchFamily="18" charset="0"/>
                          <a:ea typeface="宋体" panose="02010600030101010101" pitchFamily="2" charset="-122"/>
                        </a:defRPr>
                      </a:lvl3pPr>
                      <a:lvl4pPr marL="1600200" indent="-228600" algn="l" defTabSz="914400" rtl="0" eaLnBrk="0" latinLnBrk="0" hangingPunct="0">
                        <a:spcBef>
                          <a:spcPct val="20000"/>
                        </a:spcBef>
                        <a:buClr>
                          <a:schemeClr val="tx1"/>
                        </a:buClr>
                        <a:defRPr kumimoji="1" sz="1800" kern="1200">
                          <a:solidFill>
                            <a:schemeClr val="tx1"/>
                          </a:solidFill>
                          <a:latin typeface="Times New Roman" panose="02020603050405020304" pitchFamily="18" charset="0"/>
                          <a:ea typeface="宋体" panose="02010600030101010101" pitchFamily="2" charset="-122"/>
                        </a:defRPr>
                      </a:lvl4pPr>
                      <a:lvl5pPr marL="2057400" indent="-228600" algn="l" defTabSz="914400" rtl="0" eaLnBrk="0" latinLnBrk="0" hangingPunct="0">
                        <a:spcBef>
                          <a:spcPct val="20000"/>
                        </a:spcBef>
                        <a:buClr>
                          <a:schemeClr val="accent1"/>
                        </a:buClr>
                        <a:defRPr kumimoji="1" sz="1800" kern="1200">
                          <a:solidFill>
                            <a:schemeClr val="tx1"/>
                          </a:solidFill>
                          <a:latin typeface="Times New Roman" panose="02020603050405020304"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预期输出</a:t>
                      </a:r>
                      <a:endParaRPr kumimoji="1"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5" marB="45715" horzOverflow="overflow">
                    <a:lnL w="12700" cap="flat" cmpd="sng" algn="ctr">
                      <a:solidFill>
                        <a:sysClr val="windowText" lastClr="000000"/>
                      </a:solidFill>
                      <a:prstDash val="solid"/>
                      <a:miter lim="800000"/>
                      <a:headEnd type="none" w="med" len="med"/>
                      <a:tailEnd type="none" w="med" len="med"/>
                    </a:lnL>
                    <a:lnR w="12700" cap="flat" cmpd="sng" algn="ctr">
                      <a:solidFill>
                        <a:sysClr val="windowText" lastClr="000000"/>
                      </a:solidFill>
                      <a:prstDash val="solid"/>
                      <a:miter lim="800000"/>
                      <a:headEnd type="none" w="med" len="med"/>
                      <a:tailEnd type="none" w="med" len="med"/>
                    </a:lnR>
                    <a:lnT w="28575" cap="flat" cmpd="sng" algn="ctr">
                      <a:solidFill>
                        <a:sysClr val="windowText" lastClr="000000"/>
                      </a:solidFill>
                      <a:prstDash val="solid"/>
                      <a:miter lim="800000"/>
                      <a:headEnd type="none" w="med" len="med"/>
                      <a:tailEnd type="none" w="med" len="med"/>
                    </a:lnT>
                    <a:lnB w="12700" cap="flat" cmpd="sng" algn="ctr">
                      <a:solidFill>
                        <a:sysClr val="windowText" lastClr="000000"/>
                      </a:solidFill>
                      <a:prstDash val="solid"/>
                      <a:miter lim="800000"/>
                      <a:headEnd type="none" w="med" len="med"/>
                      <a:tailEnd type="none" w="med" len="med"/>
                    </a:lnB>
                    <a:lnTlToBr>
                      <a:noFill/>
                    </a:lnTlToBr>
                    <a:lnBlToTr>
                      <a:noFill/>
                    </a:lnBlToTr>
                    <a:noFill/>
                  </a:tcPr>
                </a:tc>
                <a:tc>
                  <a:txBody>
                    <a:bodyPr/>
                    <a:lstStyle>
                      <a:lvl1pPr marL="0" algn="l" defTabSz="914400" rtl="0" eaLnBrk="0" latinLnBrk="0" hangingPunct="0">
                        <a:spcBef>
                          <a:spcPct val="20000"/>
                        </a:spcBef>
                        <a:buClr>
                          <a:schemeClr val="accent2"/>
                        </a:buClr>
                        <a:buSzPct val="80000"/>
                        <a:buFont typeface="Wingdings" panose="05000000000000000000" pitchFamily="2" charset="2"/>
                        <a:defRPr kumimoji="1" sz="2800" kern="1200">
                          <a:solidFill>
                            <a:schemeClr val="tx1"/>
                          </a:solidFill>
                          <a:latin typeface="Times New Roman" panose="02020603050405020304" pitchFamily="18" charset="0"/>
                          <a:ea typeface="宋体" panose="02010600030101010101" pitchFamily="2" charset="-122"/>
                        </a:defRPr>
                      </a:lvl1pPr>
                      <a:lvl2pPr marL="742950" indent="-285750" algn="l" defTabSz="914400" rtl="0" eaLnBrk="0" latinLnBrk="0" hangingPunct="0">
                        <a:spcBef>
                          <a:spcPct val="20000"/>
                        </a:spcBef>
                        <a:buClr>
                          <a:schemeClr val="tx1"/>
                        </a:buClr>
                        <a:buSzPct val="90000"/>
                        <a:defRPr kumimoji="1" sz="2400" kern="1200">
                          <a:solidFill>
                            <a:schemeClr val="tx1"/>
                          </a:solidFill>
                          <a:latin typeface="Times New Roman" panose="02020603050405020304" pitchFamily="18" charset="0"/>
                          <a:ea typeface="宋体" panose="02010600030101010101" pitchFamily="2" charset="-122"/>
                        </a:defRPr>
                      </a:lvl2pPr>
                      <a:lvl3pPr marL="1143000" indent="-228600" algn="l" defTabSz="914400" rtl="0" eaLnBrk="0" latinLnBrk="0" hangingPunct="0">
                        <a:spcBef>
                          <a:spcPct val="20000"/>
                        </a:spcBef>
                        <a:buClr>
                          <a:schemeClr val="accent1"/>
                        </a:buClr>
                        <a:buSzPct val="60000"/>
                        <a:buFont typeface="Wingdings" panose="05000000000000000000" pitchFamily="2" charset="2"/>
                        <a:defRPr kumimoji="1" sz="2000" kern="1200">
                          <a:solidFill>
                            <a:schemeClr val="tx1"/>
                          </a:solidFill>
                          <a:latin typeface="Times New Roman" panose="02020603050405020304" pitchFamily="18" charset="0"/>
                          <a:ea typeface="宋体" panose="02010600030101010101" pitchFamily="2" charset="-122"/>
                        </a:defRPr>
                      </a:lvl3pPr>
                      <a:lvl4pPr marL="1600200" indent="-228600" algn="l" defTabSz="914400" rtl="0" eaLnBrk="0" latinLnBrk="0" hangingPunct="0">
                        <a:spcBef>
                          <a:spcPct val="20000"/>
                        </a:spcBef>
                        <a:buClr>
                          <a:schemeClr val="tx1"/>
                        </a:buClr>
                        <a:defRPr kumimoji="1" sz="1800" kern="1200">
                          <a:solidFill>
                            <a:schemeClr val="tx1"/>
                          </a:solidFill>
                          <a:latin typeface="Times New Roman" panose="02020603050405020304" pitchFamily="18" charset="0"/>
                          <a:ea typeface="宋体" panose="02010600030101010101" pitchFamily="2" charset="-122"/>
                        </a:defRPr>
                      </a:lvl4pPr>
                      <a:lvl5pPr marL="2057400" indent="-228600" algn="l" defTabSz="914400" rtl="0" eaLnBrk="0" latinLnBrk="0" hangingPunct="0">
                        <a:spcBef>
                          <a:spcPct val="20000"/>
                        </a:spcBef>
                        <a:buClr>
                          <a:schemeClr val="accent1"/>
                        </a:buClr>
                        <a:defRPr kumimoji="1" sz="1800" kern="1200">
                          <a:solidFill>
                            <a:schemeClr val="tx1"/>
                          </a:solidFill>
                          <a:latin typeface="Times New Roman" panose="02020603050405020304"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实际输出</a:t>
                      </a:r>
                      <a:endParaRPr kumimoji="1"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5" marB="45715" horzOverflow="overflow">
                    <a:lnL w="12700" cap="flat" cmpd="sng" algn="ctr">
                      <a:solidFill>
                        <a:sysClr val="windowText" lastClr="000000"/>
                      </a:solidFill>
                      <a:prstDash val="solid"/>
                      <a:miter lim="800000"/>
                      <a:headEnd type="none" w="med" len="med"/>
                      <a:tailEnd type="none" w="med" len="med"/>
                    </a:lnL>
                    <a:lnR w="28575" cap="flat" cmpd="sng" algn="ctr">
                      <a:solidFill>
                        <a:sysClr val="windowText" lastClr="000000"/>
                      </a:solidFill>
                      <a:prstDash val="solid"/>
                      <a:miter lim="800000"/>
                      <a:headEnd type="none" w="med" len="med"/>
                      <a:tailEnd type="none" w="med" len="med"/>
                    </a:lnR>
                    <a:lnT w="28575" cap="flat" cmpd="sng" algn="ctr">
                      <a:solidFill>
                        <a:sysClr val="windowText" lastClr="000000"/>
                      </a:solidFill>
                      <a:prstDash val="solid"/>
                      <a:miter lim="800000"/>
                      <a:headEnd type="none" w="med" len="med"/>
                      <a:tailEnd type="none" w="med" len="med"/>
                    </a:lnT>
                    <a:lnB w="12700" cap="flat" cmpd="sng" algn="ctr">
                      <a:solidFill>
                        <a:sysClr val="windowText" lastClr="000000"/>
                      </a:solidFill>
                      <a:prstDash val="solid"/>
                      <a:miter lim="800000"/>
                      <a:headEnd type="none" w="med" len="med"/>
                      <a:tailEnd type="none" w="med" len="med"/>
                    </a:lnB>
                    <a:lnTlToBr>
                      <a:noFill/>
                    </a:lnTlToBr>
                    <a:lnBlToTr>
                      <a:noFill/>
                    </a:lnBlToTr>
                    <a:noFill/>
                  </a:tcPr>
                </a:tc>
              </a:tr>
              <a:tr h="657225">
                <a:tc>
                  <a:txBody>
                    <a:bodyPr/>
                    <a:lstStyle>
                      <a:lvl1pPr marL="0" algn="l" defTabSz="914400" rtl="0" eaLnBrk="0" latinLnBrk="0" hangingPunct="0">
                        <a:spcBef>
                          <a:spcPct val="20000"/>
                        </a:spcBef>
                        <a:buClr>
                          <a:schemeClr val="accent2"/>
                        </a:buClr>
                        <a:buSzPct val="80000"/>
                        <a:buFont typeface="Wingdings" panose="05000000000000000000" pitchFamily="2" charset="2"/>
                        <a:defRPr kumimoji="1" sz="2800" kern="1200">
                          <a:solidFill>
                            <a:schemeClr val="tx1"/>
                          </a:solidFill>
                          <a:latin typeface="Times New Roman" panose="02020603050405020304" pitchFamily="18" charset="0"/>
                          <a:ea typeface="宋体" panose="02010600030101010101" pitchFamily="2" charset="-122"/>
                        </a:defRPr>
                      </a:lvl1pPr>
                      <a:lvl2pPr marL="742950" indent="-285750" algn="l" defTabSz="914400" rtl="0" eaLnBrk="0" latinLnBrk="0" hangingPunct="0">
                        <a:spcBef>
                          <a:spcPct val="20000"/>
                        </a:spcBef>
                        <a:buClr>
                          <a:schemeClr val="tx1"/>
                        </a:buClr>
                        <a:buSzPct val="90000"/>
                        <a:defRPr kumimoji="1" sz="2400" kern="1200">
                          <a:solidFill>
                            <a:schemeClr val="tx1"/>
                          </a:solidFill>
                          <a:latin typeface="Times New Roman" panose="02020603050405020304" pitchFamily="18" charset="0"/>
                          <a:ea typeface="宋体" panose="02010600030101010101" pitchFamily="2" charset="-122"/>
                        </a:defRPr>
                      </a:lvl2pPr>
                      <a:lvl3pPr marL="1143000" indent="-228600" algn="l" defTabSz="914400" rtl="0" eaLnBrk="0" latinLnBrk="0" hangingPunct="0">
                        <a:spcBef>
                          <a:spcPct val="20000"/>
                        </a:spcBef>
                        <a:buClr>
                          <a:schemeClr val="accent1"/>
                        </a:buClr>
                        <a:buSzPct val="60000"/>
                        <a:buFont typeface="Wingdings" panose="05000000000000000000" pitchFamily="2" charset="2"/>
                        <a:defRPr kumimoji="1" sz="2000" kern="1200">
                          <a:solidFill>
                            <a:schemeClr val="tx1"/>
                          </a:solidFill>
                          <a:latin typeface="Times New Roman" panose="02020603050405020304" pitchFamily="18" charset="0"/>
                          <a:ea typeface="宋体" panose="02010600030101010101" pitchFamily="2" charset="-122"/>
                        </a:defRPr>
                      </a:lvl3pPr>
                      <a:lvl4pPr marL="1600200" indent="-228600" algn="l" defTabSz="914400" rtl="0" eaLnBrk="0" latinLnBrk="0" hangingPunct="0">
                        <a:spcBef>
                          <a:spcPct val="20000"/>
                        </a:spcBef>
                        <a:buClr>
                          <a:schemeClr val="tx1"/>
                        </a:buClr>
                        <a:defRPr kumimoji="1" sz="1800" kern="1200">
                          <a:solidFill>
                            <a:schemeClr val="tx1"/>
                          </a:solidFill>
                          <a:latin typeface="Times New Roman" panose="02020603050405020304" pitchFamily="18" charset="0"/>
                          <a:ea typeface="宋体" panose="02010600030101010101" pitchFamily="2" charset="-122"/>
                        </a:defRPr>
                      </a:lvl4pPr>
                      <a:lvl5pPr marL="2057400" indent="-228600" algn="l" defTabSz="914400" rtl="0" eaLnBrk="0" latinLnBrk="0" hangingPunct="0">
                        <a:spcBef>
                          <a:spcPct val="20000"/>
                        </a:spcBef>
                        <a:buClr>
                          <a:schemeClr val="accent1"/>
                        </a:buClr>
                        <a:defRPr kumimoji="1" sz="1800" kern="1200">
                          <a:solidFill>
                            <a:schemeClr val="tx1"/>
                          </a:solidFill>
                          <a:latin typeface="Times New Roman" panose="02020603050405020304"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5" marB="45715" horzOverflow="overflow">
                    <a:lnL w="28575" cap="flat" cmpd="sng" algn="ctr">
                      <a:solidFill>
                        <a:sysClr val="windowText" lastClr="000000"/>
                      </a:solidFill>
                      <a:prstDash val="solid"/>
                      <a:miter lim="800000"/>
                      <a:headEnd type="none" w="med" len="med"/>
                      <a:tailEnd type="none" w="med" len="med"/>
                    </a:lnL>
                    <a:lnR w="12700" cap="flat" cmpd="sng" algn="ctr">
                      <a:solidFill>
                        <a:sysClr val="windowText" lastClr="000000"/>
                      </a:solidFill>
                      <a:prstDash val="solid"/>
                      <a:miter lim="800000"/>
                      <a:headEnd type="none" w="med" len="med"/>
                      <a:tailEnd type="none" w="med" len="med"/>
                    </a:lnR>
                    <a:lnT w="12700" cap="flat" cmpd="sng" algn="ctr">
                      <a:solidFill>
                        <a:sysClr val="windowText" lastClr="000000"/>
                      </a:solidFill>
                      <a:prstDash val="solid"/>
                      <a:miter lim="800000"/>
                      <a:headEnd type="none" w="med" len="med"/>
                      <a:tailEnd type="none" w="med" len="med"/>
                    </a:lnT>
                    <a:lnB w="12700" cap="flat" cmpd="sng" algn="ctr">
                      <a:solidFill>
                        <a:sysClr val="windowText" lastClr="000000"/>
                      </a:solidFill>
                      <a:prstDash val="solid"/>
                      <a:miter lim="800000"/>
                      <a:headEnd type="none" w="med" len="med"/>
                      <a:tailEnd type="none" w="med" len="med"/>
                    </a:lnB>
                    <a:lnTlToBr>
                      <a:noFill/>
                    </a:lnTlToBr>
                    <a:lnBlToTr>
                      <a:noFill/>
                    </a:lnBlToTr>
                    <a:noFill/>
                  </a:tcPr>
                </a:tc>
                <a:tc>
                  <a:txBody>
                    <a:bodyPr/>
                    <a:lstStyle>
                      <a:lvl1pPr marL="0" algn="l" defTabSz="914400" rtl="0" eaLnBrk="0" latinLnBrk="0" hangingPunct="0">
                        <a:spcBef>
                          <a:spcPct val="20000"/>
                        </a:spcBef>
                        <a:buClr>
                          <a:schemeClr val="accent2"/>
                        </a:buClr>
                        <a:buSzPct val="80000"/>
                        <a:buFont typeface="Wingdings" panose="05000000000000000000" pitchFamily="2" charset="2"/>
                        <a:defRPr kumimoji="1" sz="2800" kern="1200">
                          <a:solidFill>
                            <a:schemeClr val="tx1"/>
                          </a:solidFill>
                          <a:latin typeface="Times New Roman" panose="02020603050405020304" pitchFamily="18" charset="0"/>
                          <a:ea typeface="宋体" panose="02010600030101010101" pitchFamily="2" charset="-122"/>
                        </a:defRPr>
                      </a:lvl1pPr>
                      <a:lvl2pPr marL="742950" indent="-285750" algn="l" defTabSz="914400" rtl="0" eaLnBrk="0" latinLnBrk="0" hangingPunct="0">
                        <a:spcBef>
                          <a:spcPct val="20000"/>
                        </a:spcBef>
                        <a:buClr>
                          <a:schemeClr val="tx1"/>
                        </a:buClr>
                        <a:buSzPct val="90000"/>
                        <a:defRPr kumimoji="1" sz="2400" kern="1200">
                          <a:solidFill>
                            <a:schemeClr val="tx1"/>
                          </a:solidFill>
                          <a:latin typeface="Times New Roman" panose="02020603050405020304" pitchFamily="18" charset="0"/>
                          <a:ea typeface="宋体" panose="02010600030101010101" pitchFamily="2" charset="-122"/>
                        </a:defRPr>
                      </a:lvl2pPr>
                      <a:lvl3pPr marL="1143000" indent="-228600" algn="l" defTabSz="914400" rtl="0" eaLnBrk="0" latinLnBrk="0" hangingPunct="0">
                        <a:spcBef>
                          <a:spcPct val="20000"/>
                        </a:spcBef>
                        <a:buClr>
                          <a:schemeClr val="accent1"/>
                        </a:buClr>
                        <a:buSzPct val="60000"/>
                        <a:buFont typeface="Wingdings" panose="05000000000000000000" pitchFamily="2" charset="2"/>
                        <a:defRPr kumimoji="1" sz="2000" kern="1200">
                          <a:solidFill>
                            <a:schemeClr val="tx1"/>
                          </a:solidFill>
                          <a:latin typeface="Times New Roman" panose="02020603050405020304" pitchFamily="18" charset="0"/>
                          <a:ea typeface="宋体" panose="02010600030101010101" pitchFamily="2" charset="-122"/>
                        </a:defRPr>
                      </a:lvl3pPr>
                      <a:lvl4pPr marL="1600200" indent="-228600" algn="l" defTabSz="914400" rtl="0" eaLnBrk="0" latinLnBrk="0" hangingPunct="0">
                        <a:spcBef>
                          <a:spcPct val="20000"/>
                        </a:spcBef>
                        <a:buClr>
                          <a:schemeClr val="tx1"/>
                        </a:buClr>
                        <a:defRPr kumimoji="1" sz="1800" kern="1200">
                          <a:solidFill>
                            <a:schemeClr val="tx1"/>
                          </a:solidFill>
                          <a:latin typeface="Times New Roman" panose="02020603050405020304" pitchFamily="18" charset="0"/>
                          <a:ea typeface="宋体" panose="02010600030101010101" pitchFamily="2" charset="-122"/>
                        </a:defRPr>
                      </a:lvl4pPr>
                      <a:lvl5pPr marL="2057400" indent="-228600" algn="l" defTabSz="914400" rtl="0" eaLnBrk="0" latinLnBrk="0" hangingPunct="0">
                        <a:spcBef>
                          <a:spcPct val="20000"/>
                        </a:spcBef>
                        <a:buClr>
                          <a:schemeClr val="accent1"/>
                        </a:buClr>
                        <a:defRPr kumimoji="1" sz="1800" kern="1200">
                          <a:solidFill>
                            <a:schemeClr val="tx1"/>
                          </a:solidFill>
                          <a:latin typeface="Times New Roman" panose="02020603050405020304"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1900,1,1</a:t>
                      </a:r>
                      <a:endPar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5" marB="45715" horzOverflow="overflow">
                    <a:lnL w="12700" cap="flat" cmpd="sng" algn="ctr">
                      <a:solidFill>
                        <a:sysClr val="windowText" lastClr="000000"/>
                      </a:solidFill>
                      <a:prstDash val="solid"/>
                      <a:miter lim="800000"/>
                      <a:headEnd type="none" w="med" len="med"/>
                      <a:tailEnd type="none" w="med" len="med"/>
                    </a:lnL>
                    <a:lnR w="12700" cap="flat" cmpd="sng" algn="ctr">
                      <a:solidFill>
                        <a:sysClr val="windowText" lastClr="000000"/>
                      </a:solidFill>
                      <a:prstDash val="solid"/>
                      <a:miter lim="800000"/>
                      <a:headEnd type="none" w="med" len="med"/>
                      <a:tailEnd type="none" w="med" len="med"/>
                    </a:lnR>
                    <a:lnT w="12700" cap="flat" cmpd="sng" algn="ctr">
                      <a:solidFill>
                        <a:sysClr val="windowText" lastClr="000000"/>
                      </a:solidFill>
                      <a:prstDash val="solid"/>
                      <a:miter lim="800000"/>
                      <a:headEnd type="none" w="med" len="med"/>
                      <a:tailEnd type="none" w="med" len="med"/>
                    </a:lnT>
                    <a:lnB w="12700" cap="flat" cmpd="sng" algn="ctr">
                      <a:solidFill>
                        <a:sysClr val="windowText" lastClr="000000"/>
                      </a:solidFill>
                      <a:prstDash val="solid"/>
                      <a:miter lim="800000"/>
                      <a:headEnd type="none" w="med" len="med"/>
                      <a:tailEnd type="none" w="med" len="med"/>
                    </a:lnB>
                    <a:lnTlToBr>
                      <a:noFill/>
                    </a:lnTlToBr>
                    <a:lnBlToTr>
                      <a:noFill/>
                    </a:lnBlToTr>
                    <a:noFill/>
                  </a:tcPr>
                </a:tc>
                <a:tc>
                  <a:txBody>
                    <a:bodyPr/>
                    <a:lstStyle>
                      <a:lvl1pPr marL="0" algn="l" defTabSz="914400" rtl="0" eaLnBrk="0" latinLnBrk="0" hangingPunct="0">
                        <a:spcBef>
                          <a:spcPct val="20000"/>
                        </a:spcBef>
                        <a:buClr>
                          <a:schemeClr val="accent2"/>
                        </a:buClr>
                        <a:buSzPct val="80000"/>
                        <a:buFont typeface="Wingdings" panose="05000000000000000000" pitchFamily="2" charset="2"/>
                        <a:defRPr kumimoji="1" sz="2800" kern="1200">
                          <a:solidFill>
                            <a:schemeClr val="tx1"/>
                          </a:solidFill>
                          <a:latin typeface="Times New Roman" panose="02020603050405020304" pitchFamily="18" charset="0"/>
                          <a:ea typeface="宋体" panose="02010600030101010101" pitchFamily="2" charset="-122"/>
                        </a:defRPr>
                      </a:lvl1pPr>
                      <a:lvl2pPr marL="742950" indent="-285750" algn="l" defTabSz="914400" rtl="0" eaLnBrk="0" latinLnBrk="0" hangingPunct="0">
                        <a:spcBef>
                          <a:spcPct val="20000"/>
                        </a:spcBef>
                        <a:buClr>
                          <a:schemeClr val="tx1"/>
                        </a:buClr>
                        <a:buSzPct val="90000"/>
                        <a:defRPr kumimoji="1" sz="2400" kern="1200">
                          <a:solidFill>
                            <a:schemeClr val="tx1"/>
                          </a:solidFill>
                          <a:latin typeface="Times New Roman" panose="02020603050405020304" pitchFamily="18" charset="0"/>
                          <a:ea typeface="宋体" panose="02010600030101010101" pitchFamily="2" charset="-122"/>
                        </a:defRPr>
                      </a:lvl2pPr>
                      <a:lvl3pPr marL="1143000" indent="-228600" algn="l" defTabSz="914400" rtl="0" eaLnBrk="0" latinLnBrk="0" hangingPunct="0">
                        <a:spcBef>
                          <a:spcPct val="20000"/>
                        </a:spcBef>
                        <a:buClr>
                          <a:schemeClr val="accent1"/>
                        </a:buClr>
                        <a:buSzPct val="60000"/>
                        <a:buFont typeface="Wingdings" panose="05000000000000000000" pitchFamily="2" charset="2"/>
                        <a:defRPr kumimoji="1" sz="2000" kern="1200">
                          <a:solidFill>
                            <a:schemeClr val="tx1"/>
                          </a:solidFill>
                          <a:latin typeface="Times New Roman" panose="02020603050405020304" pitchFamily="18" charset="0"/>
                          <a:ea typeface="宋体" panose="02010600030101010101" pitchFamily="2" charset="-122"/>
                        </a:defRPr>
                      </a:lvl3pPr>
                      <a:lvl4pPr marL="1600200" indent="-228600" algn="l" defTabSz="914400" rtl="0" eaLnBrk="0" latinLnBrk="0" hangingPunct="0">
                        <a:spcBef>
                          <a:spcPct val="20000"/>
                        </a:spcBef>
                        <a:buClr>
                          <a:schemeClr val="tx1"/>
                        </a:buClr>
                        <a:defRPr kumimoji="1" sz="1800" kern="1200">
                          <a:solidFill>
                            <a:schemeClr val="tx1"/>
                          </a:solidFill>
                          <a:latin typeface="Times New Roman" panose="02020603050405020304" pitchFamily="18" charset="0"/>
                          <a:ea typeface="宋体" panose="02010600030101010101" pitchFamily="2" charset="-122"/>
                        </a:defRPr>
                      </a:lvl4pPr>
                      <a:lvl5pPr marL="2057400" indent="-228600" algn="l" defTabSz="914400" rtl="0" eaLnBrk="0" latinLnBrk="0" hangingPunct="0">
                        <a:spcBef>
                          <a:spcPct val="20000"/>
                        </a:spcBef>
                        <a:buClr>
                          <a:schemeClr val="accent1"/>
                        </a:buClr>
                        <a:defRPr kumimoji="1" sz="1800" kern="1200">
                          <a:solidFill>
                            <a:schemeClr val="tx1"/>
                          </a:solidFill>
                          <a:latin typeface="Times New Roman" panose="02020603050405020304"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It is the 1th day</a:t>
                      </a: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5" marB="45715" horzOverflow="overflow">
                    <a:lnL w="12700" cap="flat" cmpd="sng" algn="ctr">
                      <a:solidFill>
                        <a:sysClr val="windowText" lastClr="000000"/>
                      </a:solidFill>
                      <a:prstDash val="solid"/>
                      <a:miter lim="800000"/>
                      <a:headEnd type="none" w="med" len="med"/>
                      <a:tailEnd type="none" w="med" len="med"/>
                    </a:lnL>
                    <a:lnR w="12700" cap="flat" cmpd="sng" algn="ctr">
                      <a:solidFill>
                        <a:sysClr val="windowText" lastClr="000000"/>
                      </a:solidFill>
                      <a:prstDash val="solid"/>
                      <a:miter lim="800000"/>
                      <a:headEnd type="none" w="med" len="med"/>
                      <a:tailEnd type="none" w="med" len="med"/>
                    </a:lnR>
                    <a:lnT w="12700" cap="flat" cmpd="sng" algn="ctr">
                      <a:solidFill>
                        <a:sysClr val="windowText" lastClr="000000"/>
                      </a:solidFill>
                      <a:prstDash val="solid"/>
                      <a:miter lim="800000"/>
                      <a:headEnd type="none" w="med" len="med"/>
                      <a:tailEnd type="none" w="med" len="med"/>
                    </a:lnT>
                    <a:lnB w="12700" cap="flat" cmpd="sng" algn="ctr">
                      <a:solidFill>
                        <a:sysClr val="windowText" lastClr="000000"/>
                      </a:solidFill>
                      <a:prstDash val="solid"/>
                      <a:miter lim="800000"/>
                      <a:headEnd type="none" w="med" len="med"/>
                      <a:tailEnd type="none" w="med" len="med"/>
                    </a:lnB>
                    <a:lnTlToBr>
                      <a:noFill/>
                    </a:lnTlToBr>
                    <a:lnBlToTr>
                      <a:noFill/>
                    </a:lnBlToTr>
                    <a:noFill/>
                  </a:tcPr>
                </a:tc>
                <a:tc>
                  <a:txBody>
                    <a:bodyPr/>
                    <a:lstStyle>
                      <a:lvl1pPr marL="0" algn="l" defTabSz="914400" rtl="0" eaLnBrk="0" latinLnBrk="0" hangingPunct="0">
                        <a:spcBef>
                          <a:spcPct val="20000"/>
                        </a:spcBef>
                        <a:buClr>
                          <a:schemeClr val="accent2"/>
                        </a:buClr>
                        <a:buSzPct val="80000"/>
                        <a:buFont typeface="Wingdings" panose="05000000000000000000" pitchFamily="2" charset="2"/>
                        <a:defRPr kumimoji="1" sz="2800" kern="1200">
                          <a:solidFill>
                            <a:schemeClr val="tx1"/>
                          </a:solidFill>
                          <a:latin typeface="Times New Roman" panose="02020603050405020304" pitchFamily="18" charset="0"/>
                          <a:ea typeface="宋体" panose="02010600030101010101" pitchFamily="2" charset="-122"/>
                        </a:defRPr>
                      </a:lvl1pPr>
                      <a:lvl2pPr marL="742950" indent="-285750" algn="l" defTabSz="914400" rtl="0" eaLnBrk="0" latinLnBrk="0" hangingPunct="0">
                        <a:spcBef>
                          <a:spcPct val="20000"/>
                        </a:spcBef>
                        <a:buClr>
                          <a:schemeClr val="tx1"/>
                        </a:buClr>
                        <a:buSzPct val="90000"/>
                        <a:defRPr kumimoji="1" sz="2400" kern="1200">
                          <a:solidFill>
                            <a:schemeClr val="tx1"/>
                          </a:solidFill>
                          <a:latin typeface="Times New Roman" panose="02020603050405020304" pitchFamily="18" charset="0"/>
                          <a:ea typeface="宋体" panose="02010600030101010101" pitchFamily="2" charset="-122"/>
                        </a:defRPr>
                      </a:lvl2pPr>
                      <a:lvl3pPr marL="1143000" indent="-228600" algn="l" defTabSz="914400" rtl="0" eaLnBrk="0" latinLnBrk="0" hangingPunct="0">
                        <a:spcBef>
                          <a:spcPct val="20000"/>
                        </a:spcBef>
                        <a:buClr>
                          <a:schemeClr val="accent1"/>
                        </a:buClr>
                        <a:buSzPct val="60000"/>
                        <a:buFont typeface="Wingdings" panose="05000000000000000000" pitchFamily="2" charset="2"/>
                        <a:defRPr kumimoji="1" sz="2000" kern="1200">
                          <a:solidFill>
                            <a:schemeClr val="tx1"/>
                          </a:solidFill>
                          <a:latin typeface="Times New Roman" panose="02020603050405020304" pitchFamily="18" charset="0"/>
                          <a:ea typeface="宋体" panose="02010600030101010101" pitchFamily="2" charset="-122"/>
                        </a:defRPr>
                      </a:lvl3pPr>
                      <a:lvl4pPr marL="1600200" indent="-228600" algn="l" defTabSz="914400" rtl="0" eaLnBrk="0" latinLnBrk="0" hangingPunct="0">
                        <a:spcBef>
                          <a:spcPct val="20000"/>
                        </a:spcBef>
                        <a:buClr>
                          <a:schemeClr val="tx1"/>
                        </a:buClr>
                        <a:defRPr kumimoji="1" sz="1800" kern="1200">
                          <a:solidFill>
                            <a:schemeClr val="tx1"/>
                          </a:solidFill>
                          <a:latin typeface="Times New Roman" panose="02020603050405020304" pitchFamily="18" charset="0"/>
                          <a:ea typeface="宋体" panose="02010600030101010101" pitchFamily="2" charset="-122"/>
                        </a:defRPr>
                      </a:lvl4pPr>
                      <a:lvl5pPr marL="2057400" indent="-228600" algn="l" defTabSz="914400" rtl="0" eaLnBrk="0" latinLnBrk="0" hangingPunct="0">
                        <a:spcBef>
                          <a:spcPct val="20000"/>
                        </a:spcBef>
                        <a:buClr>
                          <a:schemeClr val="accent1"/>
                        </a:buClr>
                        <a:defRPr kumimoji="1" sz="1800" kern="1200">
                          <a:solidFill>
                            <a:schemeClr val="tx1"/>
                          </a:solidFill>
                          <a:latin typeface="Times New Roman" panose="02020603050405020304"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2400" b="0" i="0" u="none" strike="noStrike" cap="none" normalizeH="0" baseline="0">
                          <a:ln>
                            <a:noFill/>
                          </a:ln>
                          <a:solidFill>
                            <a:srgbClr val="FF33CC"/>
                          </a:solidFill>
                          <a:effectLst/>
                          <a:latin typeface="Times New Roman" panose="02020603050405020304" pitchFamily="18" charset="0"/>
                          <a:ea typeface="宋体" panose="02010600030101010101" pitchFamily="2" charset="-122"/>
                        </a:rPr>
                        <a:t>It is the 1th day</a:t>
                      </a:r>
                      <a:endParaRPr kumimoji="1" lang="zh-CN" altLang="en-US" sz="2400" b="0" i="0" u="none" strike="noStrike" cap="none" normalizeH="0" baseline="0">
                        <a:ln>
                          <a:noFill/>
                        </a:ln>
                        <a:solidFill>
                          <a:srgbClr val="FF33CC"/>
                        </a:solidFill>
                        <a:effectLst/>
                        <a:latin typeface="Times New Roman" panose="02020603050405020304" pitchFamily="18" charset="0"/>
                        <a:ea typeface="宋体" panose="02010600030101010101" pitchFamily="2" charset="-122"/>
                      </a:endParaRPr>
                    </a:p>
                  </a:txBody>
                  <a:tcPr marT="45715" marB="45715" horzOverflow="overflow">
                    <a:lnL w="12700" cap="flat" cmpd="sng" algn="ctr">
                      <a:solidFill>
                        <a:sysClr val="windowText" lastClr="000000"/>
                      </a:solidFill>
                      <a:prstDash val="solid"/>
                      <a:miter lim="800000"/>
                      <a:headEnd type="none" w="med" len="med"/>
                      <a:tailEnd type="none" w="med" len="med"/>
                    </a:lnL>
                    <a:lnR w="28575" cap="flat" cmpd="sng" algn="ctr">
                      <a:solidFill>
                        <a:sysClr val="windowText" lastClr="000000"/>
                      </a:solidFill>
                      <a:prstDash val="solid"/>
                      <a:miter lim="800000"/>
                      <a:headEnd type="none" w="med" len="med"/>
                      <a:tailEnd type="none" w="med" len="med"/>
                    </a:lnR>
                    <a:lnT w="12700" cap="flat" cmpd="sng" algn="ctr">
                      <a:solidFill>
                        <a:sysClr val="windowText" lastClr="000000"/>
                      </a:solidFill>
                      <a:prstDash val="solid"/>
                      <a:miter lim="800000"/>
                      <a:headEnd type="none" w="med" len="med"/>
                      <a:tailEnd type="none" w="med" len="med"/>
                    </a:lnT>
                    <a:lnB w="12700" cap="flat" cmpd="sng" algn="ctr">
                      <a:solidFill>
                        <a:sysClr val="windowText" lastClr="000000"/>
                      </a:solidFill>
                      <a:prstDash val="solid"/>
                      <a:miter lim="800000"/>
                      <a:headEnd type="none" w="med" len="med"/>
                      <a:tailEnd type="none" w="med" len="med"/>
                    </a:lnB>
                    <a:lnTlToBr>
                      <a:noFill/>
                    </a:lnTlToBr>
                    <a:lnBlToTr>
                      <a:noFill/>
                    </a:lnBlToTr>
                    <a:noFill/>
                  </a:tcPr>
                </a:tc>
              </a:tr>
              <a:tr h="657225">
                <a:tc>
                  <a:txBody>
                    <a:bodyPr/>
                    <a:lstStyle>
                      <a:lvl1pPr marL="0" algn="l" defTabSz="914400" rtl="0" eaLnBrk="0" latinLnBrk="0" hangingPunct="0">
                        <a:spcBef>
                          <a:spcPct val="20000"/>
                        </a:spcBef>
                        <a:buClr>
                          <a:schemeClr val="accent2"/>
                        </a:buClr>
                        <a:buSzPct val="80000"/>
                        <a:buFont typeface="Wingdings" panose="05000000000000000000" pitchFamily="2" charset="2"/>
                        <a:defRPr kumimoji="1" sz="2800" kern="1200">
                          <a:solidFill>
                            <a:schemeClr val="tx1"/>
                          </a:solidFill>
                          <a:latin typeface="Times New Roman" panose="02020603050405020304" pitchFamily="18" charset="0"/>
                          <a:ea typeface="宋体" panose="02010600030101010101" pitchFamily="2" charset="-122"/>
                        </a:defRPr>
                      </a:lvl1pPr>
                      <a:lvl2pPr marL="742950" indent="-285750" algn="l" defTabSz="914400" rtl="0" eaLnBrk="0" latinLnBrk="0" hangingPunct="0">
                        <a:spcBef>
                          <a:spcPct val="20000"/>
                        </a:spcBef>
                        <a:buClr>
                          <a:schemeClr val="tx1"/>
                        </a:buClr>
                        <a:buSzPct val="90000"/>
                        <a:defRPr kumimoji="1" sz="2400" kern="1200">
                          <a:solidFill>
                            <a:schemeClr val="tx1"/>
                          </a:solidFill>
                          <a:latin typeface="Times New Roman" panose="02020603050405020304" pitchFamily="18" charset="0"/>
                          <a:ea typeface="宋体" panose="02010600030101010101" pitchFamily="2" charset="-122"/>
                        </a:defRPr>
                      </a:lvl2pPr>
                      <a:lvl3pPr marL="1143000" indent="-228600" algn="l" defTabSz="914400" rtl="0" eaLnBrk="0" latinLnBrk="0" hangingPunct="0">
                        <a:spcBef>
                          <a:spcPct val="20000"/>
                        </a:spcBef>
                        <a:buClr>
                          <a:schemeClr val="accent1"/>
                        </a:buClr>
                        <a:buSzPct val="60000"/>
                        <a:buFont typeface="Wingdings" panose="05000000000000000000" pitchFamily="2" charset="2"/>
                        <a:defRPr kumimoji="1" sz="2000" kern="1200">
                          <a:solidFill>
                            <a:schemeClr val="tx1"/>
                          </a:solidFill>
                          <a:latin typeface="Times New Roman" panose="02020603050405020304" pitchFamily="18" charset="0"/>
                          <a:ea typeface="宋体" panose="02010600030101010101" pitchFamily="2" charset="-122"/>
                        </a:defRPr>
                      </a:lvl3pPr>
                      <a:lvl4pPr marL="1600200" indent="-228600" algn="l" defTabSz="914400" rtl="0" eaLnBrk="0" latinLnBrk="0" hangingPunct="0">
                        <a:spcBef>
                          <a:spcPct val="20000"/>
                        </a:spcBef>
                        <a:buClr>
                          <a:schemeClr val="tx1"/>
                        </a:buClr>
                        <a:defRPr kumimoji="1" sz="1800" kern="1200">
                          <a:solidFill>
                            <a:schemeClr val="tx1"/>
                          </a:solidFill>
                          <a:latin typeface="Times New Roman" panose="02020603050405020304" pitchFamily="18" charset="0"/>
                          <a:ea typeface="宋体" panose="02010600030101010101" pitchFamily="2" charset="-122"/>
                        </a:defRPr>
                      </a:lvl4pPr>
                      <a:lvl5pPr marL="2057400" indent="-228600" algn="l" defTabSz="914400" rtl="0" eaLnBrk="0" latinLnBrk="0" hangingPunct="0">
                        <a:spcBef>
                          <a:spcPct val="20000"/>
                        </a:spcBef>
                        <a:buClr>
                          <a:schemeClr val="accent1"/>
                        </a:buClr>
                        <a:defRPr kumimoji="1" sz="1800" kern="1200">
                          <a:solidFill>
                            <a:schemeClr val="tx1"/>
                          </a:solidFill>
                          <a:latin typeface="Times New Roman" panose="02020603050405020304"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endPar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5" marB="45715" horzOverflow="overflow">
                    <a:lnL w="28575" cap="flat" cmpd="sng" algn="ctr">
                      <a:solidFill>
                        <a:sysClr val="windowText" lastClr="000000"/>
                      </a:solidFill>
                      <a:prstDash val="solid"/>
                      <a:miter lim="800000"/>
                      <a:headEnd type="none" w="med" len="med"/>
                      <a:tailEnd type="none" w="med" len="med"/>
                    </a:lnL>
                    <a:lnR w="12700" cap="flat" cmpd="sng" algn="ctr">
                      <a:solidFill>
                        <a:sysClr val="windowText" lastClr="000000"/>
                      </a:solidFill>
                      <a:prstDash val="solid"/>
                      <a:miter lim="800000"/>
                      <a:headEnd type="none" w="med" len="med"/>
                      <a:tailEnd type="none" w="med" len="med"/>
                    </a:lnR>
                    <a:lnT w="12700" cap="flat" cmpd="sng" algn="ctr">
                      <a:solidFill>
                        <a:sysClr val="windowText" lastClr="000000"/>
                      </a:solidFill>
                      <a:prstDash val="solid"/>
                      <a:miter lim="800000"/>
                      <a:headEnd type="none" w="med" len="med"/>
                      <a:tailEnd type="none" w="med" len="med"/>
                    </a:lnT>
                    <a:lnB w="12700" cap="flat" cmpd="sng" algn="ctr">
                      <a:solidFill>
                        <a:sysClr val="windowText" lastClr="000000"/>
                      </a:solidFill>
                      <a:prstDash val="solid"/>
                      <a:miter lim="800000"/>
                      <a:headEnd type="none" w="med" len="med"/>
                      <a:tailEnd type="none" w="med" len="med"/>
                    </a:lnB>
                    <a:lnTlToBr>
                      <a:noFill/>
                    </a:lnTlToBr>
                    <a:lnBlToTr>
                      <a:noFill/>
                    </a:lnBlToTr>
                    <a:noFill/>
                  </a:tcPr>
                </a:tc>
                <a:tc>
                  <a:txBody>
                    <a:bodyPr/>
                    <a:lstStyle>
                      <a:lvl1pPr marL="0" algn="l" defTabSz="914400" rtl="0" eaLnBrk="0" latinLnBrk="0" hangingPunct="0">
                        <a:spcBef>
                          <a:spcPct val="20000"/>
                        </a:spcBef>
                        <a:buClr>
                          <a:schemeClr val="accent2"/>
                        </a:buClr>
                        <a:buSzPct val="80000"/>
                        <a:buFont typeface="Wingdings" panose="05000000000000000000" pitchFamily="2" charset="2"/>
                        <a:defRPr kumimoji="1" sz="2800" kern="1200">
                          <a:solidFill>
                            <a:schemeClr val="tx1"/>
                          </a:solidFill>
                          <a:latin typeface="Times New Roman" panose="02020603050405020304" pitchFamily="18" charset="0"/>
                          <a:ea typeface="宋体" panose="02010600030101010101" pitchFamily="2" charset="-122"/>
                        </a:defRPr>
                      </a:lvl1pPr>
                      <a:lvl2pPr marL="742950" indent="-285750" algn="l" defTabSz="914400" rtl="0" eaLnBrk="0" latinLnBrk="0" hangingPunct="0">
                        <a:spcBef>
                          <a:spcPct val="20000"/>
                        </a:spcBef>
                        <a:buClr>
                          <a:schemeClr val="tx1"/>
                        </a:buClr>
                        <a:buSzPct val="90000"/>
                        <a:defRPr kumimoji="1" sz="2400" kern="1200">
                          <a:solidFill>
                            <a:schemeClr val="tx1"/>
                          </a:solidFill>
                          <a:latin typeface="Times New Roman" panose="02020603050405020304" pitchFamily="18" charset="0"/>
                          <a:ea typeface="宋体" panose="02010600030101010101" pitchFamily="2" charset="-122"/>
                        </a:defRPr>
                      </a:lvl2pPr>
                      <a:lvl3pPr marL="1143000" indent="-228600" algn="l" defTabSz="914400" rtl="0" eaLnBrk="0" latinLnBrk="0" hangingPunct="0">
                        <a:spcBef>
                          <a:spcPct val="20000"/>
                        </a:spcBef>
                        <a:buClr>
                          <a:schemeClr val="accent1"/>
                        </a:buClr>
                        <a:buSzPct val="60000"/>
                        <a:buFont typeface="Wingdings" panose="05000000000000000000" pitchFamily="2" charset="2"/>
                        <a:defRPr kumimoji="1" sz="2000" kern="1200">
                          <a:solidFill>
                            <a:schemeClr val="tx1"/>
                          </a:solidFill>
                          <a:latin typeface="Times New Roman" panose="02020603050405020304" pitchFamily="18" charset="0"/>
                          <a:ea typeface="宋体" panose="02010600030101010101" pitchFamily="2" charset="-122"/>
                        </a:defRPr>
                      </a:lvl3pPr>
                      <a:lvl4pPr marL="1600200" indent="-228600" algn="l" defTabSz="914400" rtl="0" eaLnBrk="0" latinLnBrk="0" hangingPunct="0">
                        <a:spcBef>
                          <a:spcPct val="20000"/>
                        </a:spcBef>
                        <a:buClr>
                          <a:schemeClr val="tx1"/>
                        </a:buClr>
                        <a:defRPr kumimoji="1" sz="1800" kern="1200">
                          <a:solidFill>
                            <a:schemeClr val="tx1"/>
                          </a:solidFill>
                          <a:latin typeface="Times New Roman" panose="02020603050405020304" pitchFamily="18" charset="0"/>
                          <a:ea typeface="宋体" panose="02010600030101010101" pitchFamily="2" charset="-122"/>
                        </a:defRPr>
                      </a:lvl4pPr>
                      <a:lvl5pPr marL="2057400" indent="-228600" algn="l" defTabSz="914400" rtl="0" eaLnBrk="0" latinLnBrk="0" hangingPunct="0">
                        <a:spcBef>
                          <a:spcPct val="20000"/>
                        </a:spcBef>
                        <a:buClr>
                          <a:schemeClr val="accent1"/>
                        </a:buClr>
                        <a:defRPr kumimoji="1" sz="1800" kern="1200">
                          <a:solidFill>
                            <a:schemeClr val="tx1"/>
                          </a:solidFill>
                          <a:latin typeface="Times New Roman" panose="02020603050405020304"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1899,0,0</a:t>
                      </a:r>
                      <a:endPar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5" marB="45715" horzOverflow="overflow">
                    <a:lnL w="12700" cap="flat" cmpd="sng" algn="ctr">
                      <a:solidFill>
                        <a:sysClr val="windowText" lastClr="000000"/>
                      </a:solidFill>
                      <a:prstDash val="solid"/>
                      <a:miter lim="800000"/>
                      <a:headEnd type="none" w="med" len="med"/>
                      <a:tailEnd type="none" w="med" len="med"/>
                    </a:lnL>
                    <a:lnR w="12700" cap="flat" cmpd="sng" algn="ctr">
                      <a:solidFill>
                        <a:sysClr val="windowText" lastClr="000000"/>
                      </a:solidFill>
                      <a:prstDash val="solid"/>
                      <a:miter lim="800000"/>
                      <a:headEnd type="none" w="med" len="med"/>
                      <a:tailEnd type="none" w="med" len="med"/>
                    </a:lnR>
                    <a:lnT w="12700" cap="flat" cmpd="sng" algn="ctr">
                      <a:solidFill>
                        <a:sysClr val="windowText" lastClr="000000"/>
                      </a:solidFill>
                      <a:prstDash val="solid"/>
                      <a:miter lim="800000"/>
                      <a:headEnd type="none" w="med" len="med"/>
                      <a:tailEnd type="none" w="med" len="med"/>
                    </a:lnT>
                    <a:lnB w="12700" cap="flat" cmpd="sng" algn="ctr">
                      <a:solidFill>
                        <a:sysClr val="windowText" lastClr="000000"/>
                      </a:solidFill>
                      <a:prstDash val="solid"/>
                      <a:miter lim="800000"/>
                      <a:headEnd type="none" w="med" len="med"/>
                      <a:tailEnd type="none" w="med" len="med"/>
                    </a:lnB>
                    <a:lnTlToBr>
                      <a:noFill/>
                    </a:lnTlToBr>
                    <a:lnBlToTr>
                      <a:noFill/>
                    </a:lnBlToTr>
                    <a:noFill/>
                  </a:tcPr>
                </a:tc>
                <a:tc>
                  <a:txBody>
                    <a:bodyPr/>
                    <a:lstStyle>
                      <a:lvl1pPr marL="0" algn="l" defTabSz="914400" rtl="0" eaLnBrk="0" latinLnBrk="0" hangingPunct="0">
                        <a:spcBef>
                          <a:spcPct val="20000"/>
                        </a:spcBef>
                        <a:buClr>
                          <a:schemeClr val="accent2"/>
                        </a:buClr>
                        <a:buSzPct val="80000"/>
                        <a:buFont typeface="Wingdings" panose="05000000000000000000" pitchFamily="2" charset="2"/>
                        <a:defRPr kumimoji="1" sz="2800" kern="1200">
                          <a:solidFill>
                            <a:schemeClr val="tx1"/>
                          </a:solidFill>
                          <a:latin typeface="Times New Roman" panose="02020603050405020304" pitchFamily="18" charset="0"/>
                          <a:ea typeface="宋体" panose="02010600030101010101" pitchFamily="2" charset="-122"/>
                        </a:defRPr>
                      </a:lvl1pPr>
                      <a:lvl2pPr marL="742950" indent="-285750" algn="l" defTabSz="914400" rtl="0" eaLnBrk="0" latinLnBrk="0" hangingPunct="0">
                        <a:spcBef>
                          <a:spcPct val="20000"/>
                        </a:spcBef>
                        <a:buClr>
                          <a:schemeClr val="tx1"/>
                        </a:buClr>
                        <a:buSzPct val="90000"/>
                        <a:defRPr kumimoji="1" sz="2400" kern="1200">
                          <a:solidFill>
                            <a:schemeClr val="tx1"/>
                          </a:solidFill>
                          <a:latin typeface="Times New Roman" panose="02020603050405020304" pitchFamily="18" charset="0"/>
                          <a:ea typeface="宋体" panose="02010600030101010101" pitchFamily="2" charset="-122"/>
                        </a:defRPr>
                      </a:lvl2pPr>
                      <a:lvl3pPr marL="1143000" indent="-228600" algn="l" defTabSz="914400" rtl="0" eaLnBrk="0" latinLnBrk="0" hangingPunct="0">
                        <a:spcBef>
                          <a:spcPct val="20000"/>
                        </a:spcBef>
                        <a:buClr>
                          <a:schemeClr val="accent1"/>
                        </a:buClr>
                        <a:buSzPct val="60000"/>
                        <a:buFont typeface="Wingdings" panose="05000000000000000000" pitchFamily="2" charset="2"/>
                        <a:defRPr kumimoji="1" sz="2000" kern="1200">
                          <a:solidFill>
                            <a:schemeClr val="tx1"/>
                          </a:solidFill>
                          <a:latin typeface="Times New Roman" panose="02020603050405020304" pitchFamily="18" charset="0"/>
                          <a:ea typeface="宋体" panose="02010600030101010101" pitchFamily="2" charset="-122"/>
                        </a:defRPr>
                      </a:lvl3pPr>
                      <a:lvl4pPr marL="1600200" indent="-228600" algn="l" defTabSz="914400" rtl="0" eaLnBrk="0" latinLnBrk="0" hangingPunct="0">
                        <a:spcBef>
                          <a:spcPct val="20000"/>
                        </a:spcBef>
                        <a:buClr>
                          <a:schemeClr val="tx1"/>
                        </a:buClr>
                        <a:defRPr kumimoji="1" sz="1800" kern="1200">
                          <a:solidFill>
                            <a:schemeClr val="tx1"/>
                          </a:solidFill>
                          <a:latin typeface="Times New Roman" panose="02020603050405020304" pitchFamily="18" charset="0"/>
                          <a:ea typeface="宋体" panose="02010600030101010101" pitchFamily="2" charset="-122"/>
                        </a:defRPr>
                      </a:lvl4pPr>
                      <a:lvl5pPr marL="2057400" indent="-228600" algn="l" defTabSz="914400" rtl="0" eaLnBrk="0" latinLnBrk="0" hangingPunct="0">
                        <a:spcBef>
                          <a:spcPct val="20000"/>
                        </a:spcBef>
                        <a:buClr>
                          <a:schemeClr val="accent1"/>
                        </a:buClr>
                        <a:defRPr kumimoji="1" sz="1800" kern="1200">
                          <a:solidFill>
                            <a:schemeClr val="tx1"/>
                          </a:solidFill>
                          <a:latin typeface="Times New Roman" panose="02020603050405020304"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dataerror</a:t>
                      </a: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5" marB="45715" horzOverflow="overflow">
                    <a:lnL w="12700" cap="flat" cmpd="sng" algn="ctr">
                      <a:solidFill>
                        <a:sysClr val="windowText" lastClr="000000"/>
                      </a:solidFill>
                      <a:prstDash val="solid"/>
                      <a:miter lim="800000"/>
                      <a:headEnd type="none" w="med" len="med"/>
                      <a:tailEnd type="none" w="med" len="med"/>
                    </a:lnL>
                    <a:lnR w="12700" cap="flat" cmpd="sng" algn="ctr">
                      <a:solidFill>
                        <a:sysClr val="windowText" lastClr="000000"/>
                      </a:solidFill>
                      <a:prstDash val="solid"/>
                      <a:miter lim="800000"/>
                      <a:headEnd type="none" w="med" len="med"/>
                      <a:tailEnd type="none" w="med" len="med"/>
                    </a:lnR>
                    <a:lnT w="12700" cap="flat" cmpd="sng" algn="ctr">
                      <a:solidFill>
                        <a:sysClr val="windowText" lastClr="000000"/>
                      </a:solidFill>
                      <a:prstDash val="solid"/>
                      <a:miter lim="800000"/>
                      <a:headEnd type="none" w="med" len="med"/>
                      <a:tailEnd type="none" w="med" len="med"/>
                    </a:lnT>
                    <a:lnB w="12700" cap="flat" cmpd="sng" algn="ctr">
                      <a:solidFill>
                        <a:sysClr val="windowText" lastClr="000000"/>
                      </a:solidFill>
                      <a:prstDash val="solid"/>
                      <a:miter lim="800000"/>
                      <a:headEnd type="none" w="med" len="med"/>
                      <a:tailEnd type="none" w="med" len="med"/>
                    </a:lnB>
                    <a:lnTlToBr>
                      <a:noFill/>
                    </a:lnTlToBr>
                    <a:lnBlToTr>
                      <a:noFill/>
                    </a:lnBlToTr>
                    <a:noFill/>
                  </a:tcPr>
                </a:tc>
                <a:tc>
                  <a:txBody>
                    <a:bodyPr/>
                    <a:lstStyle>
                      <a:lvl1pPr marL="0" algn="l" defTabSz="914400" rtl="0" eaLnBrk="0" latinLnBrk="0" hangingPunct="0">
                        <a:spcBef>
                          <a:spcPct val="20000"/>
                        </a:spcBef>
                        <a:buClr>
                          <a:schemeClr val="accent2"/>
                        </a:buClr>
                        <a:buSzPct val="80000"/>
                        <a:buFont typeface="Wingdings" panose="05000000000000000000" pitchFamily="2" charset="2"/>
                        <a:defRPr kumimoji="1" sz="2800" kern="1200">
                          <a:solidFill>
                            <a:schemeClr val="tx1"/>
                          </a:solidFill>
                          <a:latin typeface="Times New Roman" panose="02020603050405020304" pitchFamily="18" charset="0"/>
                          <a:ea typeface="宋体" panose="02010600030101010101" pitchFamily="2" charset="-122"/>
                        </a:defRPr>
                      </a:lvl1pPr>
                      <a:lvl2pPr marL="742950" indent="-285750" algn="l" defTabSz="914400" rtl="0" eaLnBrk="0" latinLnBrk="0" hangingPunct="0">
                        <a:spcBef>
                          <a:spcPct val="20000"/>
                        </a:spcBef>
                        <a:buClr>
                          <a:schemeClr val="tx1"/>
                        </a:buClr>
                        <a:buSzPct val="90000"/>
                        <a:defRPr kumimoji="1" sz="2400" kern="1200">
                          <a:solidFill>
                            <a:schemeClr val="tx1"/>
                          </a:solidFill>
                          <a:latin typeface="Times New Roman" panose="02020603050405020304" pitchFamily="18" charset="0"/>
                          <a:ea typeface="宋体" panose="02010600030101010101" pitchFamily="2" charset="-122"/>
                        </a:defRPr>
                      </a:lvl2pPr>
                      <a:lvl3pPr marL="1143000" indent="-228600" algn="l" defTabSz="914400" rtl="0" eaLnBrk="0" latinLnBrk="0" hangingPunct="0">
                        <a:spcBef>
                          <a:spcPct val="20000"/>
                        </a:spcBef>
                        <a:buClr>
                          <a:schemeClr val="accent1"/>
                        </a:buClr>
                        <a:buSzPct val="60000"/>
                        <a:buFont typeface="Wingdings" panose="05000000000000000000" pitchFamily="2" charset="2"/>
                        <a:defRPr kumimoji="1" sz="2000" kern="1200">
                          <a:solidFill>
                            <a:schemeClr val="tx1"/>
                          </a:solidFill>
                          <a:latin typeface="Times New Roman" panose="02020603050405020304" pitchFamily="18" charset="0"/>
                          <a:ea typeface="宋体" panose="02010600030101010101" pitchFamily="2" charset="-122"/>
                        </a:defRPr>
                      </a:lvl3pPr>
                      <a:lvl4pPr marL="1600200" indent="-228600" algn="l" defTabSz="914400" rtl="0" eaLnBrk="0" latinLnBrk="0" hangingPunct="0">
                        <a:spcBef>
                          <a:spcPct val="20000"/>
                        </a:spcBef>
                        <a:buClr>
                          <a:schemeClr val="tx1"/>
                        </a:buClr>
                        <a:defRPr kumimoji="1" sz="1800" kern="1200">
                          <a:solidFill>
                            <a:schemeClr val="tx1"/>
                          </a:solidFill>
                          <a:latin typeface="Times New Roman" panose="02020603050405020304" pitchFamily="18" charset="0"/>
                          <a:ea typeface="宋体" panose="02010600030101010101" pitchFamily="2" charset="-122"/>
                        </a:defRPr>
                      </a:lvl4pPr>
                      <a:lvl5pPr marL="2057400" indent="-228600" algn="l" defTabSz="914400" rtl="0" eaLnBrk="0" latinLnBrk="0" hangingPunct="0">
                        <a:spcBef>
                          <a:spcPct val="20000"/>
                        </a:spcBef>
                        <a:buClr>
                          <a:schemeClr val="accent1"/>
                        </a:buClr>
                        <a:defRPr kumimoji="1" sz="1800" kern="1200">
                          <a:solidFill>
                            <a:schemeClr val="tx1"/>
                          </a:solidFill>
                          <a:latin typeface="Times New Roman" panose="02020603050405020304"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2400" b="0" i="0" u="none" strike="noStrike" cap="none" normalizeH="0" baseline="0">
                          <a:ln>
                            <a:noFill/>
                          </a:ln>
                          <a:solidFill>
                            <a:srgbClr val="FF33CC"/>
                          </a:solidFill>
                          <a:effectLst/>
                          <a:latin typeface="Times New Roman" panose="02020603050405020304" pitchFamily="18" charset="0"/>
                          <a:ea typeface="宋体" panose="02010600030101010101" pitchFamily="2" charset="-122"/>
                        </a:rPr>
                        <a:t>dataerror</a:t>
                      </a:r>
                      <a:endParaRPr kumimoji="1" lang="zh-CN" altLang="en-US" sz="2400" b="0" i="0" u="none" strike="noStrike" cap="none" normalizeH="0" baseline="0">
                        <a:ln>
                          <a:noFill/>
                        </a:ln>
                        <a:solidFill>
                          <a:srgbClr val="FF33CC"/>
                        </a:solidFill>
                        <a:effectLst/>
                        <a:latin typeface="Times New Roman" panose="02020603050405020304" pitchFamily="18" charset="0"/>
                        <a:ea typeface="宋体" panose="02010600030101010101" pitchFamily="2" charset="-122"/>
                      </a:endParaRPr>
                    </a:p>
                  </a:txBody>
                  <a:tcPr marT="45715" marB="45715" horzOverflow="overflow">
                    <a:lnL w="12700" cap="flat" cmpd="sng" algn="ctr">
                      <a:solidFill>
                        <a:sysClr val="windowText" lastClr="000000"/>
                      </a:solidFill>
                      <a:prstDash val="solid"/>
                      <a:miter lim="800000"/>
                      <a:headEnd type="none" w="med" len="med"/>
                      <a:tailEnd type="none" w="med" len="med"/>
                    </a:lnL>
                    <a:lnR w="28575" cap="flat" cmpd="sng" algn="ctr">
                      <a:solidFill>
                        <a:sysClr val="windowText" lastClr="000000"/>
                      </a:solidFill>
                      <a:prstDash val="solid"/>
                      <a:miter lim="800000"/>
                      <a:headEnd type="none" w="med" len="med"/>
                      <a:tailEnd type="none" w="med" len="med"/>
                    </a:lnR>
                    <a:lnT w="12700" cap="flat" cmpd="sng" algn="ctr">
                      <a:solidFill>
                        <a:sysClr val="windowText" lastClr="000000"/>
                      </a:solidFill>
                      <a:prstDash val="solid"/>
                      <a:miter lim="800000"/>
                      <a:headEnd type="none" w="med" len="med"/>
                      <a:tailEnd type="none" w="med" len="med"/>
                    </a:lnT>
                    <a:lnB w="12700" cap="flat" cmpd="sng" algn="ctr">
                      <a:solidFill>
                        <a:sysClr val="windowText" lastClr="000000"/>
                      </a:solidFill>
                      <a:prstDash val="solid"/>
                      <a:miter lim="800000"/>
                      <a:headEnd type="none" w="med" len="med"/>
                      <a:tailEnd type="none" w="med" len="med"/>
                    </a:lnB>
                    <a:lnTlToBr>
                      <a:noFill/>
                    </a:lnTlToBr>
                    <a:lnBlToTr>
                      <a:noFill/>
                    </a:lnBlToTr>
                    <a:noFill/>
                  </a:tcPr>
                </a:tc>
              </a:tr>
              <a:tr h="657225">
                <a:tc>
                  <a:txBody>
                    <a:bodyPr/>
                    <a:lstStyle>
                      <a:lvl1pPr marL="0" algn="l" defTabSz="914400" rtl="0" eaLnBrk="0" latinLnBrk="0" hangingPunct="0">
                        <a:spcBef>
                          <a:spcPct val="20000"/>
                        </a:spcBef>
                        <a:buClr>
                          <a:schemeClr val="accent2"/>
                        </a:buClr>
                        <a:buSzPct val="80000"/>
                        <a:buFont typeface="Wingdings" panose="05000000000000000000" pitchFamily="2" charset="2"/>
                        <a:defRPr kumimoji="1" sz="2800" kern="1200">
                          <a:solidFill>
                            <a:schemeClr val="tx1"/>
                          </a:solidFill>
                          <a:latin typeface="Times New Roman" panose="02020603050405020304" pitchFamily="18" charset="0"/>
                          <a:ea typeface="宋体" panose="02010600030101010101" pitchFamily="2" charset="-122"/>
                        </a:defRPr>
                      </a:lvl1pPr>
                      <a:lvl2pPr marL="742950" indent="-285750" algn="l" defTabSz="914400" rtl="0" eaLnBrk="0" latinLnBrk="0" hangingPunct="0">
                        <a:spcBef>
                          <a:spcPct val="20000"/>
                        </a:spcBef>
                        <a:buClr>
                          <a:schemeClr val="tx1"/>
                        </a:buClr>
                        <a:buSzPct val="90000"/>
                        <a:defRPr kumimoji="1" sz="2400" kern="1200">
                          <a:solidFill>
                            <a:schemeClr val="tx1"/>
                          </a:solidFill>
                          <a:latin typeface="Times New Roman" panose="02020603050405020304" pitchFamily="18" charset="0"/>
                          <a:ea typeface="宋体" panose="02010600030101010101" pitchFamily="2" charset="-122"/>
                        </a:defRPr>
                      </a:lvl2pPr>
                      <a:lvl3pPr marL="1143000" indent="-228600" algn="l" defTabSz="914400" rtl="0" eaLnBrk="0" latinLnBrk="0" hangingPunct="0">
                        <a:spcBef>
                          <a:spcPct val="20000"/>
                        </a:spcBef>
                        <a:buClr>
                          <a:schemeClr val="accent1"/>
                        </a:buClr>
                        <a:buSzPct val="60000"/>
                        <a:buFont typeface="Wingdings" panose="05000000000000000000" pitchFamily="2" charset="2"/>
                        <a:defRPr kumimoji="1" sz="2000" kern="1200">
                          <a:solidFill>
                            <a:schemeClr val="tx1"/>
                          </a:solidFill>
                          <a:latin typeface="Times New Roman" panose="02020603050405020304" pitchFamily="18" charset="0"/>
                          <a:ea typeface="宋体" panose="02010600030101010101" pitchFamily="2" charset="-122"/>
                        </a:defRPr>
                      </a:lvl3pPr>
                      <a:lvl4pPr marL="1600200" indent="-228600" algn="l" defTabSz="914400" rtl="0" eaLnBrk="0" latinLnBrk="0" hangingPunct="0">
                        <a:spcBef>
                          <a:spcPct val="20000"/>
                        </a:spcBef>
                        <a:buClr>
                          <a:schemeClr val="tx1"/>
                        </a:buClr>
                        <a:defRPr kumimoji="1" sz="1800" kern="1200">
                          <a:solidFill>
                            <a:schemeClr val="tx1"/>
                          </a:solidFill>
                          <a:latin typeface="Times New Roman" panose="02020603050405020304" pitchFamily="18" charset="0"/>
                          <a:ea typeface="宋体" panose="02010600030101010101" pitchFamily="2" charset="-122"/>
                        </a:defRPr>
                      </a:lvl4pPr>
                      <a:lvl5pPr marL="2057400" indent="-228600" algn="l" defTabSz="914400" rtl="0" eaLnBrk="0" latinLnBrk="0" hangingPunct="0">
                        <a:spcBef>
                          <a:spcPct val="20000"/>
                        </a:spcBef>
                        <a:buClr>
                          <a:schemeClr val="accent1"/>
                        </a:buClr>
                        <a:defRPr kumimoji="1" sz="1800" kern="1200">
                          <a:solidFill>
                            <a:schemeClr val="tx1"/>
                          </a:solidFill>
                          <a:latin typeface="Times New Roman" panose="02020603050405020304"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endPar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5" marB="45715" horzOverflow="overflow">
                    <a:lnL w="28575" cap="flat" cmpd="sng" algn="ctr">
                      <a:solidFill>
                        <a:sysClr val="windowText" lastClr="000000"/>
                      </a:solidFill>
                      <a:prstDash val="solid"/>
                      <a:miter lim="800000"/>
                      <a:headEnd type="none" w="med" len="med"/>
                      <a:tailEnd type="none" w="med" len="med"/>
                    </a:lnL>
                    <a:lnR w="12700" cap="flat" cmpd="sng" algn="ctr">
                      <a:solidFill>
                        <a:sysClr val="windowText" lastClr="000000"/>
                      </a:solidFill>
                      <a:prstDash val="solid"/>
                      <a:miter lim="800000"/>
                      <a:headEnd type="none" w="med" len="med"/>
                      <a:tailEnd type="none" w="med" len="med"/>
                    </a:lnR>
                    <a:lnT w="12700" cap="flat" cmpd="sng" algn="ctr">
                      <a:solidFill>
                        <a:sysClr val="windowText" lastClr="000000"/>
                      </a:solidFill>
                      <a:prstDash val="solid"/>
                      <a:miter lim="800000"/>
                      <a:headEnd type="none" w="med" len="med"/>
                      <a:tailEnd type="none" w="med" len="med"/>
                    </a:lnT>
                    <a:lnB w="12700" cap="flat" cmpd="sng" algn="ctr">
                      <a:solidFill>
                        <a:sysClr val="windowText" lastClr="000000"/>
                      </a:solidFill>
                      <a:prstDash val="solid"/>
                      <a:miter lim="800000"/>
                      <a:headEnd type="none" w="med" len="med"/>
                      <a:tailEnd type="none" w="med" len="med"/>
                    </a:lnB>
                    <a:lnTlToBr>
                      <a:noFill/>
                    </a:lnTlToBr>
                    <a:lnBlToTr>
                      <a:noFill/>
                    </a:lnBlToTr>
                    <a:noFill/>
                  </a:tcPr>
                </a:tc>
                <a:tc>
                  <a:txBody>
                    <a:bodyPr/>
                    <a:lstStyle>
                      <a:lvl1pPr marL="0" algn="l" defTabSz="914400" rtl="0" eaLnBrk="0" latinLnBrk="0" hangingPunct="0">
                        <a:spcBef>
                          <a:spcPct val="20000"/>
                        </a:spcBef>
                        <a:buClr>
                          <a:schemeClr val="accent2"/>
                        </a:buClr>
                        <a:buSzPct val="80000"/>
                        <a:buFont typeface="Wingdings" panose="05000000000000000000" pitchFamily="2" charset="2"/>
                        <a:defRPr kumimoji="1" sz="2800" kern="1200">
                          <a:solidFill>
                            <a:schemeClr val="tx1"/>
                          </a:solidFill>
                          <a:latin typeface="Times New Roman" panose="02020603050405020304" pitchFamily="18" charset="0"/>
                          <a:ea typeface="宋体" panose="02010600030101010101" pitchFamily="2" charset="-122"/>
                        </a:defRPr>
                      </a:lvl1pPr>
                      <a:lvl2pPr marL="742950" indent="-285750" algn="l" defTabSz="914400" rtl="0" eaLnBrk="0" latinLnBrk="0" hangingPunct="0">
                        <a:spcBef>
                          <a:spcPct val="20000"/>
                        </a:spcBef>
                        <a:buClr>
                          <a:schemeClr val="tx1"/>
                        </a:buClr>
                        <a:buSzPct val="90000"/>
                        <a:defRPr kumimoji="1" sz="2400" kern="1200">
                          <a:solidFill>
                            <a:schemeClr val="tx1"/>
                          </a:solidFill>
                          <a:latin typeface="Times New Roman" panose="02020603050405020304" pitchFamily="18" charset="0"/>
                          <a:ea typeface="宋体" panose="02010600030101010101" pitchFamily="2" charset="-122"/>
                        </a:defRPr>
                      </a:lvl2pPr>
                      <a:lvl3pPr marL="1143000" indent="-228600" algn="l" defTabSz="914400" rtl="0" eaLnBrk="0" latinLnBrk="0" hangingPunct="0">
                        <a:spcBef>
                          <a:spcPct val="20000"/>
                        </a:spcBef>
                        <a:buClr>
                          <a:schemeClr val="accent1"/>
                        </a:buClr>
                        <a:buSzPct val="60000"/>
                        <a:buFont typeface="Wingdings" panose="05000000000000000000" pitchFamily="2" charset="2"/>
                        <a:defRPr kumimoji="1" sz="2000" kern="1200">
                          <a:solidFill>
                            <a:schemeClr val="tx1"/>
                          </a:solidFill>
                          <a:latin typeface="Times New Roman" panose="02020603050405020304" pitchFamily="18" charset="0"/>
                          <a:ea typeface="宋体" panose="02010600030101010101" pitchFamily="2" charset="-122"/>
                        </a:defRPr>
                      </a:lvl3pPr>
                      <a:lvl4pPr marL="1600200" indent="-228600" algn="l" defTabSz="914400" rtl="0" eaLnBrk="0" latinLnBrk="0" hangingPunct="0">
                        <a:spcBef>
                          <a:spcPct val="20000"/>
                        </a:spcBef>
                        <a:buClr>
                          <a:schemeClr val="tx1"/>
                        </a:buClr>
                        <a:defRPr kumimoji="1" sz="1800" kern="1200">
                          <a:solidFill>
                            <a:schemeClr val="tx1"/>
                          </a:solidFill>
                          <a:latin typeface="Times New Roman" panose="02020603050405020304" pitchFamily="18" charset="0"/>
                          <a:ea typeface="宋体" panose="02010600030101010101" pitchFamily="2" charset="-122"/>
                        </a:defRPr>
                      </a:lvl4pPr>
                      <a:lvl5pPr marL="2057400" indent="-228600" algn="l" defTabSz="914400" rtl="0" eaLnBrk="0" latinLnBrk="0" hangingPunct="0">
                        <a:spcBef>
                          <a:spcPct val="20000"/>
                        </a:spcBef>
                        <a:buClr>
                          <a:schemeClr val="accent1"/>
                        </a:buClr>
                        <a:defRPr kumimoji="1" sz="1800" kern="1200">
                          <a:solidFill>
                            <a:schemeClr val="tx1"/>
                          </a:solidFill>
                          <a:latin typeface="Times New Roman" panose="02020603050405020304"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1901,2,2</a:t>
                      </a:r>
                      <a:endPar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5" marB="45715" horzOverflow="overflow">
                    <a:lnL w="12700" cap="flat" cmpd="sng" algn="ctr">
                      <a:solidFill>
                        <a:sysClr val="windowText" lastClr="000000"/>
                      </a:solidFill>
                      <a:prstDash val="solid"/>
                      <a:miter lim="800000"/>
                      <a:headEnd type="none" w="med" len="med"/>
                      <a:tailEnd type="none" w="med" len="med"/>
                    </a:lnL>
                    <a:lnR w="12700" cap="flat" cmpd="sng" algn="ctr">
                      <a:solidFill>
                        <a:sysClr val="windowText" lastClr="000000"/>
                      </a:solidFill>
                      <a:prstDash val="solid"/>
                      <a:miter lim="800000"/>
                      <a:headEnd type="none" w="med" len="med"/>
                      <a:tailEnd type="none" w="med" len="med"/>
                    </a:lnR>
                    <a:lnT w="12700" cap="flat" cmpd="sng" algn="ctr">
                      <a:solidFill>
                        <a:sysClr val="windowText" lastClr="000000"/>
                      </a:solidFill>
                      <a:prstDash val="solid"/>
                      <a:miter lim="800000"/>
                      <a:headEnd type="none" w="med" len="med"/>
                      <a:tailEnd type="none" w="med" len="med"/>
                    </a:lnT>
                    <a:lnB w="12700" cap="flat" cmpd="sng" algn="ctr">
                      <a:solidFill>
                        <a:sysClr val="windowText" lastClr="000000"/>
                      </a:solidFill>
                      <a:prstDash val="solid"/>
                      <a:miter lim="800000"/>
                      <a:headEnd type="none" w="med" len="med"/>
                      <a:tailEnd type="none" w="med" len="med"/>
                    </a:lnB>
                    <a:lnTlToBr>
                      <a:noFill/>
                    </a:lnTlToBr>
                    <a:lnBlToTr>
                      <a:noFill/>
                    </a:lnBlToTr>
                    <a:noFill/>
                  </a:tcPr>
                </a:tc>
                <a:tc>
                  <a:txBody>
                    <a:bodyPr/>
                    <a:lstStyle>
                      <a:lvl1pPr marL="0" algn="l" defTabSz="914400" rtl="0" eaLnBrk="0" latinLnBrk="0" hangingPunct="0">
                        <a:spcBef>
                          <a:spcPct val="20000"/>
                        </a:spcBef>
                        <a:buClr>
                          <a:schemeClr val="accent2"/>
                        </a:buClr>
                        <a:buSzPct val="80000"/>
                        <a:buFont typeface="Wingdings" panose="05000000000000000000" pitchFamily="2" charset="2"/>
                        <a:defRPr kumimoji="1" sz="2800" kern="1200">
                          <a:solidFill>
                            <a:schemeClr val="tx1"/>
                          </a:solidFill>
                          <a:latin typeface="Times New Roman" panose="02020603050405020304" pitchFamily="18" charset="0"/>
                          <a:ea typeface="宋体" panose="02010600030101010101" pitchFamily="2" charset="-122"/>
                        </a:defRPr>
                      </a:lvl1pPr>
                      <a:lvl2pPr marL="742950" indent="-285750" algn="l" defTabSz="914400" rtl="0" eaLnBrk="0" latinLnBrk="0" hangingPunct="0">
                        <a:spcBef>
                          <a:spcPct val="20000"/>
                        </a:spcBef>
                        <a:buClr>
                          <a:schemeClr val="tx1"/>
                        </a:buClr>
                        <a:buSzPct val="90000"/>
                        <a:defRPr kumimoji="1" sz="2400" kern="1200">
                          <a:solidFill>
                            <a:schemeClr val="tx1"/>
                          </a:solidFill>
                          <a:latin typeface="Times New Roman" panose="02020603050405020304" pitchFamily="18" charset="0"/>
                          <a:ea typeface="宋体" panose="02010600030101010101" pitchFamily="2" charset="-122"/>
                        </a:defRPr>
                      </a:lvl2pPr>
                      <a:lvl3pPr marL="1143000" indent="-228600" algn="l" defTabSz="914400" rtl="0" eaLnBrk="0" latinLnBrk="0" hangingPunct="0">
                        <a:spcBef>
                          <a:spcPct val="20000"/>
                        </a:spcBef>
                        <a:buClr>
                          <a:schemeClr val="accent1"/>
                        </a:buClr>
                        <a:buSzPct val="60000"/>
                        <a:buFont typeface="Wingdings" panose="05000000000000000000" pitchFamily="2" charset="2"/>
                        <a:defRPr kumimoji="1" sz="2000" kern="1200">
                          <a:solidFill>
                            <a:schemeClr val="tx1"/>
                          </a:solidFill>
                          <a:latin typeface="Times New Roman" panose="02020603050405020304" pitchFamily="18" charset="0"/>
                          <a:ea typeface="宋体" panose="02010600030101010101" pitchFamily="2" charset="-122"/>
                        </a:defRPr>
                      </a:lvl3pPr>
                      <a:lvl4pPr marL="1600200" indent="-228600" algn="l" defTabSz="914400" rtl="0" eaLnBrk="0" latinLnBrk="0" hangingPunct="0">
                        <a:spcBef>
                          <a:spcPct val="20000"/>
                        </a:spcBef>
                        <a:buClr>
                          <a:schemeClr val="tx1"/>
                        </a:buClr>
                        <a:defRPr kumimoji="1" sz="1800" kern="1200">
                          <a:solidFill>
                            <a:schemeClr val="tx1"/>
                          </a:solidFill>
                          <a:latin typeface="Times New Roman" panose="02020603050405020304" pitchFamily="18" charset="0"/>
                          <a:ea typeface="宋体" panose="02010600030101010101" pitchFamily="2" charset="-122"/>
                        </a:defRPr>
                      </a:lvl4pPr>
                      <a:lvl5pPr marL="2057400" indent="-228600" algn="l" defTabSz="914400" rtl="0" eaLnBrk="0" latinLnBrk="0" hangingPunct="0">
                        <a:spcBef>
                          <a:spcPct val="20000"/>
                        </a:spcBef>
                        <a:buClr>
                          <a:schemeClr val="accent1"/>
                        </a:buClr>
                        <a:defRPr kumimoji="1" sz="1800" kern="1200">
                          <a:solidFill>
                            <a:schemeClr val="tx1"/>
                          </a:solidFill>
                          <a:latin typeface="Times New Roman" panose="02020603050405020304"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It is the 33th day</a:t>
                      </a: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5" marB="45715" horzOverflow="overflow">
                    <a:lnL w="12700" cap="flat" cmpd="sng" algn="ctr">
                      <a:solidFill>
                        <a:sysClr val="windowText" lastClr="000000"/>
                      </a:solidFill>
                      <a:prstDash val="solid"/>
                      <a:miter lim="800000"/>
                      <a:headEnd type="none" w="med" len="med"/>
                      <a:tailEnd type="none" w="med" len="med"/>
                    </a:lnL>
                    <a:lnR w="12700" cap="flat" cmpd="sng" algn="ctr">
                      <a:solidFill>
                        <a:sysClr val="windowText" lastClr="000000"/>
                      </a:solidFill>
                      <a:prstDash val="solid"/>
                      <a:miter lim="800000"/>
                      <a:headEnd type="none" w="med" len="med"/>
                      <a:tailEnd type="none" w="med" len="med"/>
                    </a:lnR>
                    <a:lnT w="12700" cap="flat" cmpd="sng" algn="ctr">
                      <a:solidFill>
                        <a:sysClr val="windowText" lastClr="000000"/>
                      </a:solidFill>
                      <a:prstDash val="solid"/>
                      <a:miter lim="800000"/>
                      <a:headEnd type="none" w="med" len="med"/>
                      <a:tailEnd type="none" w="med" len="med"/>
                    </a:lnT>
                    <a:lnB w="12700" cap="flat" cmpd="sng" algn="ctr">
                      <a:solidFill>
                        <a:sysClr val="windowText" lastClr="000000"/>
                      </a:solidFill>
                      <a:prstDash val="solid"/>
                      <a:miter lim="800000"/>
                      <a:headEnd type="none" w="med" len="med"/>
                      <a:tailEnd type="none" w="med" len="med"/>
                    </a:lnB>
                    <a:lnTlToBr>
                      <a:noFill/>
                    </a:lnTlToBr>
                    <a:lnBlToTr>
                      <a:noFill/>
                    </a:lnBlToTr>
                    <a:noFill/>
                  </a:tcPr>
                </a:tc>
                <a:tc>
                  <a:txBody>
                    <a:bodyPr/>
                    <a:lstStyle>
                      <a:lvl1pPr marL="0" algn="l" defTabSz="914400" rtl="0" eaLnBrk="0" latinLnBrk="0" hangingPunct="0">
                        <a:spcBef>
                          <a:spcPct val="20000"/>
                        </a:spcBef>
                        <a:buClr>
                          <a:schemeClr val="accent2"/>
                        </a:buClr>
                        <a:buSzPct val="80000"/>
                        <a:buFont typeface="Wingdings" panose="05000000000000000000" pitchFamily="2" charset="2"/>
                        <a:defRPr kumimoji="1" sz="2800" kern="1200">
                          <a:solidFill>
                            <a:schemeClr val="tx1"/>
                          </a:solidFill>
                          <a:latin typeface="Times New Roman" panose="02020603050405020304" pitchFamily="18" charset="0"/>
                          <a:ea typeface="宋体" panose="02010600030101010101" pitchFamily="2" charset="-122"/>
                        </a:defRPr>
                      </a:lvl1pPr>
                      <a:lvl2pPr marL="742950" indent="-285750" algn="l" defTabSz="914400" rtl="0" eaLnBrk="0" latinLnBrk="0" hangingPunct="0">
                        <a:spcBef>
                          <a:spcPct val="20000"/>
                        </a:spcBef>
                        <a:buClr>
                          <a:schemeClr val="tx1"/>
                        </a:buClr>
                        <a:buSzPct val="90000"/>
                        <a:defRPr kumimoji="1" sz="2400" kern="1200">
                          <a:solidFill>
                            <a:schemeClr val="tx1"/>
                          </a:solidFill>
                          <a:latin typeface="Times New Roman" panose="02020603050405020304" pitchFamily="18" charset="0"/>
                          <a:ea typeface="宋体" panose="02010600030101010101" pitchFamily="2" charset="-122"/>
                        </a:defRPr>
                      </a:lvl2pPr>
                      <a:lvl3pPr marL="1143000" indent="-228600" algn="l" defTabSz="914400" rtl="0" eaLnBrk="0" latinLnBrk="0" hangingPunct="0">
                        <a:spcBef>
                          <a:spcPct val="20000"/>
                        </a:spcBef>
                        <a:buClr>
                          <a:schemeClr val="accent1"/>
                        </a:buClr>
                        <a:buSzPct val="60000"/>
                        <a:buFont typeface="Wingdings" panose="05000000000000000000" pitchFamily="2" charset="2"/>
                        <a:defRPr kumimoji="1" sz="2000" kern="1200">
                          <a:solidFill>
                            <a:schemeClr val="tx1"/>
                          </a:solidFill>
                          <a:latin typeface="Times New Roman" panose="02020603050405020304" pitchFamily="18" charset="0"/>
                          <a:ea typeface="宋体" panose="02010600030101010101" pitchFamily="2" charset="-122"/>
                        </a:defRPr>
                      </a:lvl3pPr>
                      <a:lvl4pPr marL="1600200" indent="-228600" algn="l" defTabSz="914400" rtl="0" eaLnBrk="0" latinLnBrk="0" hangingPunct="0">
                        <a:spcBef>
                          <a:spcPct val="20000"/>
                        </a:spcBef>
                        <a:buClr>
                          <a:schemeClr val="tx1"/>
                        </a:buClr>
                        <a:defRPr kumimoji="1" sz="1800" kern="1200">
                          <a:solidFill>
                            <a:schemeClr val="tx1"/>
                          </a:solidFill>
                          <a:latin typeface="Times New Roman" panose="02020603050405020304" pitchFamily="18" charset="0"/>
                          <a:ea typeface="宋体" panose="02010600030101010101" pitchFamily="2" charset="-122"/>
                        </a:defRPr>
                      </a:lvl4pPr>
                      <a:lvl5pPr marL="2057400" indent="-228600" algn="l" defTabSz="914400" rtl="0" eaLnBrk="0" latinLnBrk="0" hangingPunct="0">
                        <a:spcBef>
                          <a:spcPct val="20000"/>
                        </a:spcBef>
                        <a:buClr>
                          <a:schemeClr val="accent1"/>
                        </a:buClr>
                        <a:defRPr kumimoji="1" sz="1800" kern="1200">
                          <a:solidFill>
                            <a:schemeClr val="tx1"/>
                          </a:solidFill>
                          <a:latin typeface="Times New Roman" panose="02020603050405020304"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2400" b="0" i="0" u="none" strike="noStrike" cap="none" normalizeH="0" baseline="0">
                          <a:ln>
                            <a:noFill/>
                          </a:ln>
                          <a:solidFill>
                            <a:srgbClr val="FF33CC"/>
                          </a:solidFill>
                          <a:effectLst/>
                          <a:latin typeface="Times New Roman" panose="02020603050405020304" pitchFamily="18" charset="0"/>
                          <a:ea typeface="宋体" panose="02010600030101010101" pitchFamily="2" charset="-122"/>
                        </a:rPr>
                        <a:t>It is the 33th day</a:t>
                      </a:r>
                      <a:endParaRPr kumimoji="1" lang="zh-CN" altLang="en-US" sz="2400" b="0" i="0" u="none" strike="noStrike" cap="none" normalizeH="0" baseline="0">
                        <a:ln>
                          <a:noFill/>
                        </a:ln>
                        <a:solidFill>
                          <a:srgbClr val="FF33CC"/>
                        </a:solidFill>
                        <a:effectLst/>
                        <a:latin typeface="Times New Roman" panose="02020603050405020304" pitchFamily="18" charset="0"/>
                        <a:ea typeface="宋体" panose="02010600030101010101" pitchFamily="2" charset="-122"/>
                      </a:endParaRPr>
                    </a:p>
                  </a:txBody>
                  <a:tcPr marT="45715" marB="45715" horzOverflow="overflow">
                    <a:lnL w="12700" cap="flat" cmpd="sng" algn="ctr">
                      <a:solidFill>
                        <a:sysClr val="windowText" lastClr="000000"/>
                      </a:solidFill>
                      <a:prstDash val="solid"/>
                      <a:miter lim="800000"/>
                      <a:headEnd type="none" w="med" len="med"/>
                      <a:tailEnd type="none" w="med" len="med"/>
                    </a:lnL>
                    <a:lnR w="28575" cap="flat" cmpd="sng" algn="ctr">
                      <a:solidFill>
                        <a:sysClr val="windowText" lastClr="000000"/>
                      </a:solidFill>
                      <a:prstDash val="solid"/>
                      <a:miter lim="800000"/>
                      <a:headEnd type="none" w="med" len="med"/>
                      <a:tailEnd type="none" w="med" len="med"/>
                    </a:lnR>
                    <a:lnT w="12700" cap="flat" cmpd="sng" algn="ctr">
                      <a:solidFill>
                        <a:sysClr val="windowText" lastClr="000000"/>
                      </a:solidFill>
                      <a:prstDash val="solid"/>
                      <a:miter lim="800000"/>
                      <a:headEnd type="none" w="med" len="med"/>
                      <a:tailEnd type="none" w="med" len="med"/>
                    </a:lnT>
                    <a:lnB w="12700" cap="flat" cmpd="sng" algn="ctr">
                      <a:solidFill>
                        <a:sysClr val="windowText" lastClr="000000"/>
                      </a:solidFill>
                      <a:prstDash val="solid"/>
                      <a:miter lim="800000"/>
                      <a:headEnd type="none" w="med" len="med"/>
                      <a:tailEnd type="none" w="med" len="med"/>
                    </a:lnB>
                    <a:lnTlToBr>
                      <a:noFill/>
                    </a:lnTlToBr>
                    <a:lnBlToTr>
                      <a:noFill/>
                    </a:lnBlToTr>
                    <a:noFill/>
                  </a:tcPr>
                </a:tc>
              </a:tr>
              <a:tr h="657225">
                <a:tc>
                  <a:txBody>
                    <a:bodyPr/>
                    <a:lstStyle>
                      <a:lvl1pPr marL="0" algn="l" defTabSz="914400" rtl="0" eaLnBrk="0" latinLnBrk="0" hangingPunct="0">
                        <a:spcBef>
                          <a:spcPct val="20000"/>
                        </a:spcBef>
                        <a:buClr>
                          <a:schemeClr val="accent2"/>
                        </a:buClr>
                        <a:buSzPct val="80000"/>
                        <a:buFont typeface="Wingdings" panose="05000000000000000000" pitchFamily="2" charset="2"/>
                        <a:defRPr kumimoji="1" sz="2800" kern="1200">
                          <a:solidFill>
                            <a:schemeClr val="tx1"/>
                          </a:solidFill>
                          <a:latin typeface="Times New Roman" panose="02020603050405020304" pitchFamily="18" charset="0"/>
                          <a:ea typeface="宋体" panose="02010600030101010101" pitchFamily="2" charset="-122"/>
                        </a:defRPr>
                      </a:lvl1pPr>
                      <a:lvl2pPr marL="742950" indent="-285750" algn="l" defTabSz="914400" rtl="0" eaLnBrk="0" latinLnBrk="0" hangingPunct="0">
                        <a:spcBef>
                          <a:spcPct val="20000"/>
                        </a:spcBef>
                        <a:buClr>
                          <a:schemeClr val="tx1"/>
                        </a:buClr>
                        <a:buSzPct val="90000"/>
                        <a:defRPr kumimoji="1" sz="2400" kern="1200">
                          <a:solidFill>
                            <a:schemeClr val="tx1"/>
                          </a:solidFill>
                          <a:latin typeface="Times New Roman" panose="02020603050405020304" pitchFamily="18" charset="0"/>
                          <a:ea typeface="宋体" panose="02010600030101010101" pitchFamily="2" charset="-122"/>
                        </a:defRPr>
                      </a:lvl2pPr>
                      <a:lvl3pPr marL="1143000" indent="-228600" algn="l" defTabSz="914400" rtl="0" eaLnBrk="0" latinLnBrk="0" hangingPunct="0">
                        <a:spcBef>
                          <a:spcPct val="20000"/>
                        </a:spcBef>
                        <a:buClr>
                          <a:schemeClr val="accent1"/>
                        </a:buClr>
                        <a:buSzPct val="60000"/>
                        <a:buFont typeface="Wingdings" panose="05000000000000000000" pitchFamily="2" charset="2"/>
                        <a:defRPr kumimoji="1" sz="2000" kern="1200">
                          <a:solidFill>
                            <a:schemeClr val="tx1"/>
                          </a:solidFill>
                          <a:latin typeface="Times New Roman" panose="02020603050405020304" pitchFamily="18" charset="0"/>
                          <a:ea typeface="宋体" panose="02010600030101010101" pitchFamily="2" charset="-122"/>
                        </a:defRPr>
                      </a:lvl3pPr>
                      <a:lvl4pPr marL="1600200" indent="-228600" algn="l" defTabSz="914400" rtl="0" eaLnBrk="0" latinLnBrk="0" hangingPunct="0">
                        <a:spcBef>
                          <a:spcPct val="20000"/>
                        </a:spcBef>
                        <a:buClr>
                          <a:schemeClr val="tx1"/>
                        </a:buClr>
                        <a:defRPr kumimoji="1" sz="1800" kern="1200">
                          <a:solidFill>
                            <a:schemeClr val="tx1"/>
                          </a:solidFill>
                          <a:latin typeface="Times New Roman" panose="02020603050405020304" pitchFamily="18" charset="0"/>
                          <a:ea typeface="宋体" panose="02010600030101010101" pitchFamily="2" charset="-122"/>
                        </a:defRPr>
                      </a:lvl4pPr>
                      <a:lvl5pPr marL="2057400" indent="-228600" algn="l" defTabSz="914400" rtl="0" eaLnBrk="0" latinLnBrk="0" hangingPunct="0">
                        <a:spcBef>
                          <a:spcPct val="20000"/>
                        </a:spcBef>
                        <a:buClr>
                          <a:schemeClr val="accent1"/>
                        </a:buClr>
                        <a:defRPr kumimoji="1" sz="1800" kern="1200">
                          <a:solidFill>
                            <a:schemeClr val="tx1"/>
                          </a:solidFill>
                          <a:latin typeface="Times New Roman" panose="02020603050405020304"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a:t>
                      </a:r>
                      <a:endPar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5" marB="45715" horzOverflow="overflow">
                    <a:lnL w="28575" cap="flat" cmpd="sng" algn="ctr">
                      <a:solidFill>
                        <a:sysClr val="windowText" lastClr="000000"/>
                      </a:solidFill>
                      <a:prstDash val="solid"/>
                      <a:miter lim="800000"/>
                      <a:headEnd type="none" w="med" len="med"/>
                      <a:tailEnd type="none" w="med" len="med"/>
                    </a:lnL>
                    <a:lnR w="12700" cap="flat" cmpd="sng" algn="ctr">
                      <a:solidFill>
                        <a:sysClr val="windowText" lastClr="000000"/>
                      </a:solidFill>
                      <a:prstDash val="solid"/>
                      <a:miter lim="800000"/>
                      <a:headEnd type="none" w="med" len="med"/>
                      <a:tailEnd type="none" w="med" len="med"/>
                    </a:lnR>
                    <a:lnT w="12700" cap="flat" cmpd="sng" algn="ctr">
                      <a:solidFill>
                        <a:sysClr val="windowText" lastClr="000000"/>
                      </a:solidFill>
                      <a:prstDash val="solid"/>
                      <a:miter lim="800000"/>
                      <a:headEnd type="none" w="med" len="med"/>
                      <a:tailEnd type="none" w="med" len="med"/>
                    </a:lnT>
                    <a:lnB w="12700" cap="flat" cmpd="sng" algn="ctr">
                      <a:solidFill>
                        <a:sysClr val="windowText" lastClr="000000"/>
                      </a:solidFill>
                      <a:prstDash val="solid"/>
                      <a:miter lim="800000"/>
                      <a:headEnd type="none" w="med" len="med"/>
                      <a:tailEnd type="none" w="med" len="med"/>
                    </a:lnB>
                    <a:lnTlToBr>
                      <a:noFill/>
                    </a:lnTlToBr>
                    <a:lnBlToTr>
                      <a:noFill/>
                    </a:lnBlToTr>
                    <a:noFill/>
                  </a:tcPr>
                </a:tc>
                <a:tc>
                  <a:txBody>
                    <a:bodyPr/>
                    <a:lstStyle>
                      <a:lvl1pPr marL="0" algn="l" defTabSz="914400" rtl="0" eaLnBrk="0" latinLnBrk="0" hangingPunct="0">
                        <a:spcBef>
                          <a:spcPct val="20000"/>
                        </a:spcBef>
                        <a:buClr>
                          <a:schemeClr val="accent2"/>
                        </a:buClr>
                        <a:buSzPct val="80000"/>
                        <a:buFont typeface="Wingdings" panose="05000000000000000000" pitchFamily="2" charset="2"/>
                        <a:defRPr kumimoji="1" sz="2800" kern="1200">
                          <a:solidFill>
                            <a:schemeClr val="tx1"/>
                          </a:solidFill>
                          <a:latin typeface="Times New Roman" panose="02020603050405020304" pitchFamily="18" charset="0"/>
                          <a:ea typeface="宋体" panose="02010600030101010101" pitchFamily="2" charset="-122"/>
                        </a:defRPr>
                      </a:lvl1pPr>
                      <a:lvl2pPr marL="742950" indent="-285750" algn="l" defTabSz="914400" rtl="0" eaLnBrk="0" latinLnBrk="0" hangingPunct="0">
                        <a:spcBef>
                          <a:spcPct val="20000"/>
                        </a:spcBef>
                        <a:buClr>
                          <a:schemeClr val="tx1"/>
                        </a:buClr>
                        <a:buSzPct val="90000"/>
                        <a:defRPr kumimoji="1" sz="2400" kern="1200">
                          <a:solidFill>
                            <a:schemeClr val="tx1"/>
                          </a:solidFill>
                          <a:latin typeface="Times New Roman" panose="02020603050405020304" pitchFamily="18" charset="0"/>
                          <a:ea typeface="宋体" panose="02010600030101010101" pitchFamily="2" charset="-122"/>
                        </a:defRPr>
                      </a:lvl2pPr>
                      <a:lvl3pPr marL="1143000" indent="-228600" algn="l" defTabSz="914400" rtl="0" eaLnBrk="0" latinLnBrk="0" hangingPunct="0">
                        <a:spcBef>
                          <a:spcPct val="20000"/>
                        </a:spcBef>
                        <a:buClr>
                          <a:schemeClr val="accent1"/>
                        </a:buClr>
                        <a:buSzPct val="60000"/>
                        <a:buFont typeface="Wingdings" panose="05000000000000000000" pitchFamily="2" charset="2"/>
                        <a:defRPr kumimoji="1" sz="2000" kern="1200">
                          <a:solidFill>
                            <a:schemeClr val="tx1"/>
                          </a:solidFill>
                          <a:latin typeface="Times New Roman" panose="02020603050405020304" pitchFamily="18" charset="0"/>
                          <a:ea typeface="宋体" panose="02010600030101010101" pitchFamily="2" charset="-122"/>
                        </a:defRPr>
                      </a:lvl3pPr>
                      <a:lvl4pPr marL="1600200" indent="-228600" algn="l" defTabSz="914400" rtl="0" eaLnBrk="0" latinLnBrk="0" hangingPunct="0">
                        <a:spcBef>
                          <a:spcPct val="20000"/>
                        </a:spcBef>
                        <a:buClr>
                          <a:schemeClr val="tx1"/>
                        </a:buClr>
                        <a:defRPr kumimoji="1" sz="1800" kern="1200">
                          <a:solidFill>
                            <a:schemeClr val="tx1"/>
                          </a:solidFill>
                          <a:latin typeface="Times New Roman" panose="02020603050405020304" pitchFamily="18" charset="0"/>
                          <a:ea typeface="宋体" panose="02010600030101010101" pitchFamily="2" charset="-122"/>
                        </a:defRPr>
                      </a:lvl4pPr>
                      <a:lvl5pPr marL="2057400" indent="-228600" algn="l" defTabSz="914400" rtl="0" eaLnBrk="0" latinLnBrk="0" hangingPunct="0">
                        <a:spcBef>
                          <a:spcPct val="20000"/>
                        </a:spcBef>
                        <a:buClr>
                          <a:schemeClr val="accent1"/>
                        </a:buClr>
                        <a:defRPr kumimoji="1" sz="1800" kern="1200">
                          <a:solidFill>
                            <a:schemeClr val="tx1"/>
                          </a:solidFill>
                          <a:latin typeface="Times New Roman" panose="02020603050405020304"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2050,12,31</a:t>
                      </a:r>
                      <a:endPar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5" marB="45715" horzOverflow="overflow">
                    <a:lnL w="12700" cap="flat" cmpd="sng" algn="ctr">
                      <a:solidFill>
                        <a:sysClr val="windowText" lastClr="000000"/>
                      </a:solidFill>
                      <a:prstDash val="solid"/>
                      <a:miter lim="800000"/>
                      <a:headEnd type="none" w="med" len="med"/>
                      <a:tailEnd type="none" w="med" len="med"/>
                    </a:lnL>
                    <a:lnR w="12700" cap="flat" cmpd="sng" algn="ctr">
                      <a:solidFill>
                        <a:sysClr val="windowText" lastClr="000000"/>
                      </a:solidFill>
                      <a:prstDash val="solid"/>
                      <a:miter lim="800000"/>
                      <a:headEnd type="none" w="med" len="med"/>
                      <a:tailEnd type="none" w="med" len="med"/>
                    </a:lnR>
                    <a:lnT w="12700" cap="flat" cmpd="sng" algn="ctr">
                      <a:solidFill>
                        <a:sysClr val="windowText" lastClr="000000"/>
                      </a:solidFill>
                      <a:prstDash val="solid"/>
                      <a:miter lim="800000"/>
                      <a:headEnd type="none" w="med" len="med"/>
                      <a:tailEnd type="none" w="med" len="med"/>
                    </a:lnT>
                    <a:lnB w="12700" cap="flat" cmpd="sng" algn="ctr">
                      <a:solidFill>
                        <a:sysClr val="windowText" lastClr="000000"/>
                      </a:solidFill>
                      <a:prstDash val="solid"/>
                      <a:miter lim="800000"/>
                      <a:headEnd type="none" w="med" len="med"/>
                      <a:tailEnd type="none" w="med" len="med"/>
                    </a:lnB>
                    <a:lnTlToBr>
                      <a:noFill/>
                    </a:lnTlToBr>
                    <a:lnBlToTr>
                      <a:noFill/>
                    </a:lnBlToTr>
                    <a:noFill/>
                  </a:tcPr>
                </a:tc>
                <a:tc>
                  <a:txBody>
                    <a:bodyPr/>
                    <a:lstStyle>
                      <a:lvl1pPr marL="0" algn="l" defTabSz="914400" rtl="0" eaLnBrk="0" latinLnBrk="0" hangingPunct="0">
                        <a:spcBef>
                          <a:spcPct val="20000"/>
                        </a:spcBef>
                        <a:buClr>
                          <a:schemeClr val="accent2"/>
                        </a:buClr>
                        <a:buSzPct val="80000"/>
                        <a:buFont typeface="Wingdings" panose="05000000000000000000" pitchFamily="2" charset="2"/>
                        <a:defRPr kumimoji="1" sz="2800" kern="1200">
                          <a:solidFill>
                            <a:schemeClr val="tx1"/>
                          </a:solidFill>
                          <a:latin typeface="Times New Roman" panose="02020603050405020304" pitchFamily="18" charset="0"/>
                          <a:ea typeface="宋体" panose="02010600030101010101" pitchFamily="2" charset="-122"/>
                        </a:defRPr>
                      </a:lvl1pPr>
                      <a:lvl2pPr marL="742950" indent="-285750" algn="l" defTabSz="914400" rtl="0" eaLnBrk="0" latinLnBrk="0" hangingPunct="0">
                        <a:spcBef>
                          <a:spcPct val="20000"/>
                        </a:spcBef>
                        <a:buClr>
                          <a:schemeClr val="tx1"/>
                        </a:buClr>
                        <a:buSzPct val="90000"/>
                        <a:defRPr kumimoji="1" sz="2400" kern="1200">
                          <a:solidFill>
                            <a:schemeClr val="tx1"/>
                          </a:solidFill>
                          <a:latin typeface="Times New Roman" panose="02020603050405020304" pitchFamily="18" charset="0"/>
                          <a:ea typeface="宋体" panose="02010600030101010101" pitchFamily="2" charset="-122"/>
                        </a:defRPr>
                      </a:lvl2pPr>
                      <a:lvl3pPr marL="1143000" indent="-228600" algn="l" defTabSz="914400" rtl="0" eaLnBrk="0" latinLnBrk="0" hangingPunct="0">
                        <a:spcBef>
                          <a:spcPct val="20000"/>
                        </a:spcBef>
                        <a:buClr>
                          <a:schemeClr val="accent1"/>
                        </a:buClr>
                        <a:buSzPct val="60000"/>
                        <a:buFont typeface="Wingdings" panose="05000000000000000000" pitchFamily="2" charset="2"/>
                        <a:defRPr kumimoji="1" sz="2000" kern="1200">
                          <a:solidFill>
                            <a:schemeClr val="tx1"/>
                          </a:solidFill>
                          <a:latin typeface="Times New Roman" panose="02020603050405020304" pitchFamily="18" charset="0"/>
                          <a:ea typeface="宋体" panose="02010600030101010101" pitchFamily="2" charset="-122"/>
                        </a:defRPr>
                      </a:lvl3pPr>
                      <a:lvl4pPr marL="1600200" indent="-228600" algn="l" defTabSz="914400" rtl="0" eaLnBrk="0" latinLnBrk="0" hangingPunct="0">
                        <a:spcBef>
                          <a:spcPct val="20000"/>
                        </a:spcBef>
                        <a:buClr>
                          <a:schemeClr val="tx1"/>
                        </a:buClr>
                        <a:defRPr kumimoji="1" sz="1800" kern="1200">
                          <a:solidFill>
                            <a:schemeClr val="tx1"/>
                          </a:solidFill>
                          <a:latin typeface="Times New Roman" panose="02020603050405020304" pitchFamily="18" charset="0"/>
                          <a:ea typeface="宋体" panose="02010600030101010101" pitchFamily="2" charset="-122"/>
                        </a:defRPr>
                      </a:lvl4pPr>
                      <a:lvl5pPr marL="2057400" indent="-228600" algn="l" defTabSz="914400" rtl="0" eaLnBrk="0" latinLnBrk="0" hangingPunct="0">
                        <a:spcBef>
                          <a:spcPct val="20000"/>
                        </a:spcBef>
                        <a:buClr>
                          <a:schemeClr val="accent1"/>
                        </a:buClr>
                        <a:defRPr kumimoji="1" sz="1800" kern="1200">
                          <a:solidFill>
                            <a:schemeClr val="tx1"/>
                          </a:solidFill>
                          <a:latin typeface="Times New Roman" panose="02020603050405020304"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It is the 365th day</a:t>
                      </a: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5" marB="45715" horzOverflow="overflow">
                    <a:lnL w="12700" cap="flat" cmpd="sng" algn="ctr">
                      <a:solidFill>
                        <a:sysClr val="windowText" lastClr="000000"/>
                      </a:solidFill>
                      <a:prstDash val="solid"/>
                      <a:miter lim="800000"/>
                      <a:headEnd type="none" w="med" len="med"/>
                      <a:tailEnd type="none" w="med" len="med"/>
                    </a:lnL>
                    <a:lnR w="12700" cap="flat" cmpd="sng" algn="ctr">
                      <a:solidFill>
                        <a:sysClr val="windowText" lastClr="000000"/>
                      </a:solidFill>
                      <a:prstDash val="solid"/>
                      <a:miter lim="800000"/>
                      <a:headEnd type="none" w="med" len="med"/>
                      <a:tailEnd type="none" w="med" len="med"/>
                    </a:lnR>
                    <a:lnT w="12700" cap="flat" cmpd="sng" algn="ctr">
                      <a:solidFill>
                        <a:sysClr val="windowText" lastClr="000000"/>
                      </a:solidFill>
                      <a:prstDash val="solid"/>
                      <a:miter lim="800000"/>
                      <a:headEnd type="none" w="med" len="med"/>
                      <a:tailEnd type="none" w="med" len="med"/>
                    </a:lnT>
                    <a:lnB w="12700" cap="flat" cmpd="sng" algn="ctr">
                      <a:solidFill>
                        <a:sysClr val="windowText" lastClr="000000"/>
                      </a:solidFill>
                      <a:prstDash val="solid"/>
                      <a:miter lim="800000"/>
                      <a:headEnd type="none" w="med" len="med"/>
                      <a:tailEnd type="none" w="med" len="med"/>
                    </a:lnB>
                    <a:lnTlToBr>
                      <a:noFill/>
                    </a:lnTlToBr>
                    <a:lnBlToTr>
                      <a:noFill/>
                    </a:lnBlToTr>
                    <a:noFill/>
                  </a:tcPr>
                </a:tc>
                <a:tc>
                  <a:txBody>
                    <a:bodyPr/>
                    <a:lstStyle>
                      <a:lvl1pPr marL="0" algn="l" defTabSz="914400" rtl="0" eaLnBrk="0" latinLnBrk="0" hangingPunct="0">
                        <a:spcBef>
                          <a:spcPct val="20000"/>
                        </a:spcBef>
                        <a:buClr>
                          <a:schemeClr val="accent2"/>
                        </a:buClr>
                        <a:buSzPct val="80000"/>
                        <a:buFont typeface="Wingdings" panose="05000000000000000000" pitchFamily="2" charset="2"/>
                        <a:defRPr kumimoji="1" sz="2800" kern="1200">
                          <a:solidFill>
                            <a:schemeClr val="tx1"/>
                          </a:solidFill>
                          <a:latin typeface="Times New Roman" panose="02020603050405020304" pitchFamily="18" charset="0"/>
                          <a:ea typeface="宋体" panose="02010600030101010101" pitchFamily="2" charset="-122"/>
                        </a:defRPr>
                      </a:lvl1pPr>
                      <a:lvl2pPr marL="742950" indent="-285750" algn="l" defTabSz="914400" rtl="0" eaLnBrk="0" latinLnBrk="0" hangingPunct="0">
                        <a:spcBef>
                          <a:spcPct val="20000"/>
                        </a:spcBef>
                        <a:buClr>
                          <a:schemeClr val="tx1"/>
                        </a:buClr>
                        <a:buSzPct val="90000"/>
                        <a:defRPr kumimoji="1" sz="2400" kern="1200">
                          <a:solidFill>
                            <a:schemeClr val="tx1"/>
                          </a:solidFill>
                          <a:latin typeface="Times New Roman" panose="02020603050405020304" pitchFamily="18" charset="0"/>
                          <a:ea typeface="宋体" panose="02010600030101010101" pitchFamily="2" charset="-122"/>
                        </a:defRPr>
                      </a:lvl2pPr>
                      <a:lvl3pPr marL="1143000" indent="-228600" algn="l" defTabSz="914400" rtl="0" eaLnBrk="0" latinLnBrk="0" hangingPunct="0">
                        <a:spcBef>
                          <a:spcPct val="20000"/>
                        </a:spcBef>
                        <a:buClr>
                          <a:schemeClr val="accent1"/>
                        </a:buClr>
                        <a:buSzPct val="60000"/>
                        <a:buFont typeface="Wingdings" panose="05000000000000000000" pitchFamily="2" charset="2"/>
                        <a:defRPr kumimoji="1" sz="2000" kern="1200">
                          <a:solidFill>
                            <a:schemeClr val="tx1"/>
                          </a:solidFill>
                          <a:latin typeface="Times New Roman" panose="02020603050405020304" pitchFamily="18" charset="0"/>
                          <a:ea typeface="宋体" panose="02010600030101010101" pitchFamily="2" charset="-122"/>
                        </a:defRPr>
                      </a:lvl3pPr>
                      <a:lvl4pPr marL="1600200" indent="-228600" algn="l" defTabSz="914400" rtl="0" eaLnBrk="0" latinLnBrk="0" hangingPunct="0">
                        <a:spcBef>
                          <a:spcPct val="20000"/>
                        </a:spcBef>
                        <a:buClr>
                          <a:schemeClr val="tx1"/>
                        </a:buClr>
                        <a:defRPr kumimoji="1" sz="1800" kern="1200">
                          <a:solidFill>
                            <a:schemeClr val="tx1"/>
                          </a:solidFill>
                          <a:latin typeface="Times New Roman" panose="02020603050405020304" pitchFamily="18" charset="0"/>
                          <a:ea typeface="宋体" panose="02010600030101010101" pitchFamily="2" charset="-122"/>
                        </a:defRPr>
                      </a:lvl4pPr>
                      <a:lvl5pPr marL="2057400" indent="-228600" algn="l" defTabSz="914400" rtl="0" eaLnBrk="0" latinLnBrk="0" hangingPunct="0">
                        <a:spcBef>
                          <a:spcPct val="20000"/>
                        </a:spcBef>
                        <a:buClr>
                          <a:schemeClr val="accent1"/>
                        </a:buClr>
                        <a:defRPr kumimoji="1" sz="1800" kern="1200">
                          <a:solidFill>
                            <a:schemeClr val="tx1"/>
                          </a:solidFill>
                          <a:latin typeface="Times New Roman" panose="02020603050405020304"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2400" b="0" i="0" u="none" strike="noStrike" cap="none" normalizeH="0" baseline="0">
                          <a:ln>
                            <a:noFill/>
                          </a:ln>
                          <a:solidFill>
                            <a:srgbClr val="FF33CC"/>
                          </a:solidFill>
                          <a:effectLst/>
                          <a:latin typeface="Times New Roman" panose="02020603050405020304" pitchFamily="18" charset="0"/>
                          <a:ea typeface="宋体" panose="02010600030101010101" pitchFamily="2" charset="-122"/>
                        </a:rPr>
                        <a:t>It is the 365th day</a:t>
                      </a:r>
                      <a:endParaRPr kumimoji="1" lang="zh-CN" altLang="en-US" sz="2400" b="0" i="0" u="none" strike="noStrike" cap="none" normalizeH="0" baseline="0">
                        <a:ln>
                          <a:noFill/>
                        </a:ln>
                        <a:solidFill>
                          <a:srgbClr val="FF33CC"/>
                        </a:solidFill>
                        <a:effectLst/>
                        <a:latin typeface="Times New Roman" panose="02020603050405020304" pitchFamily="18" charset="0"/>
                        <a:ea typeface="宋体" panose="02010600030101010101" pitchFamily="2" charset="-122"/>
                      </a:endParaRPr>
                    </a:p>
                  </a:txBody>
                  <a:tcPr marT="45715" marB="45715" horzOverflow="overflow">
                    <a:lnL w="12700" cap="flat" cmpd="sng" algn="ctr">
                      <a:solidFill>
                        <a:sysClr val="windowText" lastClr="000000"/>
                      </a:solidFill>
                      <a:prstDash val="solid"/>
                      <a:miter lim="800000"/>
                      <a:headEnd type="none" w="med" len="med"/>
                      <a:tailEnd type="none" w="med" len="med"/>
                    </a:lnL>
                    <a:lnR w="28575" cap="flat" cmpd="sng" algn="ctr">
                      <a:solidFill>
                        <a:sysClr val="windowText" lastClr="000000"/>
                      </a:solidFill>
                      <a:prstDash val="solid"/>
                      <a:miter lim="800000"/>
                      <a:headEnd type="none" w="med" len="med"/>
                      <a:tailEnd type="none" w="med" len="med"/>
                    </a:lnR>
                    <a:lnT w="12700" cap="flat" cmpd="sng" algn="ctr">
                      <a:solidFill>
                        <a:sysClr val="windowText" lastClr="000000"/>
                      </a:solidFill>
                      <a:prstDash val="solid"/>
                      <a:miter lim="800000"/>
                      <a:headEnd type="none" w="med" len="med"/>
                      <a:tailEnd type="none" w="med" len="med"/>
                    </a:lnT>
                    <a:lnB w="12700" cap="flat" cmpd="sng" algn="ctr">
                      <a:solidFill>
                        <a:sysClr val="windowText" lastClr="000000"/>
                      </a:solidFill>
                      <a:prstDash val="solid"/>
                      <a:miter lim="800000"/>
                      <a:headEnd type="none" w="med" len="med"/>
                      <a:tailEnd type="none" w="med" len="med"/>
                    </a:lnB>
                    <a:lnTlToBr>
                      <a:noFill/>
                    </a:lnTlToBr>
                    <a:lnBlToTr>
                      <a:noFill/>
                    </a:lnBlToTr>
                    <a:noFill/>
                  </a:tcPr>
                </a:tc>
              </a:tr>
              <a:tr h="657225">
                <a:tc>
                  <a:txBody>
                    <a:bodyPr/>
                    <a:lstStyle>
                      <a:lvl1pPr marL="0" algn="l" defTabSz="914400" rtl="0" eaLnBrk="0" latinLnBrk="0" hangingPunct="0">
                        <a:spcBef>
                          <a:spcPct val="20000"/>
                        </a:spcBef>
                        <a:buClr>
                          <a:schemeClr val="accent2"/>
                        </a:buClr>
                        <a:buSzPct val="80000"/>
                        <a:buFont typeface="Wingdings" panose="05000000000000000000" pitchFamily="2" charset="2"/>
                        <a:defRPr kumimoji="1" sz="2800" kern="1200">
                          <a:solidFill>
                            <a:schemeClr val="tx1"/>
                          </a:solidFill>
                          <a:latin typeface="Times New Roman" panose="02020603050405020304" pitchFamily="18" charset="0"/>
                          <a:ea typeface="宋体" panose="02010600030101010101" pitchFamily="2" charset="-122"/>
                        </a:defRPr>
                      </a:lvl1pPr>
                      <a:lvl2pPr marL="742950" indent="-285750" algn="l" defTabSz="914400" rtl="0" eaLnBrk="0" latinLnBrk="0" hangingPunct="0">
                        <a:spcBef>
                          <a:spcPct val="20000"/>
                        </a:spcBef>
                        <a:buClr>
                          <a:schemeClr val="tx1"/>
                        </a:buClr>
                        <a:buSzPct val="90000"/>
                        <a:defRPr kumimoji="1" sz="2400" kern="1200">
                          <a:solidFill>
                            <a:schemeClr val="tx1"/>
                          </a:solidFill>
                          <a:latin typeface="Times New Roman" panose="02020603050405020304" pitchFamily="18" charset="0"/>
                          <a:ea typeface="宋体" panose="02010600030101010101" pitchFamily="2" charset="-122"/>
                        </a:defRPr>
                      </a:lvl2pPr>
                      <a:lvl3pPr marL="1143000" indent="-228600" algn="l" defTabSz="914400" rtl="0" eaLnBrk="0" latinLnBrk="0" hangingPunct="0">
                        <a:spcBef>
                          <a:spcPct val="20000"/>
                        </a:spcBef>
                        <a:buClr>
                          <a:schemeClr val="accent1"/>
                        </a:buClr>
                        <a:buSzPct val="60000"/>
                        <a:buFont typeface="Wingdings" panose="05000000000000000000" pitchFamily="2" charset="2"/>
                        <a:defRPr kumimoji="1" sz="2000" kern="1200">
                          <a:solidFill>
                            <a:schemeClr val="tx1"/>
                          </a:solidFill>
                          <a:latin typeface="Times New Roman" panose="02020603050405020304" pitchFamily="18" charset="0"/>
                          <a:ea typeface="宋体" panose="02010600030101010101" pitchFamily="2" charset="-122"/>
                        </a:defRPr>
                      </a:lvl3pPr>
                      <a:lvl4pPr marL="1600200" indent="-228600" algn="l" defTabSz="914400" rtl="0" eaLnBrk="0" latinLnBrk="0" hangingPunct="0">
                        <a:spcBef>
                          <a:spcPct val="20000"/>
                        </a:spcBef>
                        <a:buClr>
                          <a:schemeClr val="tx1"/>
                        </a:buClr>
                        <a:defRPr kumimoji="1" sz="1800" kern="1200">
                          <a:solidFill>
                            <a:schemeClr val="tx1"/>
                          </a:solidFill>
                          <a:latin typeface="Times New Roman" panose="02020603050405020304" pitchFamily="18" charset="0"/>
                          <a:ea typeface="宋体" panose="02010600030101010101" pitchFamily="2" charset="-122"/>
                        </a:defRPr>
                      </a:lvl4pPr>
                      <a:lvl5pPr marL="2057400" indent="-228600" algn="l" defTabSz="914400" rtl="0" eaLnBrk="0" latinLnBrk="0" hangingPunct="0">
                        <a:spcBef>
                          <a:spcPct val="20000"/>
                        </a:spcBef>
                        <a:buClr>
                          <a:schemeClr val="accent1"/>
                        </a:buClr>
                        <a:defRPr kumimoji="1" sz="1800" kern="1200">
                          <a:solidFill>
                            <a:schemeClr val="tx1"/>
                          </a:solidFill>
                          <a:latin typeface="Times New Roman" panose="02020603050405020304"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a:t>
                      </a:r>
                      <a:endPar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5" marB="45715" horzOverflow="overflow">
                    <a:lnL w="28575" cap="flat" cmpd="sng" algn="ctr">
                      <a:solidFill>
                        <a:sysClr val="windowText" lastClr="000000"/>
                      </a:solidFill>
                      <a:prstDash val="solid"/>
                      <a:miter lim="800000"/>
                      <a:headEnd type="none" w="med" len="med"/>
                      <a:tailEnd type="none" w="med" len="med"/>
                    </a:lnL>
                    <a:lnR w="12700" cap="flat" cmpd="sng" algn="ctr">
                      <a:solidFill>
                        <a:sysClr val="windowText" lastClr="000000"/>
                      </a:solidFill>
                      <a:prstDash val="solid"/>
                      <a:miter lim="800000"/>
                      <a:headEnd type="none" w="med" len="med"/>
                      <a:tailEnd type="none" w="med" len="med"/>
                    </a:lnR>
                    <a:lnT w="12700" cap="flat" cmpd="sng" algn="ctr">
                      <a:solidFill>
                        <a:sysClr val="windowText" lastClr="000000"/>
                      </a:solidFill>
                      <a:prstDash val="solid"/>
                      <a:miter lim="800000"/>
                      <a:headEnd type="none" w="med" len="med"/>
                      <a:tailEnd type="none" w="med" len="med"/>
                    </a:lnT>
                    <a:lnB w="12700" cap="flat" cmpd="sng" algn="ctr">
                      <a:solidFill>
                        <a:sysClr val="windowText" lastClr="000000"/>
                      </a:solidFill>
                      <a:prstDash val="solid"/>
                      <a:miter lim="800000"/>
                      <a:headEnd type="none" w="med" len="med"/>
                      <a:tailEnd type="none" w="med" len="med"/>
                    </a:lnB>
                    <a:lnTlToBr>
                      <a:noFill/>
                    </a:lnTlToBr>
                    <a:lnBlToTr>
                      <a:noFill/>
                    </a:lnBlToTr>
                    <a:noFill/>
                  </a:tcPr>
                </a:tc>
                <a:tc>
                  <a:txBody>
                    <a:bodyPr/>
                    <a:lstStyle>
                      <a:lvl1pPr marL="0" algn="l" defTabSz="914400" rtl="0" eaLnBrk="0" latinLnBrk="0" hangingPunct="0">
                        <a:spcBef>
                          <a:spcPct val="20000"/>
                        </a:spcBef>
                        <a:buClr>
                          <a:schemeClr val="accent2"/>
                        </a:buClr>
                        <a:buSzPct val="80000"/>
                        <a:buFont typeface="Wingdings" panose="05000000000000000000" pitchFamily="2" charset="2"/>
                        <a:defRPr kumimoji="1" sz="2800" kern="1200">
                          <a:solidFill>
                            <a:schemeClr val="tx1"/>
                          </a:solidFill>
                          <a:latin typeface="Times New Roman" panose="02020603050405020304" pitchFamily="18" charset="0"/>
                          <a:ea typeface="宋体" panose="02010600030101010101" pitchFamily="2" charset="-122"/>
                        </a:defRPr>
                      </a:lvl1pPr>
                      <a:lvl2pPr marL="742950" indent="-285750" algn="l" defTabSz="914400" rtl="0" eaLnBrk="0" latinLnBrk="0" hangingPunct="0">
                        <a:spcBef>
                          <a:spcPct val="20000"/>
                        </a:spcBef>
                        <a:buClr>
                          <a:schemeClr val="tx1"/>
                        </a:buClr>
                        <a:buSzPct val="90000"/>
                        <a:defRPr kumimoji="1" sz="2400" kern="1200">
                          <a:solidFill>
                            <a:schemeClr val="tx1"/>
                          </a:solidFill>
                          <a:latin typeface="Times New Roman" panose="02020603050405020304" pitchFamily="18" charset="0"/>
                          <a:ea typeface="宋体" panose="02010600030101010101" pitchFamily="2" charset="-122"/>
                        </a:defRPr>
                      </a:lvl2pPr>
                      <a:lvl3pPr marL="1143000" indent="-228600" algn="l" defTabSz="914400" rtl="0" eaLnBrk="0" latinLnBrk="0" hangingPunct="0">
                        <a:spcBef>
                          <a:spcPct val="20000"/>
                        </a:spcBef>
                        <a:buClr>
                          <a:schemeClr val="accent1"/>
                        </a:buClr>
                        <a:buSzPct val="60000"/>
                        <a:buFont typeface="Wingdings" panose="05000000000000000000" pitchFamily="2" charset="2"/>
                        <a:defRPr kumimoji="1" sz="2000" kern="1200">
                          <a:solidFill>
                            <a:schemeClr val="tx1"/>
                          </a:solidFill>
                          <a:latin typeface="Times New Roman" panose="02020603050405020304" pitchFamily="18" charset="0"/>
                          <a:ea typeface="宋体" panose="02010600030101010101" pitchFamily="2" charset="-122"/>
                        </a:defRPr>
                      </a:lvl3pPr>
                      <a:lvl4pPr marL="1600200" indent="-228600" algn="l" defTabSz="914400" rtl="0" eaLnBrk="0" latinLnBrk="0" hangingPunct="0">
                        <a:spcBef>
                          <a:spcPct val="20000"/>
                        </a:spcBef>
                        <a:buClr>
                          <a:schemeClr val="tx1"/>
                        </a:buClr>
                        <a:defRPr kumimoji="1" sz="1800" kern="1200">
                          <a:solidFill>
                            <a:schemeClr val="tx1"/>
                          </a:solidFill>
                          <a:latin typeface="Times New Roman" panose="02020603050405020304" pitchFamily="18" charset="0"/>
                          <a:ea typeface="宋体" panose="02010600030101010101" pitchFamily="2" charset="-122"/>
                        </a:defRPr>
                      </a:lvl4pPr>
                      <a:lvl5pPr marL="2057400" indent="-228600" algn="l" defTabSz="914400" rtl="0" eaLnBrk="0" latinLnBrk="0" hangingPunct="0">
                        <a:spcBef>
                          <a:spcPct val="20000"/>
                        </a:spcBef>
                        <a:buClr>
                          <a:schemeClr val="accent1"/>
                        </a:buClr>
                        <a:defRPr kumimoji="1" sz="1800" kern="1200">
                          <a:solidFill>
                            <a:schemeClr val="tx1"/>
                          </a:solidFill>
                          <a:latin typeface="Times New Roman" panose="02020603050405020304"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2049,11,30</a:t>
                      </a:r>
                      <a:endPar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5" marB="45715" horzOverflow="overflow">
                    <a:lnL w="12700" cap="flat" cmpd="sng" algn="ctr">
                      <a:solidFill>
                        <a:sysClr val="windowText" lastClr="000000"/>
                      </a:solidFill>
                      <a:prstDash val="solid"/>
                      <a:miter lim="800000"/>
                      <a:headEnd type="none" w="med" len="med"/>
                      <a:tailEnd type="none" w="med" len="med"/>
                    </a:lnL>
                    <a:lnR w="12700" cap="flat" cmpd="sng" algn="ctr">
                      <a:solidFill>
                        <a:sysClr val="windowText" lastClr="000000"/>
                      </a:solidFill>
                      <a:prstDash val="solid"/>
                      <a:miter lim="800000"/>
                      <a:headEnd type="none" w="med" len="med"/>
                      <a:tailEnd type="none" w="med" len="med"/>
                    </a:lnR>
                    <a:lnT w="12700" cap="flat" cmpd="sng" algn="ctr">
                      <a:solidFill>
                        <a:sysClr val="windowText" lastClr="000000"/>
                      </a:solidFill>
                      <a:prstDash val="solid"/>
                      <a:miter lim="800000"/>
                      <a:headEnd type="none" w="med" len="med"/>
                      <a:tailEnd type="none" w="med" len="med"/>
                    </a:lnT>
                    <a:lnB w="12700" cap="flat" cmpd="sng" algn="ctr">
                      <a:solidFill>
                        <a:sysClr val="windowText" lastClr="000000"/>
                      </a:solidFill>
                      <a:prstDash val="solid"/>
                      <a:miter lim="800000"/>
                      <a:headEnd type="none" w="med" len="med"/>
                      <a:tailEnd type="none" w="med" len="med"/>
                    </a:lnB>
                    <a:lnTlToBr>
                      <a:noFill/>
                    </a:lnTlToBr>
                    <a:lnBlToTr>
                      <a:noFill/>
                    </a:lnBlToTr>
                    <a:noFill/>
                  </a:tcPr>
                </a:tc>
                <a:tc>
                  <a:txBody>
                    <a:bodyPr/>
                    <a:lstStyle>
                      <a:lvl1pPr marL="0" algn="l" defTabSz="914400" rtl="0" eaLnBrk="0" latinLnBrk="0" hangingPunct="0">
                        <a:spcBef>
                          <a:spcPct val="20000"/>
                        </a:spcBef>
                        <a:buClr>
                          <a:schemeClr val="accent2"/>
                        </a:buClr>
                        <a:buSzPct val="80000"/>
                        <a:buFont typeface="Wingdings" panose="05000000000000000000" pitchFamily="2" charset="2"/>
                        <a:defRPr kumimoji="1" sz="2800" kern="1200">
                          <a:solidFill>
                            <a:schemeClr val="tx1"/>
                          </a:solidFill>
                          <a:latin typeface="Times New Roman" panose="02020603050405020304" pitchFamily="18" charset="0"/>
                          <a:ea typeface="宋体" panose="02010600030101010101" pitchFamily="2" charset="-122"/>
                        </a:defRPr>
                      </a:lvl1pPr>
                      <a:lvl2pPr marL="742950" indent="-285750" algn="l" defTabSz="914400" rtl="0" eaLnBrk="0" latinLnBrk="0" hangingPunct="0">
                        <a:spcBef>
                          <a:spcPct val="20000"/>
                        </a:spcBef>
                        <a:buClr>
                          <a:schemeClr val="tx1"/>
                        </a:buClr>
                        <a:buSzPct val="90000"/>
                        <a:defRPr kumimoji="1" sz="2400" kern="1200">
                          <a:solidFill>
                            <a:schemeClr val="tx1"/>
                          </a:solidFill>
                          <a:latin typeface="Times New Roman" panose="02020603050405020304" pitchFamily="18" charset="0"/>
                          <a:ea typeface="宋体" panose="02010600030101010101" pitchFamily="2" charset="-122"/>
                        </a:defRPr>
                      </a:lvl2pPr>
                      <a:lvl3pPr marL="1143000" indent="-228600" algn="l" defTabSz="914400" rtl="0" eaLnBrk="0" latinLnBrk="0" hangingPunct="0">
                        <a:spcBef>
                          <a:spcPct val="20000"/>
                        </a:spcBef>
                        <a:buClr>
                          <a:schemeClr val="accent1"/>
                        </a:buClr>
                        <a:buSzPct val="60000"/>
                        <a:buFont typeface="Wingdings" panose="05000000000000000000" pitchFamily="2" charset="2"/>
                        <a:defRPr kumimoji="1" sz="2000" kern="1200">
                          <a:solidFill>
                            <a:schemeClr val="tx1"/>
                          </a:solidFill>
                          <a:latin typeface="Times New Roman" panose="02020603050405020304" pitchFamily="18" charset="0"/>
                          <a:ea typeface="宋体" panose="02010600030101010101" pitchFamily="2" charset="-122"/>
                        </a:defRPr>
                      </a:lvl3pPr>
                      <a:lvl4pPr marL="1600200" indent="-228600" algn="l" defTabSz="914400" rtl="0" eaLnBrk="0" latinLnBrk="0" hangingPunct="0">
                        <a:spcBef>
                          <a:spcPct val="20000"/>
                        </a:spcBef>
                        <a:buClr>
                          <a:schemeClr val="tx1"/>
                        </a:buClr>
                        <a:defRPr kumimoji="1" sz="1800" kern="1200">
                          <a:solidFill>
                            <a:schemeClr val="tx1"/>
                          </a:solidFill>
                          <a:latin typeface="Times New Roman" panose="02020603050405020304" pitchFamily="18" charset="0"/>
                          <a:ea typeface="宋体" panose="02010600030101010101" pitchFamily="2" charset="-122"/>
                        </a:defRPr>
                      </a:lvl4pPr>
                      <a:lvl5pPr marL="2057400" indent="-228600" algn="l" defTabSz="914400" rtl="0" eaLnBrk="0" latinLnBrk="0" hangingPunct="0">
                        <a:spcBef>
                          <a:spcPct val="20000"/>
                        </a:spcBef>
                        <a:buClr>
                          <a:schemeClr val="accent1"/>
                        </a:buClr>
                        <a:defRPr kumimoji="1" sz="1800" kern="1200">
                          <a:solidFill>
                            <a:schemeClr val="tx1"/>
                          </a:solidFill>
                          <a:latin typeface="Times New Roman" panose="02020603050405020304"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It is the 334th day</a:t>
                      </a: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5" marB="45715" horzOverflow="overflow">
                    <a:lnL w="12700" cap="flat" cmpd="sng" algn="ctr">
                      <a:solidFill>
                        <a:sysClr val="windowText" lastClr="000000"/>
                      </a:solidFill>
                      <a:prstDash val="solid"/>
                      <a:miter lim="800000"/>
                      <a:headEnd type="none" w="med" len="med"/>
                      <a:tailEnd type="none" w="med" len="med"/>
                    </a:lnL>
                    <a:lnR w="12700" cap="flat" cmpd="sng" algn="ctr">
                      <a:solidFill>
                        <a:sysClr val="windowText" lastClr="000000"/>
                      </a:solidFill>
                      <a:prstDash val="solid"/>
                      <a:miter lim="800000"/>
                      <a:headEnd type="none" w="med" len="med"/>
                      <a:tailEnd type="none" w="med" len="med"/>
                    </a:lnR>
                    <a:lnT w="12700" cap="flat" cmpd="sng" algn="ctr">
                      <a:solidFill>
                        <a:sysClr val="windowText" lastClr="000000"/>
                      </a:solidFill>
                      <a:prstDash val="solid"/>
                      <a:miter lim="800000"/>
                      <a:headEnd type="none" w="med" len="med"/>
                      <a:tailEnd type="none" w="med" len="med"/>
                    </a:lnT>
                    <a:lnB w="12700" cap="flat" cmpd="sng" algn="ctr">
                      <a:solidFill>
                        <a:sysClr val="windowText" lastClr="000000"/>
                      </a:solidFill>
                      <a:prstDash val="solid"/>
                      <a:miter lim="800000"/>
                      <a:headEnd type="none" w="med" len="med"/>
                      <a:tailEnd type="none" w="med" len="med"/>
                    </a:lnB>
                    <a:lnTlToBr>
                      <a:noFill/>
                    </a:lnTlToBr>
                    <a:lnBlToTr>
                      <a:noFill/>
                    </a:lnBlToTr>
                    <a:noFill/>
                  </a:tcPr>
                </a:tc>
                <a:tc>
                  <a:txBody>
                    <a:bodyPr/>
                    <a:lstStyle>
                      <a:lvl1pPr marL="0" algn="l" defTabSz="914400" rtl="0" eaLnBrk="0" latinLnBrk="0" hangingPunct="0">
                        <a:spcBef>
                          <a:spcPct val="20000"/>
                        </a:spcBef>
                        <a:buClr>
                          <a:schemeClr val="accent2"/>
                        </a:buClr>
                        <a:buSzPct val="80000"/>
                        <a:buFont typeface="Wingdings" panose="05000000000000000000" pitchFamily="2" charset="2"/>
                        <a:defRPr kumimoji="1" sz="2800" kern="1200">
                          <a:solidFill>
                            <a:schemeClr val="tx1"/>
                          </a:solidFill>
                          <a:latin typeface="Times New Roman" panose="02020603050405020304" pitchFamily="18" charset="0"/>
                          <a:ea typeface="宋体" panose="02010600030101010101" pitchFamily="2" charset="-122"/>
                        </a:defRPr>
                      </a:lvl1pPr>
                      <a:lvl2pPr marL="742950" indent="-285750" algn="l" defTabSz="914400" rtl="0" eaLnBrk="0" latinLnBrk="0" hangingPunct="0">
                        <a:spcBef>
                          <a:spcPct val="20000"/>
                        </a:spcBef>
                        <a:buClr>
                          <a:schemeClr val="tx1"/>
                        </a:buClr>
                        <a:buSzPct val="90000"/>
                        <a:defRPr kumimoji="1" sz="2400" kern="1200">
                          <a:solidFill>
                            <a:schemeClr val="tx1"/>
                          </a:solidFill>
                          <a:latin typeface="Times New Roman" panose="02020603050405020304" pitchFamily="18" charset="0"/>
                          <a:ea typeface="宋体" panose="02010600030101010101" pitchFamily="2" charset="-122"/>
                        </a:defRPr>
                      </a:lvl2pPr>
                      <a:lvl3pPr marL="1143000" indent="-228600" algn="l" defTabSz="914400" rtl="0" eaLnBrk="0" latinLnBrk="0" hangingPunct="0">
                        <a:spcBef>
                          <a:spcPct val="20000"/>
                        </a:spcBef>
                        <a:buClr>
                          <a:schemeClr val="accent1"/>
                        </a:buClr>
                        <a:buSzPct val="60000"/>
                        <a:buFont typeface="Wingdings" panose="05000000000000000000" pitchFamily="2" charset="2"/>
                        <a:defRPr kumimoji="1" sz="2000" kern="1200">
                          <a:solidFill>
                            <a:schemeClr val="tx1"/>
                          </a:solidFill>
                          <a:latin typeface="Times New Roman" panose="02020603050405020304" pitchFamily="18" charset="0"/>
                          <a:ea typeface="宋体" panose="02010600030101010101" pitchFamily="2" charset="-122"/>
                        </a:defRPr>
                      </a:lvl3pPr>
                      <a:lvl4pPr marL="1600200" indent="-228600" algn="l" defTabSz="914400" rtl="0" eaLnBrk="0" latinLnBrk="0" hangingPunct="0">
                        <a:spcBef>
                          <a:spcPct val="20000"/>
                        </a:spcBef>
                        <a:buClr>
                          <a:schemeClr val="tx1"/>
                        </a:buClr>
                        <a:defRPr kumimoji="1" sz="1800" kern="1200">
                          <a:solidFill>
                            <a:schemeClr val="tx1"/>
                          </a:solidFill>
                          <a:latin typeface="Times New Roman" panose="02020603050405020304" pitchFamily="18" charset="0"/>
                          <a:ea typeface="宋体" panose="02010600030101010101" pitchFamily="2" charset="-122"/>
                        </a:defRPr>
                      </a:lvl4pPr>
                      <a:lvl5pPr marL="2057400" indent="-228600" algn="l" defTabSz="914400" rtl="0" eaLnBrk="0" latinLnBrk="0" hangingPunct="0">
                        <a:spcBef>
                          <a:spcPct val="20000"/>
                        </a:spcBef>
                        <a:buClr>
                          <a:schemeClr val="accent1"/>
                        </a:buClr>
                        <a:defRPr kumimoji="1" sz="1800" kern="1200">
                          <a:solidFill>
                            <a:schemeClr val="tx1"/>
                          </a:solidFill>
                          <a:latin typeface="Times New Roman" panose="02020603050405020304"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2400" b="0" i="0" u="none" strike="noStrike" cap="none" normalizeH="0" baseline="0">
                          <a:ln>
                            <a:noFill/>
                          </a:ln>
                          <a:solidFill>
                            <a:srgbClr val="FF33CC"/>
                          </a:solidFill>
                          <a:effectLst/>
                          <a:latin typeface="Times New Roman" panose="02020603050405020304" pitchFamily="18" charset="0"/>
                          <a:ea typeface="宋体" panose="02010600030101010101" pitchFamily="2" charset="-122"/>
                        </a:rPr>
                        <a:t>It is the 334th day</a:t>
                      </a:r>
                      <a:endParaRPr kumimoji="1" lang="zh-CN" altLang="en-US" sz="2400" b="0" i="0" u="none" strike="noStrike" cap="none" normalizeH="0" baseline="0">
                        <a:ln>
                          <a:noFill/>
                        </a:ln>
                        <a:solidFill>
                          <a:srgbClr val="FF33CC"/>
                        </a:solidFill>
                        <a:effectLst/>
                        <a:latin typeface="Times New Roman" panose="02020603050405020304" pitchFamily="18" charset="0"/>
                        <a:ea typeface="宋体" panose="02010600030101010101" pitchFamily="2" charset="-122"/>
                      </a:endParaRPr>
                    </a:p>
                  </a:txBody>
                  <a:tcPr marT="45715" marB="45715" horzOverflow="overflow">
                    <a:lnL w="12700" cap="flat" cmpd="sng" algn="ctr">
                      <a:solidFill>
                        <a:sysClr val="windowText" lastClr="000000"/>
                      </a:solidFill>
                      <a:prstDash val="solid"/>
                      <a:miter lim="800000"/>
                      <a:headEnd type="none" w="med" len="med"/>
                      <a:tailEnd type="none" w="med" len="med"/>
                    </a:lnL>
                    <a:lnR w="28575" cap="flat" cmpd="sng" algn="ctr">
                      <a:solidFill>
                        <a:sysClr val="windowText" lastClr="000000"/>
                      </a:solidFill>
                      <a:prstDash val="solid"/>
                      <a:miter lim="800000"/>
                      <a:headEnd type="none" w="med" len="med"/>
                      <a:tailEnd type="none" w="med" len="med"/>
                    </a:lnR>
                    <a:lnT w="12700" cap="flat" cmpd="sng" algn="ctr">
                      <a:solidFill>
                        <a:sysClr val="windowText" lastClr="000000"/>
                      </a:solidFill>
                      <a:prstDash val="solid"/>
                      <a:miter lim="800000"/>
                      <a:headEnd type="none" w="med" len="med"/>
                      <a:tailEnd type="none" w="med" len="med"/>
                    </a:lnT>
                    <a:lnB w="12700" cap="flat" cmpd="sng" algn="ctr">
                      <a:solidFill>
                        <a:sysClr val="windowText" lastClr="000000"/>
                      </a:solidFill>
                      <a:prstDash val="solid"/>
                      <a:miter lim="800000"/>
                      <a:headEnd type="none" w="med" len="med"/>
                      <a:tailEnd type="none" w="med" len="med"/>
                    </a:lnB>
                    <a:lnTlToBr>
                      <a:noFill/>
                    </a:lnTlToBr>
                    <a:lnBlToTr>
                      <a:noFill/>
                    </a:lnBlToTr>
                    <a:noFill/>
                  </a:tcPr>
                </a:tc>
              </a:tr>
              <a:tr h="657225">
                <a:tc>
                  <a:txBody>
                    <a:bodyPr/>
                    <a:lstStyle>
                      <a:lvl1pPr marL="0" algn="l" defTabSz="914400" rtl="0" eaLnBrk="0" latinLnBrk="0" hangingPunct="0">
                        <a:spcBef>
                          <a:spcPct val="20000"/>
                        </a:spcBef>
                        <a:buClr>
                          <a:schemeClr val="accent2"/>
                        </a:buClr>
                        <a:buSzPct val="80000"/>
                        <a:buFont typeface="Wingdings" panose="05000000000000000000" pitchFamily="2" charset="2"/>
                        <a:defRPr kumimoji="1" sz="2800" kern="1200">
                          <a:solidFill>
                            <a:schemeClr val="tx1"/>
                          </a:solidFill>
                          <a:latin typeface="Times New Roman" panose="02020603050405020304" pitchFamily="18" charset="0"/>
                          <a:ea typeface="宋体" panose="02010600030101010101" pitchFamily="2" charset="-122"/>
                        </a:defRPr>
                      </a:lvl1pPr>
                      <a:lvl2pPr marL="742950" indent="-285750" algn="l" defTabSz="914400" rtl="0" eaLnBrk="0" latinLnBrk="0" hangingPunct="0">
                        <a:spcBef>
                          <a:spcPct val="20000"/>
                        </a:spcBef>
                        <a:buClr>
                          <a:schemeClr val="tx1"/>
                        </a:buClr>
                        <a:buSzPct val="90000"/>
                        <a:defRPr kumimoji="1" sz="2400" kern="1200">
                          <a:solidFill>
                            <a:schemeClr val="tx1"/>
                          </a:solidFill>
                          <a:latin typeface="Times New Roman" panose="02020603050405020304" pitchFamily="18" charset="0"/>
                          <a:ea typeface="宋体" panose="02010600030101010101" pitchFamily="2" charset="-122"/>
                        </a:defRPr>
                      </a:lvl2pPr>
                      <a:lvl3pPr marL="1143000" indent="-228600" algn="l" defTabSz="914400" rtl="0" eaLnBrk="0" latinLnBrk="0" hangingPunct="0">
                        <a:spcBef>
                          <a:spcPct val="20000"/>
                        </a:spcBef>
                        <a:buClr>
                          <a:schemeClr val="accent1"/>
                        </a:buClr>
                        <a:buSzPct val="60000"/>
                        <a:buFont typeface="Wingdings" panose="05000000000000000000" pitchFamily="2" charset="2"/>
                        <a:defRPr kumimoji="1" sz="2000" kern="1200">
                          <a:solidFill>
                            <a:schemeClr val="tx1"/>
                          </a:solidFill>
                          <a:latin typeface="Times New Roman" panose="02020603050405020304" pitchFamily="18" charset="0"/>
                          <a:ea typeface="宋体" panose="02010600030101010101" pitchFamily="2" charset="-122"/>
                        </a:defRPr>
                      </a:lvl3pPr>
                      <a:lvl4pPr marL="1600200" indent="-228600" algn="l" defTabSz="914400" rtl="0" eaLnBrk="0" latinLnBrk="0" hangingPunct="0">
                        <a:spcBef>
                          <a:spcPct val="20000"/>
                        </a:spcBef>
                        <a:buClr>
                          <a:schemeClr val="tx1"/>
                        </a:buClr>
                        <a:defRPr kumimoji="1" sz="1800" kern="1200">
                          <a:solidFill>
                            <a:schemeClr val="tx1"/>
                          </a:solidFill>
                          <a:latin typeface="Times New Roman" panose="02020603050405020304" pitchFamily="18" charset="0"/>
                          <a:ea typeface="宋体" panose="02010600030101010101" pitchFamily="2" charset="-122"/>
                        </a:defRPr>
                      </a:lvl4pPr>
                      <a:lvl5pPr marL="2057400" indent="-228600" algn="l" defTabSz="914400" rtl="0" eaLnBrk="0" latinLnBrk="0" hangingPunct="0">
                        <a:spcBef>
                          <a:spcPct val="20000"/>
                        </a:spcBef>
                        <a:buClr>
                          <a:schemeClr val="accent1"/>
                        </a:buClr>
                        <a:defRPr kumimoji="1" sz="1800" kern="1200">
                          <a:solidFill>
                            <a:schemeClr val="tx1"/>
                          </a:solidFill>
                          <a:latin typeface="Times New Roman" panose="02020603050405020304"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a:t>
                      </a:r>
                      <a:endPar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5" marB="45715" horzOverflow="overflow">
                    <a:lnL w="28575" cap="flat" cmpd="sng" algn="ctr">
                      <a:solidFill>
                        <a:sysClr val="windowText" lastClr="000000"/>
                      </a:solidFill>
                      <a:prstDash val="solid"/>
                      <a:miter lim="800000"/>
                      <a:headEnd type="none" w="med" len="med"/>
                      <a:tailEnd type="none" w="med" len="med"/>
                    </a:lnL>
                    <a:lnR w="12700" cap="flat" cmpd="sng" algn="ctr">
                      <a:solidFill>
                        <a:sysClr val="windowText" lastClr="000000"/>
                      </a:solidFill>
                      <a:prstDash val="solid"/>
                      <a:miter lim="800000"/>
                      <a:headEnd type="none" w="med" len="med"/>
                      <a:tailEnd type="none" w="med" len="med"/>
                    </a:lnR>
                    <a:lnT w="12700" cap="flat" cmpd="sng" algn="ctr">
                      <a:solidFill>
                        <a:sysClr val="windowText" lastClr="000000"/>
                      </a:solidFill>
                      <a:prstDash val="solid"/>
                      <a:miter lim="800000"/>
                      <a:headEnd type="none" w="med" len="med"/>
                      <a:tailEnd type="none" w="med" len="med"/>
                    </a:lnT>
                    <a:lnB w="12700" cap="flat" cmpd="sng" algn="ctr">
                      <a:solidFill>
                        <a:sysClr val="windowText" lastClr="000000"/>
                      </a:solidFill>
                      <a:prstDash val="solid"/>
                      <a:miter lim="800000"/>
                      <a:headEnd type="none" w="med" len="med"/>
                      <a:tailEnd type="none" w="med" len="med"/>
                    </a:lnB>
                    <a:lnTlToBr>
                      <a:noFill/>
                    </a:lnTlToBr>
                    <a:lnBlToTr>
                      <a:noFill/>
                    </a:lnBlToTr>
                    <a:noFill/>
                  </a:tcPr>
                </a:tc>
                <a:tc>
                  <a:txBody>
                    <a:bodyPr/>
                    <a:lstStyle>
                      <a:lvl1pPr marL="0" algn="l" defTabSz="914400" rtl="0" eaLnBrk="0" latinLnBrk="0" hangingPunct="0">
                        <a:spcBef>
                          <a:spcPct val="20000"/>
                        </a:spcBef>
                        <a:buClr>
                          <a:schemeClr val="accent2"/>
                        </a:buClr>
                        <a:buSzPct val="80000"/>
                        <a:buFont typeface="Wingdings" panose="05000000000000000000" pitchFamily="2" charset="2"/>
                        <a:defRPr kumimoji="1" sz="2800" kern="1200">
                          <a:solidFill>
                            <a:schemeClr val="tx1"/>
                          </a:solidFill>
                          <a:latin typeface="Times New Roman" panose="02020603050405020304" pitchFamily="18" charset="0"/>
                          <a:ea typeface="宋体" panose="02010600030101010101" pitchFamily="2" charset="-122"/>
                        </a:defRPr>
                      </a:lvl1pPr>
                      <a:lvl2pPr marL="742950" indent="-285750" algn="l" defTabSz="914400" rtl="0" eaLnBrk="0" latinLnBrk="0" hangingPunct="0">
                        <a:spcBef>
                          <a:spcPct val="20000"/>
                        </a:spcBef>
                        <a:buClr>
                          <a:schemeClr val="tx1"/>
                        </a:buClr>
                        <a:buSzPct val="90000"/>
                        <a:defRPr kumimoji="1" sz="2400" kern="1200">
                          <a:solidFill>
                            <a:schemeClr val="tx1"/>
                          </a:solidFill>
                          <a:latin typeface="Times New Roman" panose="02020603050405020304" pitchFamily="18" charset="0"/>
                          <a:ea typeface="宋体" panose="02010600030101010101" pitchFamily="2" charset="-122"/>
                        </a:defRPr>
                      </a:lvl2pPr>
                      <a:lvl3pPr marL="1143000" indent="-228600" algn="l" defTabSz="914400" rtl="0" eaLnBrk="0" latinLnBrk="0" hangingPunct="0">
                        <a:spcBef>
                          <a:spcPct val="20000"/>
                        </a:spcBef>
                        <a:buClr>
                          <a:schemeClr val="accent1"/>
                        </a:buClr>
                        <a:buSzPct val="60000"/>
                        <a:buFont typeface="Wingdings" panose="05000000000000000000" pitchFamily="2" charset="2"/>
                        <a:defRPr kumimoji="1" sz="2000" kern="1200">
                          <a:solidFill>
                            <a:schemeClr val="tx1"/>
                          </a:solidFill>
                          <a:latin typeface="Times New Roman" panose="02020603050405020304" pitchFamily="18" charset="0"/>
                          <a:ea typeface="宋体" panose="02010600030101010101" pitchFamily="2" charset="-122"/>
                        </a:defRPr>
                      </a:lvl3pPr>
                      <a:lvl4pPr marL="1600200" indent="-228600" algn="l" defTabSz="914400" rtl="0" eaLnBrk="0" latinLnBrk="0" hangingPunct="0">
                        <a:spcBef>
                          <a:spcPct val="20000"/>
                        </a:spcBef>
                        <a:buClr>
                          <a:schemeClr val="tx1"/>
                        </a:buClr>
                        <a:defRPr kumimoji="1" sz="1800" kern="1200">
                          <a:solidFill>
                            <a:schemeClr val="tx1"/>
                          </a:solidFill>
                          <a:latin typeface="Times New Roman" panose="02020603050405020304" pitchFamily="18" charset="0"/>
                          <a:ea typeface="宋体" panose="02010600030101010101" pitchFamily="2" charset="-122"/>
                        </a:defRPr>
                      </a:lvl4pPr>
                      <a:lvl5pPr marL="2057400" indent="-228600" algn="l" defTabSz="914400" rtl="0" eaLnBrk="0" latinLnBrk="0" hangingPunct="0">
                        <a:spcBef>
                          <a:spcPct val="20000"/>
                        </a:spcBef>
                        <a:buClr>
                          <a:schemeClr val="accent1"/>
                        </a:buClr>
                        <a:defRPr kumimoji="1" sz="1800" kern="1200">
                          <a:solidFill>
                            <a:schemeClr val="tx1"/>
                          </a:solidFill>
                          <a:latin typeface="Times New Roman" panose="02020603050405020304"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2051,13,32</a:t>
                      </a:r>
                      <a:endPar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5" marB="45715" horzOverflow="overflow">
                    <a:lnL w="12700" cap="flat" cmpd="sng" algn="ctr">
                      <a:solidFill>
                        <a:sysClr val="windowText" lastClr="000000"/>
                      </a:solidFill>
                      <a:prstDash val="solid"/>
                      <a:miter lim="800000"/>
                      <a:headEnd type="none" w="med" len="med"/>
                      <a:tailEnd type="none" w="med" len="med"/>
                    </a:lnL>
                    <a:lnR w="12700" cap="flat" cmpd="sng" algn="ctr">
                      <a:solidFill>
                        <a:sysClr val="windowText" lastClr="000000"/>
                      </a:solidFill>
                      <a:prstDash val="solid"/>
                      <a:miter lim="800000"/>
                      <a:headEnd type="none" w="med" len="med"/>
                      <a:tailEnd type="none" w="med" len="med"/>
                    </a:lnR>
                    <a:lnT w="12700" cap="flat" cmpd="sng" algn="ctr">
                      <a:solidFill>
                        <a:sysClr val="windowText" lastClr="000000"/>
                      </a:solidFill>
                      <a:prstDash val="solid"/>
                      <a:miter lim="800000"/>
                      <a:headEnd type="none" w="med" len="med"/>
                      <a:tailEnd type="none" w="med" len="med"/>
                    </a:lnT>
                    <a:lnB w="12700" cap="flat" cmpd="sng" algn="ctr">
                      <a:solidFill>
                        <a:sysClr val="windowText" lastClr="000000"/>
                      </a:solidFill>
                      <a:prstDash val="solid"/>
                      <a:miter lim="800000"/>
                      <a:headEnd type="none" w="med" len="med"/>
                      <a:tailEnd type="none" w="med" len="med"/>
                    </a:lnB>
                    <a:lnTlToBr>
                      <a:noFill/>
                    </a:lnTlToBr>
                    <a:lnBlToTr>
                      <a:noFill/>
                    </a:lnBlToTr>
                    <a:noFill/>
                  </a:tcPr>
                </a:tc>
                <a:tc>
                  <a:txBody>
                    <a:bodyPr/>
                    <a:lstStyle>
                      <a:lvl1pPr marL="0" algn="l" defTabSz="914400" rtl="0" eaLnBrk="0" latinLnBrk="0" hangingPunct="0">
                        <a:spcBef>
                          <a:spcPct val="20000"/>
                        </a:spcBef>
                        <a:buClr>
                          <a:schemeClr val="accent2"/>
                        </a:buClr>
                        <a:buSzPct val="80000"/>
                        <a:buFont typeface="Wingdings" panose="05000000000000000000" pitchFamily="2" charset="2"/>
                        <a:defRPr kumimoji="1" sz="2800" kern="1200">
                          <a:solidFill>
                            <a:schemeClr val="tx1"/>
                          </a:solidFill>
                          <a:latin typeface="Times New Roman" panose="02020603050405020304" pitchFamily="18" charset="0"/>
                          <a:ea typeface="宋体" panose="02010600030101010101" pitchFamily="2" charset="-122"/>
                        </a:defRPr>
                      </a:lvl1pPr>
                      <a:lvl2pPr marL="742950" indent="-285750" algn="l" defTabSz="914400" rtl="0" eaLnBrk="0" latinLnBrk="0" hangingPunct="0">
                        <a:spcBef>
                          <a:spcPct val="20000"/>
                        </a:spcBef>
                        <a:buClr>
                          <a:schemeClr val="tx1"/>
                        </a:buClr>
                        <a:buSzPct val="90000"/>
                        <a:defRPr kumimoji="1" sz="2400" kern="1200">
                          <a:solidFill>
                            <a:schemeClr val="tx1"/>
                          </a:solidFill>
                          <a:latin typeface="Times New Roman" panose="02020603050405020304" pitchFamily="18" charset="0"/>
                          <a:ea typeface="宋体" panose="02010600030101010101" pitchFamily="2" charset="-122"/>
                        </a:defRPr>
                      </a:lvl2pPr>
                      <a:lvl3pPr marL="1143000" indent="-228600" algn="l" defTabSz="914400" rtl="0" eaLnBrk="0" latinLnBrk="0" hangingPunct="0">
                        <a:spcBef>
                          <a:spcPct val="20000"/>
                        </a:spcBef>
                        <a:buClr>
                          <a:schemeClr val="accent1"/>
                        </a:buClr>
                        <a:buSzPct val="60000"/>
                        <a:buFont typeface="Wingdings" panose="05000000000000000000" pitchFamily="2" charset="2"/>
                        <a:defRPr kumimoji="1" sz="2000" kern="1200">
                          <a:solidFill>
                            <a:schemeClr val="tx1"/>
                          </a:solidFill>
                          <a:latin typeface="Times New Roman" panose="02020603050405020304" pitchFamily="18" charset="0"/>
                          <a:ea typeface="宋体" panose="02010600030101010101" pitchFamily="2" charset="-122"/>
                        </a:defRPr>
                      </a:lvl3pPr>
                      <a:lvl4pPr marL="1600200" indent="-228600" algn="l" defTabSz="914400" rtl="0" eaLnBrk="0" latinLnBrk="0" hangingPunct="0">
                        <a:spcBef>
                          <a:spcPct val="20000"/>
                        </a:spcBef>
                        <a:buClr>
                          <a:schemeClr val="tx1"/>
                        </a:buClr>
                        <a:defRPr kumimoji="1" sz="1800" kern="1200">
                          <a:solidFill>
                            <a:schemeClr val="tx1"/>
                          </a:solidFill>
                          <a:latin typeface="Times New Roman" panose="02020603050405020304" pitchFamily="18" charset="0"/>
                          <a:ea typeface="宋体" panose="02010600030101010101" pitchFamily="2" charset="-122"/>
                        </a:defRPr>
                      </a:lvl4pPr>
                      <a:lvl5pPr marL="2057400" indent="-228600" algn="l" defTabSz="914400" rtl="0" eaLnBrk="0" latinLnBrk="0" hangingPunct="0">
                        <a:spcBef>
                          <a:spcPct val="20000"/>
                        </a:spcBef>
                        <a:buClr>
                          <a:schemeClr val="accent1"/>
                        </a:buClr>
                        <a:defRPr kumimoji="1" sz="1800" kern="1200">
                          <a:solidFill>
                            <a:schemeClr val="tx1"/>
                          </a:solidFill>
                          <a:latin typeface="Times New Roman" panose="02020603050405020304"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dataerror</a:t>
                      </a: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5" marB="45715" horzOverflow="overflow">
                    <a:lnL w="12700" cap="flat" cmpd="sng" algn="ctr">
                      <a:solidFill>
                        <a:sysClr val="windowText" lastClr="000000"/>
                      </a:solidFill>
                      <a:prstDash val="solid"/>
                      <a:miter lim="800000"/>
                      <a:headEnd type="none" w="med" len="med"/>
                      <a:tailEnd type="none" w="med" len="med"/>
                    </a:lnL>
                    <a:lnR w="12700" cap="flat" cmpd="sng" algn="ctr">
                      <a:solidFill>
                        <a:sysClr val="windowText" lastClr="000000"/>
                      </a:solidFill>
                      <a:prstDash val="solid"/>
                      <a:miter lim="800000"/>
                      <a:headEnd type="none" w="med" len="med"/>
                      <a:tailEnd type="none" w="med" len="med"/>
                    </a:lnR>
                    <a:lnT w="12700" cap="flat" cmpd="sng" algn="ctr">
                      <a:solidFill>
                        <a:sysClr val="windowText" lastClr="000000"/>
                      </a:solidFill>
                      <a:prstDash val="solid"/>
                      <a:miter lim="800000"/>
                      <a:headEnd type="none" w="med" len="med"/>
                      <a:tailEnd type="none" w="med" len="med"/>
                    </a:lnT>
                    <a:lnB w="12700" cap="flat" cmpd="sng" algn="ctr">
                      <a:solidFill>
                        <a:sysClr val="windowText" lastClr="000000"/>
                      </a:solidFill>
                      <a:prstDash val="solid"/>
                      <a:miter lim="800000"/>
                      <a:headEnd type="none" w="med" len="med"/>
                      <a:tailEnd type="none" w="med" len="med"/>
                    </a:lnB>
                    <a:lnTlToBr>
                      <a:noFill/>
                    </a:lnTlToBr>
                    <a:lnBlToTr>
                      <a:noFill/>
                    </a:lnBlToTr>
                    <a:noFill/>
                  </a:tcPr>
                </a:tc>
                <a:tc>
                  <a:txBody>
                    <a:bodyPr/>
                    <a:lstStyle>
                      <a:lvl1pPr marL="0" algn="l" defTabSz="914400" rtl="0" eaLnBrk="0" latinLnBrk="0" hangingPunct="0">
                        <a:spcBef>
                          <a:spcPct val="20000"/>
                        </a:spcBef>
                        <a:buClr>
                          <a:schemeClr val="accent2"/>
                        </a:buClr>
                        <a:buSzPct val="80000"/>
                        <a:buFont typeface="Wingdings" panose="05000000000000000000" pitchFamily="2" charset="2"/>
                        <a:defRPr kumimoji="1" sz="2800" kern="1200">
                          <a:solidFill>
                            <a:schemeClr val="tx1"/>
                          </a:solidFill>
                          <a:latin typeface="Times New Roman" panose="02020603050405020304" pitchFamily="18" charset="0"/>
                          <a:ea typeface="宋体" panose="02010600030101010101" pitchFamily="2" charset="-122"/>
                        </a:defRPr>
                      </a:lvl1pPr>
                      <a:lvl2pPr marL="742950" indent="-285750" algn="l" defTabSz="914400" rtl="0" eaLnBrk="0" latinLnBrk="0" hangingPunct="0">
                        <a:spcBef>
                          <a:spcPct val="20000"/>
                        </a:spcBef>
                        <a:buClr>
                          <a:schemeClr val="tx1"/>
                        </a:buClr>
                        <a:buSzPct val="90000"/>
                        <a:defRPr kumimoji="1" sz="2400" kern="1200">
                          <a:solidFill>
                            <a:schemeClr val="tx1"/>
                          </a:solidFill>
                          <a:latin typeface="Times New Roman" panose="02020603050405020304" pitchFamily="18" charset="0"/>
                          <a:ea typeface="宋体" panose="02010600030101010101" pitchFamily="2" charset="-122"/>
                        </a:defRPr>
                      </a:lvl2pPr>
                      <a:lvl3pPr marL="1143000" indent="-228600" algn="l" defTabSz="914400" rtl="0" eaLnBrk="0" latinLnBrk="0" hangingPunct="0">
                        <a:spcBef>
                          <a:spcPct val="20000"/>
                        </a:spcBef>
                        <a:buClr>
                          <a:schemeClr val="accent1"/>
                        </a:buClr>
                        <a:buSzPct val="60000"/>
                        <a:buFont typeface="Wingdings" panose="05000000000000000000" pitchFamily="2" charset="2"/>
                        <a:defRPr kumimoji="1" sz="2000" kern="1200">
                          <a:solidFill>
                            <a:schemeClr val="tx1"/>
                          </a:solidFill>
                          <a:latin typeface="Times New Roman" panose="02020603050405020304" pitchFamily="18" charset="0"/>
                          <a:ea typeface="宋体" panose="02010600030101010101" pitchFamily="2" charset="-122"/>
                        </a:defRPr>
                      </a:lvl3pPr>
                      <a:lvl4pPr marL="1600200" indent="-228600" algn="l" defTabSz="914400" rtl="0" eaLnBrk="0" latinLnBrk="0" hangingPunct="0">
                        <a:spcBef>
                          <a:spcPct val="20000"/>
                        </a:spcBef>
                        <a:buClr>
                          <a:schemeClr val="tx1"/>
                        </a:buClr>
                        <a:defRPr kumimoji="1" sz="1800" kern="1200">
                          <a:solidFill>
                            <a:schemeClr val="tx1"/>
                          </a:solidFill>
                          <a:latin typeface="Times New Roman" panose="02020603050405020304" pitchFamily="18" charset="0"/>
                          <a:ea typeface="宋体" panose="02010600030101010101" pitchFamily="2" charset="-122"/>
                        </a:defRPr>
                      </a:lvl4pPr>
                      <a:lvl5pPr marL="2057400" indent="-228600" algn="l" defTabSz="914400" rtl="0" eaLnBrk="0" latinLnBrk="0" hangingPunct="0">
                        <a:spcBef>
                          <a:spcPct val="20000"/>
                        </a:spcBef>
                        <a:buClr>
                          <a:schemeClr val="accent1"/>
                        </a:buClr>
                        <a:defRPr kumimoji="1" sz="1800" kern="1200">
                          <a:solidFill>
                            <a:schemeClr val="tx1"/>
                          </a:solidFill>
                          <a:latin typeface="Times New Roman" panose="02020603050405020304"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2400" b="0" i="0" u="none" strike="noStrike" cap="none" normalizeH="0" baseline="0">
                          <a:ln>
                            <a:noFill/>
                          </a:ln>
                          <a:solidFill>
                            <a:srgbClr val="FF33CC"/>
                          </a:solidFill>
                          <a:effectLst/>
                          <a:latin typeface="Times New Roman" panose="02020603050405020304" pitchFamily="18" charset="0"/>
                          <a:ea typeface="宋体" panose="02010600030101010101" pitchFamily="2" charset="-122"/>
                        </a:rPr>
                        <a:t>dataerror</a:t>
                      </a:r>
                      <a:endParaRPr kumimoji="1" lang="zh-CN" altLang="en-US" sz="2400" b="0" i="0" u="none" strike="noStrike" cap="none" normalizeH="0" baseline="0">
                        <a:ln>
                          <a:noFill/>
                        </a:ln>
                        <a:solidFill>
                          <a:srgbClr val="FF33CC"/>
                        </a:solidFill>
                        <a:effectLst/>
                        <a:latin typeface="Times New Roman" panose="02020603050405020304" pitchFamily="18" charset="0"/>
                        <a:ea typeface="宋体" panose="02010600030101010101" pitchFamily="2" charset="-122"/>
                      </a:endParaRPr>
                    </a:p>
                  </a:txBody>
                  <a:tcPr marT="45715" marB="45715" horzOverflow="overflow">
                    <a:lnL w="12700" cap="flat" cmpd="sng" algn="ctr">
                      <a:solidFill>
                        <a:sysClr val="windowText" lastClr="000000"/>
                      </a:solidFill>
                      <a:prstDash val="solid"/>
                      <a:miter lim="800000"/>
                      <a:headEnd type="none" w="med" len="med"/>
                      <a:tailEnd type="none" w="med" len="med"/>
                    </a:lnL>
                    <a:lnR w="28575" cap="flat" cmpd="sng" algn="ctr">
                      <a:solidFill>
                        <a:sysClr val="windowText" lastClr="000000"/>
                      </a:solidFill>
                      <a:prstDash val="solid"/>
                      <a:miter lim="800000"/>
                      <a:headEnd type="none" w="med" len="med"/>
                      <a:tailEnd type="none" w="med" len="med"/>
                    </a:lnR>
                    <a:lnT w="12700" cap="flat" cmpd="sng" algn="ctr">
                      <a:solidFill>
                        <a:sysClr val="windowText" lastClr="000000"/>
                      </a:solidFill>
                      <a:prstDash val="solid"/>
                      <a:miter lim="800000"/>
                      <a:headEnd type="none" w="med" len="med"/>
                      <a:tailEnd type="none" w="med" len="med"/>
                    </a:lnT>
                    <a:lnB w="12700" cap="flat" cmpd="sng" algn="ctr">
                      <a:solidFill>
                        <a:sysClr val="windowText" lastClr="000000"/>
                      </a:solidFill>
                      <a:prstDash val="solid"/>
                      <a:miter lim="800000"/>
                      <a:headEnd type="none" w="med" len="med"/>
                      <a:tailEnd type="none" w="med" len="med"/>
                    </a:lnB>
                    <a:lnTlToBr>
                      <a:noFill/>
                    </a:lnTlToBr>
                    <a:lnBlToTr>
                      <a:noFill/>
                    </a:lnBlToTr>
                    <a:noFill/>
                  </a:tcPr>
                </a:tc>
              </a:tr>
              <a:tr h="657225">
                <a:tc>
                  <a:txBody>
                    <a:bodyPr/>
                    <a:lstStyle>
                      <a:lvl1pPr marL="0" algn="l" defTabSz="914400" rtl="0" eaLnBrk="0" latinLnBrk="0" hangingPunct="0">
                        <a:spcBef>
                          <a:spcPct val="20000"/>
                        </a:spcBef>
                        <a:buClr>
                          <a:schemeClr val="accent2"/>
                        </a:buClr>
                        <a:buSzPct val="80000"/>
                        <a:buFont typeface="Wingdings" panose="05000000000000000000" pitchFamily="2" charset="2"/>
                        <a:defRPr kumimoji="1" sz="2800" kern="1200">
                          <a:solidFill>
                            <a:schemeClr val="tx1"/>
                          </a:solidFill>
                          <a:latin typeface="Times New Roman" panose="02020603050405020304" pitchFamily="18" charset="0"/>
                          <a:ea typeface="宋体" panose="02010600030101010101" pitchFamily="2" charset="-122"/>
                        </a:defRPr>
                      </a:lvl1pPr>
                      <a:lvl2pPr marL="742950" indent="-285750" algn="l" defTabSz="914400" rtl="0" eaLnBrk="0" latinLnBrk="0" hangingPunct="0">
                        <a:spcBef>
                          <a:spcPct val="20000"/>
                        </a:spcBef>
                        <a:buClr>
                          <a:schemeClr val="tx1"/>
                        </a:buClr>
                        <a:buSzPct val="90000"/>
                        <a:defRPr kumimoji="1" sz="2400" kern="1200">
                          <a:solidFill>
                            <a:schemeClr val="tx1"/>
                          </a:solidFill>
                          <a:latin typeface="Times New Roman" panose="02020603050405020304" pitchFamily="18" charset="0"/>
                          <a:ea typeface="宋体" panose="02010600030101010101" pitchFamily="2" charset="-122"/>
                        </a:defRPr>
                      </a:lvl2pPr>
                      <a:lvl3pPr marL="1143000" indent="-228600" algn="l" defTabSz="914400" rtl="0" eaLnBrk="0" latinLnBrk="0" hangingPunct="0">
                        <a:spcBef>
                          <a:spcPct val="20000"/>
                        </a:spcBef>
                        <a:buClr>
                          <a:schemeClr val="accent1"/>
                        </a:buClr>
                        <a:buSzPct val="60000"/>
                        <a:buFont typeface="Wingdings" panose="05000000000000000000" pitchFamily="2" charset="2"/>
                        <a:defRPr kumimoji="1" sz="2000" kern="1200">
                          <a:solidFill>
                            <a:schemeClr val="tx1"/>
                          </a:solidFill>
                          <a:latin typeface="Times New Roman" panose="02020603050405020304" pitchFamily="18" charset="0"/>
                          <a:ea typeface="宋体" panose="02010600030101010101" pitchFamily="2" charset="-122"/>
                        </a:defRPr>
                      </a:lvl3pPr>
                      <a:lvl4pPr marL="1600200" indent="-228600" algn="l" defTabSz="914400" rtl="0" eaLnBrk="0" latinLnBrk="0" hangingPunct="0">
                        <a:spcBef>
                          <a:spcPct val="20000"/>
                        </a:spcBef>
                        <a:buClr>
                          <a:schemeClr val="tx1"/>
                        </a:buClr>
                        <a:defRPr kumimoji="1" sz="1800" kern="1200">
                          <a:solidFill>
                            <a:schemeClr val="tx1"/>
                          </a:solidFill>
                          <a:latin typeface="Times New Roman" panose="02020603050405020304" pitchFamily="18" charset="0"/>
                          <a:ea typeface="宋体" panose="02010600030101010101" pitchFamily="2" charset="-122"/>
                        </a:defRPr>
                      </a:lvl4pPr>
                      <a:lvl5pPr marL="2057400" indent="-228600" algn="l" defTabSz="914400" rtl="0" eaLnBrk="0" latinLnBrk="0" hangingPunct="0">
                        <a:spcBef>
                          <a:spcPct val="20000"/>
                        </a:spcBef>
                        <a:buClr>
                          <a:schemeClr val="accent1"/>
                        </a:buClr>
                        <a:defRPr kumimoji="1" sz="1800" kern="1200">
                          <a:solidFill>
                            <a:schemeClr val="tx1"/>
                          </a:solidFill>
                          <a:latin typeface="Times New Roman" panose="02020603050405020304"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7</a:t>
                      </a:r>
                      <a:endParaRPr kumimoji="1" lang="en-US" altLang="zh-CN"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715" marB="45715" horzOverflow="overflow">
                    <a:lnL w="28575" cap="flat" cmpd="sng" algn="ctr">
                      <a:solidFill>
                        <a:sysClr val="windowText" lastClr="000000"/>
                      </a:solidFill>
                      <a:prstDash val="solid"/>
                      <a:miter lim="800000"/>
                      <a:headEnd type="none" w="med" len="med"/>
                      <a:tailEnd type="none" w="med" len="med"/>
                    </a:lnL>
                    <a:lnR w="12700" cap="flat" cmpd="sng" algn="ctr">
                      <a:solidFill>
                        <a:sysClr val="windowText" lastClr="000000"/>
                      </a:solidFill>
                      <a:prstDash val="solid"/>
                      <a:miter lim="800000"/>
                      <a:headEnd type="none" w="med" len="med"/>
                      <a:tailEnd type="none" w="med" len="med"/>
                    </a:lnR>
                    <a:lnT w="12700" cap="flat" cmpd="sng" algn="ctr">
                      <a:solidFill>
                        <a:sysClr val="windowText" lastClr="000000"/>
                      </a:solidFill>
                      <a:prstDash val="solid"/>
                      <a:miter lim="800000"/>
                      <a:headEnd type="none" w="med" len="med"/>
                      <a:tailEnd type="none" w="med" len="med"/>
                    </a:lnT>
                    <a:lnB w="28575" cap="flat" cmpd="sng" algn="ctr">
                      <a:solidFill>
                        <a:sysClr val="windowText" lastClr="000000"/>
                      </a:solidFill>
                      <a:prstDash val="solid"/>
                      <a:miter lim="800000"/>
                      <a:headEnd type="none" w="med" len="med"/>
                      <a:tailEnd type="none" w="med" len="med"/>
                    </a:lnB>
                    <a:lnTlToBr>
                      <a:noFill/>
                    </a:lnTlToBr>
                    <a:lnBlToTr>
                      <a:noFill/>
                    </a:lnBlToTr>
                    <a:noFill/>
                  </a:tcPr>
                </a:tc>
                <a:tc>
                  <a:txBody>
                    <a:bodyPr/>
                    <a:lstStyle>
                      <a:lvl1pPr marL="0" algn="l" defTabSz="914400" rtl="0" eaLnBrk="0" latinLnBrk="0" hangingPunct="0">
                        <a:spcBef>
                          <a:spcPct val="20000"/>
                        </a:spcBef>
                        <a:buClr>
                          <a:schemeClr val="accent2"/>
                        </a:buClr>
                        <a:buSzPct val="80000"/>
                        <a:buFont typeface="Wingdings" panose="05000000000000000000" pitchFamily="2" charset="2"/>
                        <a:defRPr kumimoji="1" sz="2800" kern="1200">
                          <a:solidFill>
                            <a:schemeClr val="tx1"/>
                          </a:solidFill>
                          <a:latin typeface="Times New Roman" panose="02020603050405020304" pitchFamily="18" charset="0"/>
                          <a:ea typeface="宋体" panose="02010600030101010101" pitchFamily="2" charset="-122"/>
                        </a:defRPr>
                      </a:lvl1pPr>
                      <a:lvl2pPr marL="742950" indent="-285750" algn="l" defTabSz="914400" rtl="0" eaLnBrk="0" latinLnBrk="0" hangingPunct="0">
                        <a:spcBef>
                          <a:spcPct val="20000"/>
                        </a:spcBef>
                        <a:buClr>
                          <a:schemeClr val="tx1"/>
                        </a:buClr>
                        <a:buSzPct val="90000"/>
                        <a:defRPr kumimoji="1" sz="2400" kern="1200">
                          <a:solidFill>
                            <a:schemeClr val="tx1"/>
                          </a:solidFill>
                          <a:latin typeface="Times New Roman" panose="02020603050405020304" pitchFamily="18" charset="0"/>
                          <a:ea typeface="宋体" panose="02010600030101010101" pitchFamily="2" charset="-122"/>
                        </a:defRPr>
                      </a:lvl2pPr>
                      <a:lvl3pPr marL="1143000" indent="-228600" algn="l" defTabSz="914400" rtl="0" eaLnBrk="0" latinLnBrk="0" hangingPunct="0">
                        <a:spcBef>
                          <a:spcPct val="20000"/>
                        </a:spcBef>
                        <a:buClr>
                          <a:schemeClr val="accent1"/>
                        </a:buClr>
                        <a:buSzPct val="60000"/>
                        <a:buFont typeface="Wingdings" panose="05000000000000000000" pitchFamily="2" charset="2"/>
                        <a:defRPr kumimoji="1" sz="2000" kern="1200">
                          <a:solidFill>
                            <a:schemeClr val="tx1"/>
                          </a:solidFill>
                          <a:latin typeface="Times New Roman" panose="02020603050405020304" pitchFamily="18" charset="0"/>
                          <a:ea typeface="宋体" panose="02010600030101010101" pitchFamily="2" charset="-122"/>
                        </a:defRPr>
                      </a:lvl3pPr>
                      <a:lvl4pPr marL="1600200" indent="-228600" algn="l" defTabSz="914400" rtl="0" eaLnBrk="0" latinLnBrk="0" hangingPunct="0">
                        <a:spcBef>
                          <a:spcPct val="20000"/>
                        </a:spcBef>
                        <a:buClr>
                          <a:schemeClr val="tx1"/>
                        </a:buClr>
                        <a:defRPr kumimoji="1" sz="1800" kern="1200">
                          <a:solidFill>
                            <a:schemeClr val="tx1"/>
                          </a:solidFill>
                          <a:latin typeface="Times New Roman" panose="02020603050405020304" pitchFamily="18" charset="0"/>
                          <a:ea typeface="宋体" panose="02010600030101010101" pitchFamily="2" charset="-122"/>
                        </a:defRPr>
                      </a:lvl4pPr>
                      <a:lvl5pPr marL="2057400" indent="-228600" algn="l" defTabSz="914400" rtl="0" eaLnBrk="0" latinLnBrk="0" hangingPunct="0">
                        <a:spcBef>
                          <a:spcPct val="20000"/>
                        </a:spcBef>
                        <a:buClr>
                          <a:schemeClr val="accent1"/>
                        </a:buClr>
                        <a:defRPr kumimoji="1" sz="1800" kern="1200">
                          <a:solidFill>
                            <a:schemeClr val="tx1"/>
                          </a:solidFill>
                          <a:latin typeface="Times New Roman" panose="02020603050405020304"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endPar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5" marB="45715" horzOverflow="overflow">
                    <a:lnL w="12700" cap="flat" cmpd="sng" algn="ctr">
                      <a:solidFill>
                        <a:sysClr val="windowText" lastClr="000000"/>
                      </a:solidFill>
                      <a:prstDash val="solid"/>
                      <a:miter lim="800000"/>
                      <a:headEnd type="none" w="med" len="med"/>
                      <a:tailEnd type="none" w="med" len="med"/>
                    </a:lnL>
                    <a:lnR w="12700" cap="flat" cmpd="sng" algn="ctr">
                      <a:solidFill>
                        <a:sysClr val="windowText" lastClr="000000"/>
                      </a:solidFill>
                      <a:prstDash val="solid"/>
                      <a:miter lim="800000"/>
                      <a:headEnd type="none" w="med" len="med"/>
                      <a:tailEnd type="none" w="med" len="med"/>
                    </a:lnR>
                    <a:lnT w="12700" cap="flat" cmpd="sng" algn="ctr">
                      <a:solidFill>
                        <a:sysClr val="windowText" lastClr="000000"/>
                      </a:solidFill>
                      <a:prstDash val="solid"/>
                      <a:miter lim="800000"/>
                      <a:headEnd type="none" w="med" len="med"/>
                      <a:tailEnd type="none" w="med" len="med"/>
                    </a:lnT>
                    <a:lnB w="28575" cap="flat" cmpd="sng" algn="ctr">
                      <a:solidFill>
                        <a:sysClr val="windowText" lastClr="000000"/>
                      </a:solidFill>
                      <a:prstDash val="solid"/>
                      <a:miter lim="800000"/>
                      <a:headEnd type="none" w="med" len="med"/>
                      <a:tailEnd type="none" w="med" len="med"/>
                    </a:lnB>
                    <a:lnTlToBr>
                      <a:noFill/>
                    </a:lnTlToBr>
                    <a:lnBlToTr>
                      <a:noFill/>
                    </a:lnBlToTr>
                    <a:noFill/>
                  </a:tcPr>
                </a:tc>
                <a:tc>
                  <a:txBody>
                    <a:bodyPr/>
                    <a:lstStyle>
                      <a:lvl1pPr marL="0" algn="l" defTabSz="914400" rtl="0" eaLnBrk="0" latinLnBrk="0" hangingPunct="0">
                        <a:spcBef>
                          <a:spcPct val="20000"/>
                        </a:spcBef>
                        <a:buClr>
                          <a:schemeClr val="accent2"/>
                        </a:buClr>
                        <a:buSzPct val="80000"/>
                        <a:buFont typeface="Wingdings" panose="05000000000000000000" pitchFamily="2" charset="2"/>
                        <a:defRPr kumimoji="1" sz="2800" kern="1200">
                          <a:solidFill>
                            <a:schemeClr val="tx1"/>
                          </a:solidFill>
                          <a:latin typeface="Times New Roman" panose="02020603050405020304" pitchFamily="18" charset="0"/>
                          <a:ea typeface="宋体" panose="02010600030101010101" pitchFamily="2" charset="-122"/>
                        </a:defRPr>
                      </a:lvl1pPr>
                      <a:lvl2pPr marL="742950" indent="-285750" algn="l" defTabSz="914400" rtl="0" eaLnBrk="0" latinLnBrk="0" hangingPunct="0">
                        <a:spcBef>
                          <a:spcPct val="20000"/>
                        </a:spcBef>
                        <a:buClr>
                          <a:schemeClr val="tx1"/>
                        </a:buClr>
                        <a:buSzPct val="90000"/>
                        <a:defRPr kumimoji="1" sz="2400" kern="1200">
                          <a:solidFill>
                            <a:schemeClr val="tx1"/>
                          </a:solidFill>
                          <a:latin typeface="Times New Roman" panose="02020603050405020304" pitchFamily="18" charset="0"/>
                          <a:ea typeface="宋体" panose="02010600030101010101" pitchFamily="2" charset="-122"/>
                        </a:defRPr>
                      </a:lvl2pPr>
                      <a:lvl3pPr marL="1143000" indent="-228600" algn="l" defTabSz="914400" rtl="0" eaLnBrk="0" latinLnBrk="0" hangingPunct="0">
                        <a:spcBef>
                          <a:spcPct val="20000"/>
                        </a:spcBef>
                        <a:buClr>
                          <a:schemeClr val="accent1"/>
                        </a:buClr>
                        <a:buSzPct val="60000"/>
                        <a:buFont typeface="Wingdings" panose="05000000000000000000" pitchFamily="2" charset="2"/>
                        <a:defRPr kumimoji="1" sz="2000" kern="1200">
                          <a:solidFill>
                            <a:schemeClr val="tx1"/>
                          </a:solidFill>
                          <a:latin typeface="Times New Roman" panose="02020603050405020304" pitchFamily="18" charset="0"/>
                          <a:ea typeface="宋体" panose="02010600030101010101" pitchFamily="2" charset="-122"/>
                        </a:defRPr>
                      </a:lvl3pPr>
                      <a:lvl4pPr marL="1600200" indent="-228600" algn="l" defTabSz="914400" rtl="0" eaLnBrk="0" latinLnBrk="0" hangingPunct="0">
                        <a:spcBef>
                          <a:spcPct val="20000"/>
                        </a:spcBef>
                        <a:buClr>
                          <a:schemeClr val="tx1"/>
                        </a:buClr>
                        <a:defRPr kumimoji="1" sz="1800" kern="1200">
                          <a:solidFill>
                            <a:schemeClr val="tx1"/>
                          </a:solidFill>
                          <a:latin typeface="Times New Roman" panose="02020603050405020304" pitchFamily="18" charset="0"/>
                          <a:ea typeface="宋体" panose="02010600030101010101" pitchFamily="2" charset="-122"/>
                        </a:defRPr>
                      </a:lvl4pPr>
                      <a:lvl5pPr marL="2057400" indent="-228600" algn="l" defTabSz="914400" rtl="0" eaLnBrk="0" latinLnBrk="0" hangingPunct="0">
                        <a:spcBef>
                          <a:spcPct val="20000"/>
                        </a:spcBef>
                        <a:buClr>
                          <a:schemeClr val="accent1"/>
                        </a:buClr>
                        <a:defRPr kumimoji="1" sz="1800" kern="1200">
                          <a:solidFill>
                            <a:schemeClr val="tx1"/>
                          </a:solidFill>
                          <a:latin typeface="Times New Roman" panose="02020603050405020304"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endParaRPr kumimoji="1" lang="zh-CN" altLang="en-US"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5" marB="45715" horzOverflow="overflow">
                    <a:lnL w="12700" cap="flat" cmpd="sng" algn="ctr">
                      <a:solidFill>
                        <a:sysClr val="windowText" lastClr="000000"/>
                      </a:solidFill>
                      <a:prstDash val="solid"/>
                      <a:miter lim="800000"/>
                      <a:headEnd type="none" w="med" len="med"/>
                      <a:tailEnd type="none" w="med" len="med"/>
                    </a:lnL>
                    <a:lnR w="12700" cap="flat" cmpd="sng" algn="ctr">
                      <a:solidFill>
                        <a:sysClr val="windowText" lastClr="000000"/>
                      </a:solidFill>
                      <a:prstDash val="solid"/>
                      <a:miter lim="800000"/>
                      <a:headEnd type="none" w="med" len="med"/>
                      <a:tailEnd type="none" w="med" len="med"/>
                    </a:lnR>
                    <a:lnT w="12700" cap="flat" cmpd="sng" algn="ctr">
                      <a:solidFill>
                        <a:sysClr val="windowText" lastClr="000000"/>
                      </a:solidFill>
                      <a:prstDash val="solid"/>
                      <a:miter lim="800000"/>
                      <a:headEnd type="none" w="med" len="med"/>
                      <a:tailEnd type="none" w="med" len="med"/>
                    </a:lnT>
                    <a:lnB w="28575" cap="flat" cmpd="sng" algn="ctr">
                      <a:solidFill>
                        <a:sysClr val="windowText" lastClr="000000"/>
                      </a:solidFill>
                      <a:prstDash val="solid"/>
                      <a:miter lim="800000"/>
                      <a:headEnd type="none" w="med" len="med"/>
                      <a:tailEnd type="none" w="med" len="med"/>
                    </a:lnB>
                    <a:lnTlToBr>
                      <a:noFill/>
                    </a:lnTlToBr>
                    <a:lnBlToTr>
                      <a:noFill/>
                    </a:lnBlToTr>
                    <a:noFill/>
                  </a:tcPr>
                </a:tc>
                <a:tc>
                  <a:txBody>
                    <a:bodyPr/>
                    <a:lstStyle>
                      <a:lvl1pPr marL="0" algn="l" defTabSz="914400" rtl="0" eaLnBrk="0" latinLnBrk="0" hangingPunct="0">
                        <a:spcBef>
                          <a:spcPct val="20000"/>
                        </a:spcBef>
                        <a:buClr>
                          <a:schemeClr val="accent2"/>
                        </a:buClr>
                        <a:buSzPct val="80000"/>
                        <a:buFont typeface="Wingdings" panose="05000000000000000000" pitchFamily="2" charset="2"/>
                        <a:defRPr kumimoji="1" sz="2800" kern="1200">
                          <a:solidFill>
                            <a:schemeClr val="tx1"/>
                          </a:solidFill>
                          <a:latin typeface="Times New Roman" panose="02020603050405020304" pitchFamily="18" charset="0"/>
                          <a:ea typeface="宋体" panose="02010600030101010101" pitchFamily="2" charset="-122"/>
                        </a:defRPr>
                      </a:lvl1pPr>
                      <a:lvl2pPr marL="742950" indent="-285750" algn="l" defTabSz="914400" rtl="0" eaLnBrk="0" latinLnBrk="0" hangingPunct="0">
                        <a:spcBef>
                          <a:spcPct val="20000"/>
                        </a:spcBef>
                        <a:buClr>
                          <a:schemeClr val="tx1"/>
                        </a:buClr>
                        <a:buSzPct val="90000"/>
                        <a:defRPr kumimoji="1" sz="2400" kern="1200">
                          <a:solidFill>
                            <a:schemeClr val="tx1"/>
                          </a:solidFill>
                          <a:latin typeface="Times New Roman" panose="02020603050405020304" pitchFamily="18" charset="0"/>
                          <a:ea typeface="宋体" panose="02010600030101010101" pitchFamily="2" charset="-122"/>
                        </a:defRPr>
                      </a:lvl2pPr>
                      <a:lvl3pPr marL="1143000" indent="-228600" algn="l" defTabSz="914400" rtl="0" eaLnBrk="0" latinLnBrk="0" hangingPunct="0">
                        <a:spcBef>
                          <a:spcPct val="20000"/>
                        </a:spcBef>
                        <a:buClr>
                          <a:schemeClr val="accent1"/>
                        </a:buClr>
                        <a:buSzPct val="60000"/>
                        <a:buFont typeface="Wingdings" panose="05000000000000000000" pitchFamily="2" charset="2"/>
                        <a:defRPr kumimoji="1" sz="2000" kern="1200">
                          <a:solidFill>
                            <a:schemeClr val="tx1"/>
                          </a:solidFill>
                          <a:latin typeface="Times New Roman" panose="02020603050405020304" pitchFamily="18" charset="0"/>
                          <a:ea typeface="宋体" panose="02010600030101010101" pitchFamily="2" charset="-122"/>
                        </a:defRPr>
                      </a:lvl3pPr>
                      <a:lvl4pPr marL="1600200" indent="-228600" algn="l" defTabSz="914400" rtl="0" eaLnBrk="0" latinLnBrk="0" hangingPunct="0">
                        <a:spcBef>
                          <a:spcPct val="20000"/>
                        </a:spcBef>
                        <a:buClr>
                          <a:schemeClr val="tx1"/>
                        </a:buClr>
                        <a:defRPr kumimoji="1" sz="1800" kern="1200">
                          <a:solidFill>
                            <a:schemeClr val="tx1"/>
                          </a:solidFill>
                          <a:latin typeface="Times New Roman" panose="02020603050405020304" pitchFamily="18" charset="0"/>
                          <a:ea typeface="宋体" panose="02010600030101010101" pitchFamily="2" charset="-122"/>
                        </a:defRPr>
                      </a:lvl4pPr>
                      <a:lvl5pPr marL="2057400" indent="-228600" algn="l" defTabSz="914400" rtl="0" eaLnBrk="0" latinLnBrk="0" hangingPunct="0">
                        <a:spcBef>
                          <a:spcPct val="20000"/>
                        </a:spcBef>
                        <a:buClr>
                          <a:schemeClr val="accent1"/>
                        </a:buClr>
                        <a:defRPr kumimoji="1" sz="1800" kern="1200">
                          <a:solidFill>
                            <a:schemeClr val="tx1"/>
                          </a:solidFill>
                          <a:latin typeface="Times New Roman" panose="02020603050405020304" pitchFamily="18"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accent1"/>
                        </a:buClr>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endParaRPr kumimoji="1" lang="zh-CN" altLang="en-US"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715" marB="45715" horzOverflow="overflow">
                    <a:lnL w="12700" cap="flat" cmpd="sng" algn="ctr">
                      <a:solidFill>
                        <a:sysClr val="windowText" lastClr="000000"/>
                      </a:solidFill>
                      <a:prstDash val="solid"/>
                      <a:miter lim="800000"/>
                      <a:headEnd type="none" w="med" len="med"/>
                      <a:tailEnd type="none" w="med" len="med"/>
                    </a:lnL>
                    <a:lnR w="28575" cap="flat" cmpd="sng" algn="ctr">
                      <a:solidFill>
                        <a:sysClr val="windowText" lastClr="000000"/>
                      </a:solidFill>
                      <a:prstDash val="solid"/>
                      <a:miter lim="800000"/>
                      <a:headEnd type="none" w="med" len="med"/>
                      <a:tailEnd type="none" w="med" len="med"/>
                    </a:lnR>
                    <a:lnT w="12700" cap="flat" cmpd="sng" algn="ctr">
                      <a:solidFill>
                        <a:sysClr val="windowText" lastClr="000000"/>
                      </a:solidFill>
                      <a:prstDash val="solid"/>
                      <a:miter lim="800000"/>
                      <a:headEnd type="none" w="med" len="med"/>
                      <a:tailEnd type="none" w="med" len="med"/>
                    </a:lnT>
                    <a:lnB w="28575" cap="flat" cmpd="sng" algn="ctr">
                      <a:solidFill>
                        <a:sysClr val="windowText" lastClr="000000"/>
                      </a:solidFill>
                      <a:prstDash val="solid"/>
                      <a:miter lim="800000"/>
                      <a:headEnd type="none" w="med" len="med"/>
                      <a:tailEnd type="none" w="med" len="med"/>
                    </a:lnB>
                    <a:lnTlToBr>
                      <a:noFill/>
                    </a:lnTlToBr>
                    <a:lnBlToTr>
                      <a:noFill/>
                    </a:lnBlToTr>
                    <a:noFill/>
                  </a:tcPr>
                </a:tc>
              </a:tr>
            </a:tbl>
          </a:graphicData>
        </a:graphic>
      </p:graphicFrame>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标题 1"/>
          <p:cNvSpPr>
            <a:spLocks noGrp="1"/>
          </p:cNvSpPr>
          <p:nvPr>
            <p:ph type="title"/>
          </p:nvPr>
        </p:nvSpPr>
        <p:spPr>
          <a:ln/>
        </p:spPr>
        <p:txBody>
          <a:bodyPr vert="horz" wrap="square" lIns="91440" tIns="45720" rIns="91440" bIns="45720" anchor="ctr" anchorCtr="0"/>
          <a:p>
            <a:r>
              <a:rPr lang="zh-CN" altLang="en-US" dirty="0"/>
              <a:t>软件测试</a:t>
            </a:r>
            <a:endParaRPr lang="zh-CN" altLang="en-US" dirty="0"/>
          </a:p>
        </p:txBody>
      </p:sp>
      <p:sp>
        <p:nvSpPr>
          <p:cNvPr id="32771"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32772" name="Rectangle 2"/>
          <p:cNvSpPr txBox="1"/>
          <p:nvPr/>
        </p:nvSpPr>
        <p:spPr>
          <a:xfrm>
            <a:off x="250825" y="1196975"/>
            <a:ext cx="8642350" cy="936625"/>
          </a:xfrm>
          <a:prstGeom prst="rect">
            <a:avLst/>
          </a:prstGeom>
          <a:noFill/>
          <a:ln w="9525">
            <a:noFill/>
          </a:ln>
        </p:spPr>
        <p:txBody>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742950" lvl="1" indent="-285750" algn="l" eaLnBrk="1" hangingPunct="1">
              <a:lnSpc>
                <a:spcPct val="80000"/>
              </a:lnSpc>
              <a:buClr>
                <a:schemeClr val="tx2"/>
              </a:buClr>
              <a:buSzPct val="50000"/>
              <a:buFontTx/>
              <a:buNone/>
            </a:pPr>
            <a:r>
              <a:rPr lang="zh-CN" altLang="en-US" sz="2400" dirty="0">
                <a:solidFill>
                  <a:srgbClr val="000000"/>
                </a:solidFill>
                <a:latin typeface="华文中宋" panose="02010600040101010101" pitchFamily="2" charset="-122"/>
                <a:ea typeface="华文中宋" panose="02010600040101010101" pitchFamily="2" charset="-122"/>
              </a:rPr>
              <a:t>该程序是否有缺陷</a:t>
            </a:r>
            <a:r>
              <a:rPr lang="en-US" altLang="zh-CN" sz="2400" dirty="0">
                <a:solidFill>
                  <a:srgbClr val="000000"/>
                </a:solidFill>
                <a:latin typeface="华文中宋" panose="02010600040101010101" pitchFamily="2" charset="-122"/>
                <a:ea typeface="华文中宋" panose="02010600040101010101" pitchFamily="2" charset="-122"/>
              </a:rPr>
              <a:t>?</a:t>
            </a:r>
            <a:r>
              <a:rPr lang="zh-CN" altLang="en-US" sz="2400" dirty="0">
                <a:solidFill>
                  <a:srgbClr val="000000"/>
                </a:solidFill>
                <a:latin typeface="华文中宋" panose="02010600040101010101" pitchFamily="2" charset="-122"/>
                <a:ea typeface="华文中宋" panose="02010600040101010101" pitchFamily="2" charset="-122"/>
              </a:rPr>
              <a:t>这些缺陷可以用什么测试案例检测出来？</a:t>
            </a:r>
            <a:endParaRPr lang="zh-CN" altLang="en-US" sz="2400" dirty="0">
              <a:solidFill>
                <a:srgbClr val="000000"/>
              </a:solidFill>
              <a:latin typeface="华文中宋" panose="02010600040101010101" pitchFamily="2" charset="-122"/>
              <a:ea typeface="华文中宋" panose="02010600040101010101" pitchFamily="2" charset="-122"/>
            </a:endParaRPr>
          </a:p>
        </p:txBody>
      </p:sp>
      <p:sp>
        <p:nvSpPr>
          <p:cNvPr id="9" name="Rectangle 3"/>
          <p:cNvSpPr/>
          <p:nvPr/>
        </p:nvSpPr>
        <p:spPr>
          <a:xfrm>
            <a:off x="322263" y="1700213"/>
            <a:ext cx="8497887" cy="4524375"/>
          </a:xfrm>
          <a:prstGeom prst="rect">
            <a:avLst/>
          </a:prstGeom>
          <a:noFill/>
          <a:ln w="9525">
            <a:noFill/>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0"/>
              </a:spcBef>
              <a:buClrTx/>
              <a:buSzTx/>
              <a:buFontTx/>
              <a:buNone/>
            </a:pPr>
            <a:r>
              <a:rPr lang="zh-CN" altLang="en-US" sz="2400" dirty="0">
                <a:solidFill>
                  <a:srgbClr val="000000"/>
                </a:solidFill>
                <a:latin typeface="Times New Roman" panose="02020603050405020304" pitchFamily="18" charset="0"/>
              </a:rPr>
              <a:t>         </a:t>
            </a:r>
            <a:r>
              <a:rPr lang="zh-CN" altLang="en-US" sz="2400" dirty="0">
                <a:solidFill>
                  <a:srgbClr val="000000"/>
                </a:solidFill>
                <a:latin typeface="华文新魏" panose="02010800040101010101" pitchFamily="2" charset="-122"/>
                <a:ea typeface="华文新魏" panose="02010800040101010101" pitchFamily="2" charset="-122"/>
              </a:rPr>
              <a:t>有缺陷，没有考虑闰年问题。可以用以下测试案例测试：</a:t>
            </a:r>
            <a:endParaRPr lang="zh-CN" altLang="en-US" sz="2400" dirty="0">
              <a:solidFill>
                <a:srgbClr val="000000"/>
              </a:solidFill>
              <a:latin typeface="华文新魏" panose="02010800040101010101" pitchFamily="2" charset="-122"/>
              <a:ea typeface="华文新魏" panose="02010800040101010101" pitchFamily="2" charset="-122"/>
            </a:endParaRPr>
          </a:p>
          <a:p>
            <a:pPr marL="0" lvl="0" indent="0" algn="l" eaLnBrk="1" hangingPunct="1">
              <a:lnSpc>
                <a:spcPct val="100000"/>
              </a:lnSpc>
              <a:spcBef>
                <a:spcPct val="0"/>
              </a:spcBef>
              <a:buClrTx/>
              <a:buSzTx/>
              <a:buFontTx/>
              <a:buNone/>
            </a:pPr>
            <a:r>
              <a:rPr lang="zh-CN" altLang="en-US" sz="2400" dirty="0">
                <a:solidFill>
                  <a:srgbClr val="000000"/>
                </a:solidFill>
                <a:latin typeface="华文新魏" panose="02010800040101010101" pitchFamily="2" charset="-122"/>
                <a:ea typeface="华文新魏" panose="02010800040101010101" pitchFamily="2" charset="-122"/>
              </a:rPr>
              <a:t>　　　</a:t>
            </a:r>
            <a:r>
              <a:rPr lang="en-US" altLang="zh-CN" sz="2400" dirty="0">
                <a:solidFill>
                  <a:srgbClr val="000000"/>
                </a:solidFill>
                <a:latin typeface="华文新魏" panose="02010800040101010101" pitchFamily="2" charset="-122"/>
                <a:ea typeface="华文新魏" panose="02010800040101010101" pitchFamily="2" charset="-122"/>
              </a:rPr>
              <a:t>year=2000,month=3,day=1</a:t>
            </a:r>
            <a:endParaRPr lang="en-US" altLang="zh-CN" sz="2400" dirty="0">
              <a:solidFill>
                <a:srgbClr val="000000"/>
              </a:solidFill>
              <a:latin typeface="华文新魏" panose="02010800040101010101" pitchFamily="2" charset="-122"/>
              <a:ea typeface="华文新魏" panose="02010800040101010101" pitchFamily="2" charset="-122"/>
            </a:endParaRPr>
          </a:p>
          <a:p>
            <a:pPr marL="0" lvl="0" indent="0" algn="l" eaLnBrk="1" hangingPunct="1">
              <a:lnSpc>
                <a:spcPct val="100000"/>
              </a:lnSpc>
              <a:spcBef>
                <a:spcPct val="0"/>
              </a:spcBef>
              <a:buClrTx/>
              <a:buSzTx/>
              <a:buFontTx/>
              <a:buNone/>
            </a:pPr>
            <a:r>
              <a:rPr lang="en-US" altLang="zh-CN" sz="2400" dirty="0">
                <a:solidFill>
                  <a:srgbClr val="000000"/>
                </a:solidFill>
                <a:latin typeface="华文新魏" panose="02010800040101010101" pitchFamily="2" charset="-122"/>
                <a:ea typeface="华文新魏" panose="02010800040101010101" pitchFamily="2" charset="-122"/>
              </a:rPr>
              <a:t>         </a:t>
            </a:r>
            <a:r>
              <a:rPr lang="zh-CN" altLang="en-US" sz="2400" dirty="0">
                <a:solidFill>
                  <a:srgbClr val="000000"/>
                </a:solidFill>
                <a:latin typeface="华文新魏" panose="02010800040101010101" pitchFamily="2" charset="-122"/>
                <a:ea typeface="华文新魏" panose="02010800040101010101" pitchFamily="2" charset="-122"/>
              </a:rPr>
              <a:t>预期输出：６１　　实际输出：６０</a:t>
            </a:r>
            <a:endParaRPr lang="zh-CN" altLang="en-US" sz="2400" dirty="0">
              <a:solidFill>
                <a:srgbClr val="000000"/>
              </a:solidFill>
              <a:latin typeface="华文新魏" panose="02010800040101010101" pitchFamily="2" charset="-122"/>
              <a:ea typeface="华文新魏" panose="02010800040101010101" pitchFamily="2" charset="-122"/>
            </a:endParaRPr>
          </a:p>
          <a:p>
            <a:pPr marL="457200" lvl="1" indent="0" algn="l" eaLnBrk="1" hangingPunct="1">
              <a:lnSpc>
                <a:spcPct val="100000"/>
              </a:lnSpc>
              <a:spcBef>
                <a:spcPct val="0"/>
              </a:spcBef>
              <a:buClrTx/>
              <a:buSzTx/>
              <a:buFontTx/>
              <a:buNone/>
            </a:pPr>
            <a:r>
              <a:rPr lang="zh-CN" altLang="en-US" sz="2400" dirty="0">
                <a:solidFill>
                  <a:srgbClr val="000000"/>
                </a:solidFill>
                <a:latin typeface="华文新魏" panose="02010800040101010101" pitchFamily="2" charset="-122"/>
                <a:ea typeface="华文新魏" panose="02010800040101010101" pitchFamily="2" charset="-122"/>
              </a:rPr>
              <a:t>         修改缺陷部分，给出代码。</a:t>
            </a:r>
            <a:endParaRPr lang="zh-CN" altLang="en-US" sz="2400" dirty="0">
              <a:solidFill>
                <a:srgbClr val="000000"/>
              </a:solidFill>
              <a:latin typeface="华文新魏" panose="02010800040101010101" pitchFamily="2" charset="-122"/>
              <a:ea typeface="华文新魏" panose="02010800040101010101" pitchFamily="2" charset="-122"/>
            </a:endParaRPr>
          </a:p>
          <a:p>
            <a:pPr marL="0" lvl="0" indent="0" algn="l" eaLnBrk="1" hangingPunct="1">
              <a:lnSpc>
                <a:spcPct val="100000"/>
              </a:lnSpc>
              <a:spcBef>
                <a:spcPct val="0"/>
              </a:spcBef>
              <a:buClrTx/>
              <a:buSzTx/>
              <a:buFontTx/>
              <a:buNone/>
            </a:pPr>
            <a:r>
              <a:rPr lang="en-US" altLang="zh-CN" sz="2400" dirty="0">
                <a:solidFill>
                  <a:srgbClr val="000000"/>
                </a:solidFill>
                <a:latin typeface="华文新魏" panose="02010800040101010101" pitchFamily="2" charset="-122"/>
                <a:ea typeface="华文新魏" panose="02010800040101010101" pitchFamily="2" charset="-122"/>
              </a:rPr>
              <a:t>       if(year%400==0||(year%4==0&amp;&amp;year%100!=0))</a:t>
            </a:r>
            <a:endParaRPr lang="en-US" altLang="zh-CN" sz="2400" dirty="0">
              <a:solidFill>
                <a:srgbClr val="000000"/>
              </a:solidFill>
              <a:latin typeface="华文新魏" panose="02010800040101010101" pitchFamily="2" charset="-122"/>
              <a:ea typeface="华文新魏" panose="02010800040101010101" pitchFamily="2" charset="-122"/>
            </a:endParaRPr>
          </a:p>
          <a:p>
            <a:pPr marL="0" lvl="0" indent="0" algn="l" eaLnBrk="1" hangingPunct="1">
              <a:lnSpc>
                <a:spcPct val="100000"/>
              </a:lnSpc>
              <a:spcBef>
                <a:spcPct val="0"/>
              </a:spcBef>
              <a:buClrTx/>
              <a:buSzTx/>
              <a:buFontTx/>
              <a:buNone/>
            </a:pPr>
            <a:r>
              <a:rPr lang="en-US" altLang="zh-CN" sz="2400" dirty="0">
                <a:solidFill>
                  <a:srgbClr val="000000"/>
                </a:solidFill>
                <a:latin typeface="华文新魏" panose="02010800040101010101" pitchFamily="2" charset="-122"/>
                <a:ea typeface="华文新魏" panose="02010800040101010101" pitchFamily="2" charset="-122"/>
              </a:rPr>
              <a:t>                       /*</a:t>
            </a:r>
            <a:r>
              <a:rPr lang="zh-CN" altLang="en-US" sz="2400" dirty="0">
                <a:solidFill>
                  <a:srgbClr val="000000"/>
                </a:solidFill>
                <a:latin typeface="华文新魏" panose="02010800040101010101" pitchFamily="2" charset="-122"/>
                <a:ea typeface="华文新魏" panose="02010800040101010101" pitchFamily="2" charset="-122"/>
              </a:rPr>
              <a:t>判断是不是闰年*</a:t>
            </a:r>
            <a:r>
              <a:rPr lang="en-US" altLang="zh-CN" sz="2400" dirty="0">
                <a:solidFill>
                  <a:srgbClr val="000000"/>
                </a:solidFill>
                <a:latin typeface="华文新魏" panose="02010800040101010101" pitchFamily="2" charset="-122"/>
                <a:ea typeface="华文新魏" panose="02010800040101010101" pitchFamily="2" charset="-122"/>
              </a:rPr>
              <a:t>/</a:t>
            </a:r>
            <a:br>
              <a:rPr lang="en-US" altLang="zh-CN" sz="2400" dirty="0">
                <a:solidFill>
                  <a:srgbClr val="000000"/>
                </a:solidFill>
                <a:latin typeface="华文新魏" panose="02010800040101010101" pitchFamily="2" charset="-122"/>
                <a:ea typeface="华文新魏" panose="02010800040101010101" pitchFamily="2" charset="-122"/>
              </a:rPr>
            </a:br>
            <a:r>
              <a:rPr lang="en-US" altLang="zh-CN" sz="2400" dirty="0">
                <a:solidFill>
                  <a:srgbClr val="000000"/>
                </a:solidFill>
                <a:latin typeface="Times New Roman" panose="02020603050405020304" pitchFamily="18" charset="0"/>
                <a:ea typeface="华文新魏" panose="02010800040101010101" pitchFamily="2" charset="-122"/>
              </a:rPr>
              <a:t>   </a:t>
            </a:r>
            <a:r>
              <a:rPr lang="en-US" altLang="zh-CN" sz="2400" dirty="0">
                <a:solidFill>
                  <a:srgbClr val="000000"/>
                </a:solidFill>
                <a:latin typeface="华文新魏" panose="02010800040101010101" pitchFamily="2" charset="-122"/>
                <a:ea typeface="华文新魏" panose="02010800040101010101" pitchFamily="2" charset="-122"/>
              </a:rPr>
              <a:t>            leap=1;</a:t>
            </a:r>
            <a:br>
              <a:rPr lang="en-US" altLang="zh-CN" sz="2400" dirty="0">
                <a:solidFill>
                  <a:srgbClr val="000000"/>
                </a:solidFill>
                <a:latin typeface="华文新魏" panose="02010800040101010101" pitchFamily="2" charset="-122"/>
                <a:ea typeface="华文新魏" panose="02010800040101010101" pitchFamily="2" charset="-122"/>
              </a:rPr>
            </a:br>
            <a:r>
              <a:rPr lang="en-US" altLang="zh-CN" sz="2400" dirty="0">
                <a:solidFill>
                  <a:srgbClr val="000000"/>
                </a:solidFill>
                <a:latin typeface="Times New Roman" panose="02020603050405020304" pitchFamily="18" charset="0"/>
                <a:ea typeface="华文新魏" panose="02010800040101010101" pitchFamily="2" charset="-122"/>
              </a:rPr>
              <a:t> </a:t>
            </a:r>
            <a:r>
              <a:rPr lang="en-US" altLang="zh-CN" sz="2400" dirty="0">
                <a:solidFill>
                  <a:srgbClr val="000000"/>
                </a:solidFill>
                <a:latin typeface="华文新魏" panose="02010800040101010101" pitchFamily="2" charset="-122"/>
                <a:ea typeface="华文新魏" panose="02010800040101010101" pitchFamily="2" charset="-122"/>
              </a:rPr>
              <a:t>        else</a:t>
            </a:r>
            <a:br>
              <a:rPr lang="en-US" altLang="zh-CN" sz="2400" dirty="0">
                <a:solidFill>
                  <a:srgbClr val="000000"/>
                </a:solidFill>
                <a:latin typeface="华文新魏" panose="02010800040101010101" pitchFamily="2" charset="-122"/>
                <a:ea typeface="华文新魏" panose="02010800040101010101" pitchFamily="2" charset="-122"/>
              </a:rPr>
            </a:br>
            <a:r>
              <a:rPr lang="en-US" altLang="zh-CN" sz="2400" dirty="0">
                <a:solidFill>
                  <a:srgbClr val="000000"/>
                </a:solidFill>
                <a:latin typeface="Times New Roman" panose="02020603050405020304" pitchFamily="18" charset="0"/>
                <a:ea typeface="华文新魏" panose="02010800040101010101" pitchFamily="2" charset="-122"/>
              </a:rPr>
              <a:t>   </a:t>
            </a:r>
            <a:r>
              <a:rPr lang="en-US" altLang="zh-CN" sz="2400" dirty="0">
                <a:solidFill>
                  <a:srgbClr val="000000"/>
                </a:solidFill>
                <a:latin typeface="华文新魏" panose="02010800040101010101" pitchFamily="2" charset="-122"/>
                <a:ea typeface="华文新魏" panose="02010800040101010101" pitchFamily="2" charset="-122"/>
              </a:rPr>
              <a:t>             leap=0;</a:t>
            </a:r>
            <a:br>
              <a:rPr lang="en-US" altLang="zh-CN" sz="2400" dirty="0">
                <a:solidFill>
                  <a:srgbClr val="000000"/>
                </a:solidFill>
                <a:latin typeface="华文新魏" panose="02010800040101010101" pitchFamily="2" charset="-122"/>
                <a:ea typeface="华文新魏" panose="02010800040101010101" pitchFamily="2" charset="-122"/>
              </a:rPr>
            </a:br>
            <a:r>
              <a:rPr lang="en-US" altLang="zh-CN" sz="2400" dirty="0">
                <a:solidFill>
                  <a:srgbClr val="000000"/>
                </a:solidFill>
                <a:latin typeface="Times New Roman" panose="02020603050405020304" pitchFamily="18" charset="0"/>
                <a:ea typeface="华文新魏" panose="02010800040101010101" pitchFamily="2" charset="-122"/>
              </a:rPr>
              <a:t> </a:t>
            </a:r>
            <a:r>
              <a:rPr lang="en-US" altLang="zh-CN" sz="2400" dirty="0">
                <a:solidFill>
                  <a:srgbClr val="000000"/>
                </a:solidFill>
                <a:latin typeface="华文新魏" panose="02010800040101010101" pitchFamily="2" charset="-122"/>
                <a:ea typeface="华文新魏" panose="02010800040101010101" pitchFamily="2" charset="-122"/>
              </a:rPr>
              <a:t>     </a:t>
            </a:r>
            <a:r>
              <a:rPr lang="en-US" altLang="zh-CN" sz="2400" dirty="0">
                <a:solidFill>
                  <a:srgbClr val="000000"/>
                </a:solidFill>
                <a:latin typeface="Times New Roman" panose="02020603050405020304" pitchFamily="18" charset="0"/>
                <a:ea typeface="华文新魏" panose="02010800040101010101" pitchFamily="2" charset="-122"/>
              </a:rPr>
              <a:t> </a:t>
            </a:r>
            <a:r>
              <a:rPr lang="en-US" altLang="zh-CN" sz="2400" dirty="0">
                <a:solidFill>
                  <a:srgbClr val="000000"/>
                </a:solidFill>
                <a:latin typeface="华文新魏" panose="02010800040101010101" pitchFamily="2" charset="-122"/>
                <a:ea typeface="华文新魏" panose="02010800040101010101" pitchFamily="2" charset="-122"/>
              </a:rPr>
              <a:t>if(leap==1&amp;&amp;month&gt;2) </a:t>
            </a:r>
            <a:endParaRPr lang="en-US" altLang="zh-CN" sz="2400" dirty="0">
              <a:solidFill>
                <a:srgbClr val="000000"/>
              </a:solidFill>
              <a:latin typeface="华文新魏" panose="02010800040101010101" pitchFamily="2" charset="-122"/>
              <a:ea typeface="华文新魏" panose="02010800040101010101" pitchFamily="2" charset="-122"/>
            </a:endParaRPr>
          </a:p>
          <a:p>
            <a:pPr marL="0" lvl="0" indent="0" algn="l" eaLnBrk="1" hangingPunct="1">
              <a:lnSpc>
                <a:spcPct val="100000"/>
              </a:lnSpc>
              <a:spcBef>
                <a:spcPct val="0"/>
              </a:spcBef>
              <a:buClrTx/>
              <a:buSzTx/>
              <a:buFontTx/>
              <a:buNone/>
            </a:pPr>
            <a:r>
              <a:rPr lang="en-US" altLang="zh-CN" sz="2400" dirty="0">
                <a:solidFill>
                  <a:srgbClr val="000000"/>
                </a:solidFill>
                <a:latin typeface="华文新魏" panose="02010800040101010101" pitchFamily="2" charset="-122"/>
                <a:ea typeface="华文新魏" panose="02010800040101010101" pitchFamily="2" charset="-122"/>
              </a:rPr>
              <a:t>/*</a:t>
            </a:r>
            <a:r>
              <a:rPr lang="zh-CN" altLang="en-US" sz="2400" dirty="0">
                <a:solidFill>
                  <a:srgbClr val="000000"/>
                </a:solidFill>
                <a:latin typeface="华文新魏" panose="02010800040101010101" pitchFamily="2" charset="-122"/>
                <a:ea typeface="华文新魏" panose="02010800040101010101" pitchFamily="2" charset="-122"/>
              </a:rPr>
              <a:t>如果是闰年且月份大于</a:t>
            </a:r>
            <a:r>
              <a:rPr lang="en-US" altLang="zh-CN" sz="2400" dirty="0">
                <a:solidFill>
                  <a:srgbClr val="000000"/>
                </a:solidFill>
                <a:latin typeface="华文新魏" panose="02010800040101010101" pitchFamily="2" charset="-122"/>
                <a:ea typeface="华文新魏" panose="02010800040101010101" pitchFamily="2" charset="-122"/>
              </a:rPr>
              <a:t>2,</a:t>
            </a:r>
            <a:r>
              <a:rPr lang="zh-CN" altLang="en-US" sz="2400" dirty="0">
                <a:solidFill>
                  <a:srgbClr val="000000"/>
                </a:solidFill>
                <a:latin typeface="华文新魏" panose="02010800040101010101" pitchFamily="2" charset="-122"/>
                <a:ea typeface="华文新魏" panose="02010800040101010101" pitchFamily="2" charset="-122"/>
              </a:rPr>
              <a:t>总天数应该加一天*</a:t>
            </a:r>
            <a:r>
              <a:rPr lang="en-US" altLang="zh-CN" sz="2400" dirty="0">
                <a:solidFill>
                  <a:srgbClr val="000000"/>
                </a:solidFill>
                <a:latin typeface="华文新魏" panose="02010800040101010101" pitchFamily="2" charset="-122"/>
                <a:ea typeface="华文新魏" panose="02010800040101010101" pitchFamily="2" charset="-122"/>
              </a:rPr>
              <a:t>/</a:t>
            </a:r>
            <a:br>
              <a:rPr lang="en-US" altLang="zh-CN" sz="2400" dirty="0">
                <a:solidFill>
                  <a:srgbClr val="000000"/>
                </a:solidFill>
                <a:latin typeface="华文新魏" panose="02010800040101010101" pitchFamily="2" charset="-122"/>
                <a:ea typeface="华文新魏" panose="02010800040101010101" pitchFamily="2" charset="-122"/>
              </a:rPr>
            </a:br>
            <a:r>
              <a:rPr lang="en-US" altLang="zh-CN" sz="2400" dirty="0">
                <a:solidFill>
                  <a:srgbClr val="000000"/>
                </a:solidFill>
                <a:latin typeface="Times New Roman" panose="02020603050405020304" pitchFamily="18" charset="0"/>
                <a:ea typeface="华文新魏" panose="02010800040101010101" pitchFamily="2" charset="-122"/>
              </a:rPr>
              <a:t>   </a:t>
            </a:r>
            <a:r>
              <a:rPr lang="en-US" altLang="zh-CN" sz="2400" dirty="0">
                <a:solidFill>
                  <a:srgbClr val="000000"/>
                </a:solidFill>
                <a:latin typeface="华文新魏" panose="02010800040101010101" pitchFamily="2" charset="-122"/>
                <a:ea typeface="华文新魏" panose="02010800040101010101" pitchFamily="2" charset="-122"/>
              </a:rPr>
              <a:t>      </a:t>
            </a:r>
            <a:r>
              <a:rPr lang="en-US" altLang="zh-CN" sz="2400" dirty="0">
                <a:solidFill>
                  <a:srgbClr val="000000"/>
                </a:solidFill>
                <a:latin typeface="Times New Roman" panose="02020603050405020304" pitchFamily="18" charset="0"/>
                <a:ea typeface="华文新魏" panose="02010800040101010101" pitchFamily="2" charset="-122"/>
              </a:rPr>
              <a:t> </a:t>
            </a:r>
            <a:r>
              <a:rPr lang="en-US" altLang="zh-CN" sz="2400" dirty="0">
                <a:solidFill>
                  <a:srgbClr val="000000"/>
                </a:solidFill>
                <a:latin typeface="华文新魏" panose="02010800040101010101" pitchFamily="2" charset="-122"/>
                <a:ea typeface="华文新魏" panose="02010800040101010101" pitchFamily="2" charset="-122"/>
              </a:rPr>
              <a:t>sum++;</a:t>
            </a:r>
            <a:endParaRPr lang="zh-CN" altLang="en-US" sz="2400" dirty="0">
              <a:solidFill>
                <a:srgbClr val="000000"/>
              </a:solidFill>
              <a:latin typeface="华文新魏" panose="02010800040101010101" pitchFamily="2" charset="-122"/>
              <a:ea typeface="华文新魏" panose="02010800040101010101" pitchFamily="2" charset="-122"/>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amond(in)">
                                      <p:cBhvr>
                                        <p:cTn id="7"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标题 1"/>
          <p:cNvSpPr>
            <a:spLocks noGrp="1"/>
          </p:cNvSpPr>
          <p:nvPr>
            <p:ph type="title"/>
          </p:nvPr>
        </p:nvSpPr>
        <p:spPr>
          <a:ln/>
        </p:spPr>
        <p:txBody>
          <a:bodyPr vert="horz" wrap="square" lIns="91440" tIns="45720" rIns="91440" bIns="45720" anchor="ctr" anchorCtr="0"/>
          <a:p>
            <a:r>
              <a:rPr lang="zh-CN" altLang="en-US" dirty="0"/>
              <a:t>软件测试</a:t>
            </a:r>
            <a:endParaRPr lang="zh-CN" altLang="en-US" dirty="0"/>
          </a:p>
        </p:txBody>
      </p:sp>
      <p:sp>
        <p:nvSpPr>
          <p:cNvPr id="33795"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graphicFrame>
        <p:nvGraphicFramePr>
          <p:cNvPr id="6" name="Group 2"/>
          <p:cNvGraphicFramePr>
            <a:graphicFrameLocks noGrp="1"/>
          </p:cNvGraphicFramePr>
          <p:nvPr/>
        </p:nvGraphicFramePr>
        <p:xfrm>
          <a:off x="250825" y="1773238"/>
          <a:ext cx="8640763" cy="4492625"/>
        </p:xfrm>
        <a:graphic>
          <a:graphicData uri="http://schemas.openxmlformats.org/drawingml/2006/table">
            <a:tbl>
              <a:tblPr/>
              <a:tblGrid>
                <a:gridCol w="911225"/>
                <a:gridCol w="1447800"/>
                <a:gridCol w="2097088"/>
                <a:gridCol w="1592262"/>
                <a:gridCol w="2592388"/>
              </a:tblGrid>
              <a:tr h="471488">
                <a:tc>
                  <a:txBody>
                    <a:bodyPr/>
                    <a:lstStyle>
                      <a:lvl1pPr marL="342900" indent="-342900" algn="just">
                        <a:lnSpc>
                          <a:spcPct val="140000"/>
                        </a:lnSpc>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defRPr sz="12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defRPr sz="10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序号</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9050" cap="flat" cmpd="sng" algn="ctr">
                      <a:solidFill>
                        <a:srgbClr val="DD00DD"/>
                      </a:solidFill>
                      <a:prstDash val="solid"/>
                      <a:miter lim="800000"/>
                      <a:headEnd type="none" w="med" len="med"/>
                      <a:tailEnd type="none" w="med" len="med"/>
                    </a:lnL>
                    <a:lnR w="19050" cap="flat" cmpd="sng" algn="ctr">
                      <a:solidFill>
                        <a:srgbClr val="DD00DD"/>
                      </a:solidFill>
                      <a:prstDash val="solid"/>
                      <a:miter lim="800000"/>
                      <a:headEnd type="none" w="med" len="med"/>
                      <a:tailEnd type="none" w="med" len="med"/>
                    </a:lnR>
                    <a:lnT w="19050" cap="flat" cmpd="sng" algn="ctr">
                      <a:solidFill>
                        <a:srgbClr val="DD00DD"/>
                      </a:solidFill>
                      <a:prstDash val="solid"/>
                      <a:miter lim="800000"/>
                      <a:headEnd type="none" w="med" len="med"/>
                      <a:tailEnd type="none" w="med" len="med"/>
                    </a:lnT>
                    <a:lnB w="19050" cap="flat" cmpd="sng" algn="ctr">
                      <a:solidFill>
                        <a:srgbClr val="DD00DD"/>
                      </a:solidFill>
                      <a:prstDash val="solid"/>
                      <a:miter lim="800000"/>
                      <a:headEnd type="none" w="med" len="med"/>
                      <a:tailEnd type="none" w="med" len="med"/>
                    </a:lnB>
                    <a:lnTlToBr>
                      <a:noFill/>
                    </a:lnTlToBr>
                    <a:lnBlToTr>
                      <a:noFill/>
                    </a:lnBlToTr>
                    <a:noFill/>
                  </a:tcPr>
                </a:tc>
                <a:tc>
                  <a:txBody>
                    <a:bodyPr/>
                    <a:lstStyle>
                      <a:lvl1pPr marL="342900" indent="-342900" algn="just">
                        <a:lnSpc>
                          <a:spcPct val="140000"/>
                        </a:lnSpc>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defRPr sz="12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defRPr sz="10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输入数据</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9050" cap="flat" cmpd="sng" algn="ctr">
                      <a:solidFill>
                        <a:srgbClr val="DD00DD"/>
                      </a:solidFill>
                      <a:prstDash val="solid"/>
                      <a:miter lim="800000"/>
                      <a:headEnd type="none" w="med" len="med"/>
                      <a:tailEnd type="none" w="med" len="med"/>
                    </a:lnL>
                    <a:lnR w="19050" cap="flat" cmpd="sng" algn="ctr">
                      <a:solidFill>
                        <a:srgbClr val="DD00DD"/>
                      </a:solidFill>
                      <a:prstDash val="solid"/>
                      <a:miter lim="800000"/>
                      <a:headEnd type="none" w="med" len="med"/>
                      <a:tailEnd type="none" w="med" len="med"/>
                    </a:lnR>
                    <a:lnT w="19050" cap="flat" cmpd="sng" algn="ctr">
                      <a:solidFill>
                        <a:srgbClr val="DD00DD"/>
                      </a:solidFill>
                      <a:prstDash val="solid"/>
                      <a:miter lim="800000"/>
                      <a:headEnd type="none" w="med" len="med"/>
                      <a:tailEnd type="none" w="med" len="med"/>
                    </a:lnT>
                    <a:lnB w="19050" cap="flat" cmpd="sng" algn="ctr">
                      <a:solidFill>
                        <a:srgbClr val="DD00DD"/>
                      </a:solidFill>
                      <a:prstDash val="solid"/>
                      <a:miter lim="800000"/>
                      <a:headEnd type="none" w="med" len="med"/>
                      <a:tailEnd type="none" w="med" len="med"/>
                    </a:lnB>
                    <a:lnTlToBr>
                      <a:noFill/>
                    </a:lnTlToBr>
                    <a:lnBlToTr>
                      <a:noFill/>
                    </a:lnBlToTr>
                    <a:noFill/>
                  </a:tcPr>
                </a:tc>
                <a:tc>
                  <a:txBody>
                    <a:bodyPr/>
                    <a:lstStyle>
                      <a:lvl1pPr marL="342900" indent="-342900" algn="just">
                        <a:lnSpc>
                          <a:spcPct val="140000"/>
                        </a:lnSpc>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defRPr sz="12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defRPr sz="10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预期输出</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9050" cap="flat" cmpd="sng" algn="ctr">
                      <a:solidFill>
                        <a:srgbClr val="DD00DD"/>
                      </a:solidFill>
                      <a:prstDash val="solid"/>
                      <a:miter lim="800000"/>
                      <a:headEnd type="none" w="med" len="med"/>
                      <a:tailEnd type="none" w="med" len="med"/>
                    </a:lnL>
                    <a:lnR w="19050" cap="flat" cmpd="sng" algn="ctr">
                      <a:solidFill>
                        <a:srgbClr val="DD00DD"/>
                      </a:solidFill>
                      <a:prstDash val="solid"/>
                      <a:miter lim="800000"/>
                      <a:headEnd type="none" w="med" len="med"/>
                      <a:tailEnd type="none" w="med" len="med"/>
                    </a:lnR>
                    <a:lnT w="19050" cap="flat" cmpd="sng" algn="ctr">
                      <a:solidFill>
                        <a:srgbClr val="DD00DD"/>
                      </a:solidFill>
                      <a:prstDash val="solid"/>
                      <a:miter lim="800000"/>
                      <a:headEnd type="none" w="med" len="med"/>
                      <a:tailEnd type="none" w="med" len="med"/>
                    </a:lnT>
                    <a:lnB w="19050" cap="flat" cmpd="sng" algn="ctr">
                      <a:solidFill>
                        <a:srgbClr val="DD00DD"/>
                      </a:solidFill>
                      <a:prstDash val="solid"/>
                      <a:miter lim="800000"/>
                      <a:headEnd type="none" w="med" len="med"/>
                      <a:tailEnd type="none" w="med" len="med"/>
                    </a:lnB>
                    <a:lnTlToBr>
                      <a:noFill/>
                    </a:lnTlToBr>
                    <a:lnBlToTr>
                      <a:noFill/>
                    </a:lnBlToTr>
                    <a:noFill/>
                  </a:tcPr>
                </a:tc>
                <a:tc>
                  <a:txBody>
                    <a:bodyPr/>
                    <a:lstStyle>
                      <a:lvl1pPr marL="342900" indent="-342900" algn="just">
                        <a:lnSpc>
                          <a:spcPct val="140000"/>
                        </a:lnSpc>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defRPr sz="12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defRPr sz="10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实际输出</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9050" cap="flat" cmpd="sng" algn="ctr">
                      <a:solidFill>
                        <a:srgbClr val="DD00DD"/>
                      </a:solidFill>
                      <a:prstDash val="solid"/>
                      <a:miter lim="800000"/>
                      <a:headEnd type="none" w="med" len="med"/>
                      <a:tailEnd type="none" w="med" len="med"/>
                    </a:lnL>
                    <a:lnR w="19050" cap="flat" cmpd="sng" algn="ctr">
                      <a:solidFill>
                        <a:srgbClr val="DD00DD"/>
                      </a:solidFill>
                      <a:prstDash val="solid"/>
                      <a:miter lim="800000"/>
                      <a:headEnd type="none" w="med" len="med"/>
                      <a:tailEnd type="none" w="med" len="med"/>
                    </a:lnR>
                    <a:lnT w="19050" cap="flat" cmpd="sng" algn="ctr">
                      <a:solidFill>
                        <a:srgbClr val="DD00DD"/>
                      </a:solidFill>
                      <a:prstDash val="solid"/>
                      <a:miter lim="800000"/>
                      <a:headEnd type="none" w="med" len="med"/>
                      <a:tailEnd type="none" w="med" len="med"/>
                    </a:lnT>
                    <a:lnB w="19050" cap="flat" cmpd="sng" algn="ctr">
                      <a:solidFill>
                        <a:srgbClr val="DD00DD"/>
                      </a:solidFill>
                      <a:prstDash val="solid"/>
                      <a:miter lim="800000"/>
                      <a:headEnd type="none" w="med" len="med"/>
                      <a:tailEnd type="none" w="med" len="med"/>
                    </a:lnB>
                    <a:lnTlToBr>
                      <a:noFill/>
                    </a:lnTlToBr>
                    <a:lnBlToTr>
                      <a:noFill/>
                    </a:lnBlToTr>
                    <a:noFill/>
                  </a:tcPr>
                </a:tc>
                <a:tc>
                  <a:txBody>
                    <a:bodyPr/>
                    <a:lstStyle>
                      <a:lvl1pPr marL="342900" indent="-342900" algn="just">
                        <a:lnSpc>
                          <a:spcPct val="140000"/>
                        </a:lnSpc>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defRPr sz="12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defRPr sz="10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说明</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9050" cap="flat" cmpd="sng" algn="ctr">
                      <a:solidFill>
                        <a:srgbClr val="DD00DD"/>
                      </a:solidFill>
                      <a:prstDash val="solid"/>
                      <a:miter lim="800000"/>
                      <a:headEnd type="none" w="med" len="med"/>
                      <a:tailEnd type="none" w="med" len="med"/>
                    </a:lnL>
                    <a:lnR w="19050" cap="flat" cmpd="sng" algn="ctr">
                      <a:solidFill>
                        <a:srgbClr val="DD00DD"/>
                      </a:solidFill>
                      <a:prstDash val="solid"/>
                      <a:miter lim="800000"/>
                      <a:headEnd type="none" w="med" len="med"/>
                      <a:tailEnd type="none" w="med" len="med"/>
                    </a:lnR>
                    <a:lnT w="19050" cap="flat" cmpd="sng" algn="ctr">
                      <a:solidFill>
                        <a:srgbClr val="DD00DD"/>
                      </a:solidFill>
                      <a:prstDash val="solid"/>
                      <a:miter lim="800000"/>
                      <a:headEnd type="none" w="med" len="med"/>
                      <a:tailEnd type="none" w="med" len="med"/>
                    </a:lnT>
                    <a:lnB w="19050" cap="flat" cmpd="sng" algn="ctr">
                      <a:solidFill>
                        <a:srgbClr val="DD00DD"/>
                      </a:solidFill>
                      <a:prstDash val="solid"/>
                      <a:miter lim="800000"/>
                      <a:headEnd type="none" w="med" len="med"/>
                      <a:tailEnd type="none" w="med" len="med"/>
                    </a:lnB>
                    <a:lnTlToBr>
                      <a:noFill/>
                    </a:lnTlToBr>
                    <a:lnBlToTr>
                      <a:noFill/>
                    </a:lnBlToTr>
                    <a:noFill/>
                  </a:tcPr>
                </a:tc>
              </a:tr>
              <a:tr h="441325">
                <a:tc>
                  <a:txBody>
                    <a:bodyPr/>
                    <a:lstStyle>
                      <a:lvl1pPr marL="342900" indent="-342900" algn="just">
                        <a:lnSpc>
                          <a:spcPct val="140000"/>
                        </a:lnSpc>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defRPr sz="12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defRPr sz="10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9050" cap="flat" cmpd="sng" algn="ctr">
                      <a:solidFill>
                        <a:srgbClr val="DD00DD"/>
                      </a:solidFill>
                      <a:prstDash val="solid"/>
                      <a:miter lim="800000"/>
                      <a:headEnd type="none" w="med" len="med"/>
                      <a:tailEnd type="none" w="med" len="med"/>
                    </a:lnL>
                    <a:lnR w="19050" cap="flat" cmpd="sng" algn="ctr">
                      <a:solidFill>
                        <a:srgbClr val="DD00DD"/>
                      </a:solidFill>
                      <a:prstDash val="solid"/>
                      <a:miter lim="800000"/>
                      <a:headEnd type="none" w="med" len="med"/>
                      <a:tailEnd type="none" w="med" len="med"/>
                    </a:lnR>
                    <a:lnT w="19050" cap="flat" cmpd="sng" algn="ctr">
                      <a:solidFill>
                        <a:srgbClr val="DD00DD"/>
                      </a:solidFill>
                      <a:prstDash val="solid"/>
                      <a:miter lim="800000"/>
                      <a:headEnd type="none" w="med" len="med"/>
                      <a:tailEnd type="none" w="med" len="med"/>
                    </a:lnT>
                    <a:lnB w="19050" cap="flat" cmpd="sng" algn="ctr">
                      <a:solidFill>
                        <a:srgbClr val="DD00DD"/>
                      </a:solidFill>
                      <a:prstDash val="solid"/>
                      <a:miter lim="800000"/>
                      <a:headEnd type="none" w="med" len="med"/>
                      <a:tailEnd type="none" w="med" len="med"/>
                    </a:lnB>
                    <a:lnTlToBr>
                      <a:noFill/>
                    </a:lnTlToBr>
                    <a:lnBlToTr>
                      <a:noFill/>
                    </a:lnBlToTr>
                    <a:noFill/>
                  </a:tcPr>
                </a:tc>
                <a:tc>
                  <a:txBody>
                    <a:bodyPr/>
                    <a:lstStyle>
                      <a:lvl1pPr marL="342900" indent="-342900" algn="just">
                        <a:lnSpc>
                          <a:spcPct val="140000"/>
                        </a:lnSpc>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defRPr sz="12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defRPr sz="10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1900,1,1</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9050" cap="flat" cmpd="sng" algn="ctr">
                      <a:solidFill>
                        <a:srgbClr val="DD00DD"/>
                      </a:solidFill>
                      <a:prstDash val="solid"/>
                      <a:miter lim="800000"/>
                      <a:headEnd type="none" w="med" len="med"/>
                      <a:tailEnd type="none" w="med" len="med"/>
                    </a:lnL>
                    <a:lnR w="19050" cap="flat" cmpd="sng" algn="ctr">
                      <a:solidFill>
                        <a:srgbClr val="DD00DD"/>
                      </a:solidFill>
                      <a:prstDash val="solid"/>
                      <a:miter lim="800000"/>
                      <a:headEnd type="none" w="med" len="med"/>
                      <a:tailEnd type="none" w="med" len="med"/>
                    </a:lnR>
                    <a:lnT w="19050" cap="flat" cmpd="sng" algn="ctr">
                      <a:solidFill>
                        <a:srgbClr val="DD00DD"/>
                      </a:solidFill>
                      <a:prstDash val="solid"/>
                      <a:miter lim="800000"/>
                      <a:headEnd type="none" w="med" len="med"/>
                      <a:tailEnd type="none" w="med" len="med"/>
                    </a:lnT>
                    <a:lnB w="19050" cap="flat" cmpd="sng" algn="ctr">
                      <a:solidFill>
                        <a:srgbClr val="DD00DD"/>
                      </a:solidFill>
                      <a:prstDash val="solid"/>
                      <a:miter lim="800000"/>
                      <a:headEnd type="none" w="med" len="med"/>
                      <a:tailEnd type="none" w="med" len="med"/>
                    </a:lnB>
                    <a:lnTlToBr>
                      <a:noFill/>
                    </a:lnTlToBr>
                    <a:lnBlToTr>
                      <a:noFill/>
                    </a:lnBlToTr>
                    <a:noFill/>
                  </a:tcPr>
                </a:tc>
                <a:tc>
                  <a:txBody>
                    <a:bodyPr/>
                    <a:lstStyle>
                      <a:lvl1pPr marL="342900" indent="-342900" algn="just">
                        <a:lnSpc>
                          <a:spcPct val="140000"/>
                        </a:lnSpc>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defRPr sz="12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defRPr sz="10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It is the first day</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9050" cap="flat" cmpd="sng" algn="ctr">
                      <a:solidFill>
                        <a:srgbClr val="DD00DD"/>
                      </a:solidFill>
                      <a:prstDash val="solid"/>
                      <a:miter lim="800000"/>
                      <a:headEnd type="none" w="med" len="med"/>
                      <a:tailEnd type="none" w="med" len="med"/>
                    </a:lnL>
                    <a:lnR w="19050" cap="flat" cmpd="sng" algn="ctr">
                      <a:solidFill>
                        <a:srgbClr val="DD00DD"/>
                      </a:solidFill>
                      <a:prstDash val="solid"/>
                      <a:miter lim="800000"/>
                      <a:headEnd type="none" w="med" len="med"/>
                      <a:tailEnd type="none" w="med" len="med"/>
                    </a:lnR>
                    <a:lnT w="19050" cap="flat" cmpd="sng" algn="ctr">
                      <a:solidFill>
                        <a:srgbClr val="DD00DD"/>
                      </a:solidFill>
                      <a:prstDash val="solid"/>
                      <a:miter lim="800000"/>
                      <a:headEnd type="none" w="med" len="med"/>
                      <a:tailEnd type="none" w="med" len="med"/>
                    </a:lnT>
                    <a:lnB w="19050" cap="flat" cmpd="sng" algn="ctr">
                      <a:solidFill>
                        <a:srgbClr val="DD00DD"/>
                      </a:solidFill>
                      <a:prstDash val="solid"/>
                      <a:miter lim="800000"/>
                      <a:headEnd type="none" w="med" len="med"/>
                      <a:tailEnd type="none" w="med" len="med"/>
                    </a:lnB>
                    <a:lnTlToBr>
                      <a:noFill/>
                    </a:lnTlToBr>
                    <a:lnBlToTr>
                      <a:noFill/>
                    </a:lnBlToTr>
                    <a:noFill/>
                  </a:tcPr>
                </a:tc>
                <a:tc>
                  <a:txBody>
                    <a:bodyPr/>
                    <a:lstStyle>
                      <a:lvl1pPr marL="342900" indent="-342900" algn="just">
                        <a:lnSpc>
                          <a:spcPct val="140000"/>
                        </a:lnSpc>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defRPr sz="12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defRPr sz="10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endPar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9050" cap="flat" cmpd="sng" algn="ctr">
                      <a:solidFill>
                        <a:srgbClr val="DD00DD"/>
                      </a:solidFill>
                      <a:prstDash val="solid"/>
                      <a:miter lim="800000"/>
                      <a:headEnd type="none" w="med" len="med"/>
                      <a:tailEnd type="none" w="med" len="med"/>
                    </a:lnL>
                    <a:lnR w="19050" cap="flat" cmpd="sng" algn="ctr">
                      <a:solidFill>
                        <a:srgbClr val="DD00DD"/>
                      </a:solidFill>
                      <a:prstDash val="solid"/>
                      <a:miter lim="800000"/>
                      <a:headEnd type="none" w="med" len="med"/>
                      <a:tailEnd type="none" w="med" len="med"/>
                    </a:lnR>
                    <a:lnT w="19050" cap="flat" cmpd="sng" algn="ctr">
                      <a:solidFill>
                        <a:srgbClr val="DD00DD"/>
                      </a:solidFill>
                      <a:prstDash val="solid"/>
                      <a:miter lim="800000"/>
                      <a:headEnd type="none" w="med" len="med"/>
                      <a:tailEnd type="none" w="med" len="med"/>
                    </a:lnT>
                    <a:lnB w="19050" cap="flat" cmpd="sng" algn="ctr">
                      <a:solidFill>
                        <a:srgbClr val="DD00DD"/>
                      </a:solidFill>
                      <a:prstDash val="solid"/>
                      <a:miter lim="800000"/>
                      <a:headEnd type="none" w="med" len="med"/>
                      <a:tailEnd type="none" w="med" len="med"/>
                    </a:lnB>
                    <a:lnTlToBr>
                      <a:noFill/>
                    </a:lnTlToBr>
                    <a:lnBlToTr>
                      <a:noFill/>
                    </a:lnBlToTr>
                    <a:noFill/>
                  </a:tcPr>
                </a:tc>
                <a:tc>
                  <a:txBody>
                    <a:bodyPr/>
                    <a:lstStyle>
                      <a:lvl1pPr marL="342900" indent="-342900" algn="just">
                        <a:lnSpc>
                          <a:spcPct val="140000"/>
                        </a:lnSpc>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defRPr sz="12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defRPr sz="10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刚好等于最小值</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9050" cap="flat" cmpd="sng" algn="ctr">
                      <a:solidFill>
                        <a:srgbClr val="DD00DD"/>
                      </a:solidFill>
                      <a:prstDash val="solid"/>
                      <a:miter lim="800000"/>
                      <a:headEnd type="none" w="med" len="med"/>
                      <a:tailEnd type="none" w="med" len="med"/>
                    </a:lnL>
                    <a:lnR w="19050" cap="flat" cmpd="sng" algn="ctr">
                      <a:solidFill>
                        <a:srgbClr val="DD00DD"/>
                      </a:solidFill>
                      <a:prstDash val="solid"/>
                      <a:miter lim="800000"/>
                      <a:headEnd type="none" w="med" len="med"/>
                      <a:tailEnd type="none" w="med" len="med"/>
                    </a:lnR>
                    <a:lnT w="19050" cap="flat" cmpd="sng" algn="ctr">
                      <a:solidFill>
                        <a:srgbClr val="DD00DD"/>
                      </a:solidFill>
                      <a:prstDash val="solid"/>
                      <a:miter lim="800000"/>
                      <a:headEnd type="none" w="med" len="med"/>
                      <a:tailEnd type="none" w="med" len="med"/>
                    </a:lnT>
                    <a:lnB w="19050" cap="flat" cmpd="sng" algn="ctr">
                      <a:solidFill>
                        <a:srgbClr val="DD00DD"/>
                      </a:solidFill>
                      <a:prstDash val="solid"/>
                      <a:miter lim="800000"/>
                      <a:headEnd type="none" w="med" len="med"/>
                      <a:tailEnd type="none" w="med" len="med"/>
                    </a:lnB>
                    <a:lnTlToBr>
                      <a:noFill/>
                    </a:lnTlToBr>
                    <a:lnBlToTr>
                      <a:noFill/>
                    </a:lnBlToTr>
                    <a:noFill/>
                  </a:tcPr>
                </a:tc>
              </a:tr>
              <a:tr h="455613">
                <a:tc>
                  <a:txBody>
                    <a:bodyPr/>
                    <a:lstStyle>
                      <a:lvl1pPr marL="342900" indent="-342900" algn="just">
                        <a:lnSpc>
                          <a:spcPct val="140000"/>
                        </a:lnSpc>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defRPr sz="12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defRPr sz="10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9050" cap="flat" cmpd="sng" algn="ctr">
                      <a:solidFill>
                        <a:srgbClr val="DD00DD"/>
                      </a:solidFill>
                      <a:prstDash val="solid"/>
                      <a:miter lim="800000"/>
                      <a:headEnd type="none" w="med" len="med"/>
                      <a:tailEnd type="none" w="med" len="med"/>
                    </a:lnL>
                    <a:lnR w="19050" cap="flat" cmpd="sng" algn="ctr">
                      <a:solidFill>
                        <a:srgbClr val="DD00DD"/>
                      </a:solidFill>
                      <a:prstDash val="solid"/>
                      <a:miter lim="800000"/>
                      <a:headEnd type="none" w="med" len="med"/>
                      <a:tailEnd type="none" w="med" len="med"/>
                    </a:lnR>
                    <a:lnT w="19050" cap="flat" cmpd="sng" algn="ctr">
                      <a:solidFill>
                        <a:srgbClr val="DD00DD"/>
                      </a:solidFill>
                      <a:prstDash val="solid"/>
                      <a:miter lim="800000"/>
                      <a:headEnd type="none" w="med" len="med"/>
                      <a:tailEnd type="none" w="med" len="med"/>
                    </a:lnT>
                    <a:lnB w="19050" cap="flat" cmpd="sng" algn="ctr">
                      <a:solidFill>
                        <a:srgbClr val="DD00DD"/>
                      </a:solidFill>
                      <a:prstDash val="solid"/>
                      <a:miter lim="800000"/>
                      <a:headEnd type="none" w="med" len="med"/>
                      <a:tailEnd type="none" w="med" len="med"/>
                    </a:lnB>
                    <a:lnTlToBr>
                      <a:noFill/>
                    </a:lnTlToBr>
                    <a:lnBlToTr>
                      <a:noFill/>
                    </a:lnBlToTr>
                    <a:noFill/>
                  </a:tcPr>
                </a:tc>
                <a:tc>
                  <a:txBody>
                    <a:bodyPr/>
                    <a:lstStyle>
                      <a:lvl1pPr marL="342900" indent="-342900" algn="just">
                        <a:lnSpc>
                          <a:spcPct val="140000"/>
                        </a:lnSpc>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defRPr sz="12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defRPr sz="10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2050,12,31</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9050" cap="flat" cmpd="sng" algn="ctr">
                      <a:solidFill>
                        <a:srgbClr val="DD00DD"/>
                      </a:solidFill>
                      <a:prstDash val="solid"/>
                      <a:miter lim="800000"/>
                      <a:headEnd type="none" w="med" len="med"/>
                      <a:tailEnd type="none" w="med" len="med"/>
                    </a:lnL>
                    <a:lnR w="19050" cap="flat" cmpd="sng" algn="ctr">
                      <a:solidFill>
                        <a:srgbClr val="DD00DD"/>
                      </a:solidFill>
                      <a:prstDash val="solid"/>
                      <a:miter lim="800000"/>
                      <a:headEnd type="none" w="med" len="med"/>
                      <a:tailEnd type="none" w="med" len="med"/>
                    </a:lnR>
                    <a:lnT w="19050" cap="flat" cmpd="sng" algn="ctr">
                      <a:solidFill>
                        <a:srgbClr val="DD00DD"/>
                      </a:solidFill>
                      <a:prstDash val="solid"/>
                      <a:miter lim="800000"/>
                      <a:headEnd type="none" w="med" len="med"/>
                      <a:tailEnd type="none" w="med" len="med"/>
                    </a:lnT>
                    <a:lnB w="19050" cap="flat" cmpd="sng" algn="ctr">
                      <a:solidFill>
                        <a:srgbClr val="DD00DD"/>
                      </a:solidFill>
                      <a:prstDash val="solid"/>
                      <a:miter lim="800000"/>
                      <a:headEnd type="none" w="med" len="med"/>
                      <a:tailEnd type="none" w="med" len="med"/>
                    </a:lnB>
                    <a:lnTlToBr>
                      <a:noFill/>
                    </a:lnTlToBr>
                    <a:lnBlToTr>
                      <a:noFill/>
                    </a:lnBlToTr>
                    <a:noFill/>
                  </a:tcPr>
                </a:tc>
                <a:tc>
                  <a:txBody>
                    <a:bodyPr/>
                    <a:lstStyle>
                      <a:lvl1pPr marL="342900" indent="-342900" algn="just">
                        <a:lnSpc>
                          <a:spcPct val="140000"/>
                        </a:lnSpc>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defRPr sz="12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defRPr sz="10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It is the 365th day</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9050" cap="flat" cmpd="sng" algn="ctr">
                      <a:solidFill>
                        <a:srgbClr val="DD00DD"/>
                      </a:solidFill>
                      <a:prstDash val="solid"/>
                      <a:miter lim="800000"/>
                      <a:headEnd type="none" w="med" len="med"/>
                      <a:tailEnd type="none" w="med" len="med"/>
                    </a:lnL>
                    <a:lnR w="19050" cap="flat" cmpd="sng" algn="ctr">
                      <a:solidFill>
                        <a:srgbClr val="DD00DD"/>
                      </a:solidFill>
                      <a:prstDash val="solid"/>
                      <a:miter lim="800000"/>
                      <a:headEnd type="none" w="med" len="med"/>
                      <a:tailEnd type="none" w="med" len="med"/>
                    </a:lnR>
                    <a:lnT w="19050" cap="flat" cmpd="sng" algn="ctr">
                      <a:solidFill>
                        <a:srgbClr val="DD00DD"/>
                      </a:solidFill>
                      <a:prstDash val="solid"/>
                      <a:miter lim="800000"/>
                      <a:headEnd type="none" w="med" len="med"/>
                      <a:tailEnd type="none" w="med" len="med"/>
                    </a:lnT>
                    <a:lnB w="19050" cap="flat" cmpd="sng" algn="ctr">
                      <a:solidFill>
                        <a:srgbClr val="DD00DD"/>
                      </a:solidFill>
                      <a:prstDash val="solid"/>
                      <a:miter lim="800000"/>
                      <a:headEnd type="none" w="med" len="med"/>
                      <a:tailEnd type="none" w="med" len="med"/>
                    </a:lnB>
                    <a:lnTlToBr>
                      <a:noFill/>
                    </a:lnTlToBr>
                    <a:lnBlToTr>
                      <a:noFill/>
                    </a:lnBlToTr>
                    <a:noFill/>
                  </a:tcPr>
                </a:tc>
                <a:tc>
                  <a:txBody>
                    <a:bodyPr/>
                    <a:lstStyle>
                      <a:lvl1pPr marL="342900" indent="-342900" algn="just">
                        <a:lnSpc>
                          <a:spcPct val="140000"/>
                        </a:lnSpc>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defRPr sz="12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defRPr sz="10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endPar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9050" cap="flat" cmpd="sng" algn="ctr">
                      <a:solidFill>
                        <a:srgbClr val="DD00DD"/>
                      </a:solidFill>
                      <a:prstDash val="solid"/>
                      <a:miter lim="800000"/>
                      <a:headEnd type="none" w="med" len="med"/>
                      <a:tailEnd type="none" w="med" len="med"/>
                    </a:lnL>
                    <a:lnR w="19050" cap="flat" cmpd="sng" algn="ctr">
                      <a:solidFill>
                        <a:srgbClr val="DD00DD"/>
                      </a:solidFill>
                      <a:prstDash val="solid"/>
                      <a:miter lim="800000"/>
                      <a:headEnd type="none" w="med" len="med"/>
                      <a:tailEnd type="none" w="med" len="med"/>
                    </a:lnR>
                    <a:lnT w="19050" cap="flat" cmpd="sng" algn="ctr">
                      <a:solidFill>
                        <a:srgbClr val="DD00DD"/>
                      </a:solidFill>
                      <a:prstDash val="solid"/>
                      <a:miter lim="800000"/>
                      <a:headEnd type="none" w="med" len="med"/>
                      <a:tailEnd type="none" w="med" len="med"/>
                    </a:lnT>
                    <a:lnB w="19050" cap="flat" cmpd="sng" algn="ctr">
                      <a:solidFill>
                        <a:srgbClr val="DD00DD"/>
                      </a:solidFill>
                      <a:prstDash val="solid"/>
                      <a:miter lim="800000"/>
                      <a:headEnd type="none" w="med" len="med"/>
                      <a:tailEnd type="none" w="med" len="med"/>
                    </a:lnB>
                    <a:lnTlToBr>
                      <a:noFill/>
                    </a:lnTlToBr>
                    <a:lnBlToTr>
                      <a:noFill/>
                    </a:lnBlToTr>
                    <a:noFill/>
                  </a:tcPr>
                </a:tc>
                <a:tc>
                  <a:txBody>
                    <a:bodyPr/>
                    <a:lstStyle>
                      <a:lvl1pPr marL="342900" indent="-342900" algn="just">
                        <a:lnSpc>
                          <a:spcPct val="140000"/>
                        </a:lnSpc>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defRPr sz="12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defRPr sz="10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刚好等于最大值</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9050" cap="flat" cmpd="sng" algn="ctr">
                      <a:solidFill>
                        <a:srgbClr val="DD00DD"/>
                      </a:solidFill>
                      <a:prstDash val="solid"/>
                      <a:miter lim="800000"/>
                      <a:headEnd type="none" w="med" len="med"/>
                      <a:tailEnd type="none" w="med" len="med"/>
                    </a:lnL>
                    <a:lnR w="19050" cap="flat" cmpd="sng" algn="ctr">
                      <a:solidFill>
                        <a:srgbClr val="DD00DD"/>
                      </a:solidFill>
                      <a:prstDash val="solid"/>
                      <a:miter lim="800000"/>
                      <a:headEnd type="none" w="med" len="med"/>
                      <a:tailEnd type="none" w="med" len="med"/>
                    </a:lnR>
                    <a:lnT w="19050" cap="flat" cmpd="sng" algn="ctr">
                      <a:solidFill>
                        <a:srgbClr val="DD00DD"/>
                      </a:solidFill>
                      <a:prstDash val="solid"/>
                      <a:miter lim="800000"/>
                      <a:headEnd type="none" w="med" len="med"/>
                      <a:tailEnd type="none" w="med" len="med"/>
                    </a:lnT>
                    <a:lnB w="19050" cap="flat" cmpd="sng" algn="ctr">
                      <a:solidFill>
                        <a:srgbClr val="DD00DD"/>
                      </a:solidFill>
                      <a:prstDash val="solid"/>
                      <a:miter lim="800000"/>
                      <a:headEnd type="none" w="med" len="med"/>
                      <a:tailEnd type="none" w="med" len="med"/>
                    </a:lnB>
                    <a:lnTlToBr>
                      <a:noFill/>
                    </a:lnTlToBr>
                    <a:lnBlToTr>
                      <a:noFill/>
                    </a:lnBlToTr>
                    <a:noFill/>
                  </a:tcPr>
                </a:tc>
              </a:tr>
              <a:tr h="431800">
                <a:tc>
                  <a:txBody>
                    <a:bodyPr/>
                    <a:lstStyle>
                      <a:lvl1pPr marL="342900" indent="-342900" algn="just">
                        <a:lnSpc>
                          <a:spcPct val="140000"/>
                        </a:lnSpc>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defRPr sz="12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defRPr sz="10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9050" cap="flat" cmpd="sng" algn="ctr">
                      <a:solidFill>
                        <a:srgbClr val="DD00DD"/>
                      </a:solidFill>
                      <a:prstDash val="solid"/>
                      <a:miter lim="800000"/>
                      <a:headEnd type="none" w="med" len="med"/>
                      <a:tailEnd type="none" w="med" len="med"/>
                    </a:lnL>
                    <a:lnR w="19050" cap="flat" cmpd="sng" algn="ctr">
                      <a:solidFill>
                        <a:srgbClr val="DD00DD"/>
                      </a:solidFill>
                      <a:prstDash val="solid"/>
                      <a:miter lim="800000"/>
                      <a:headEnd type="none" w="med" len="med"/>
                      <a:tailEnd type="none" w="med" len="med"/>
                    </a:lnR>
                    <a:lnT w="19050" cap="flat" cmpd="sng" algn="ctr">
                      <a:solidFill>
                        <a:srgbClr val="DD00DD"/>
                      </a:solidFill>
                      <a:prstDash val="solid"/>
                      <a:miter lim="800000"/>
                      <a:headEnd type="none" w="med" len="med"/>
                      <a:tailEnd type="none" w="med" len="med"/>
                    </a:lnT>
                    <a:lnB w="19050" cap="flat" cmpd="sng" algn="ctr">
                      <a:solidFill>
                        <a:srgbClr val="DD00DD"/>
                      </a:solidFill>
                      <a:prstDash val="solid"/>
                      <a:miter lim="800000"/>
                      <a:headEnd type="none" w="med" len="med"/>
                      <a:tailEnd type="none" w="med" len="med"/>
                    </a:lnB>
                    <a:lnTlToBr>
                      <a:noFill/>
                    </a:lnTlToBr>
                    <a:lnBlToTr>
                      <a:noFill/>
                    </a:lnBlToTr>
                    <a:noFill/>
                  </a:tcPr>
                </a:tc>
                <a:tc>
                  <a:txBody>
                    <a:bodyPr/>
                    <a:lstStyle>
                      <a:lvl1pPr marL="342900" indent="-342900" algn="just">
                        <a:lnSpc>
                          <a:spcPct val="140000"/>
                        </a:lnSpc>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defRPr sz="12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defRPr sz="10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1899,1,1</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9050" cap="flat" cmpd="sng" algn="ctr">
                      <a:solidFill>
                        <a:srgbClr val="DD00DD"/>
                      </a:solidFill>
                      <a:prstDash val="solid"/>
                      <a:miter lim="800000"/>
                      <a:headEnd type="none" w="med" len="med"/>
                      <a:tailEnd type="none" w="med" len="med"/>
                    </a:lnL>
                    <a:lnR w="19050" cap="flat" cmpd="sng" algn="ctr">
                      <a:solidFill>
                        <a:srgbClr val="DD00DD"/>
                      </a:solidFill>
                      <a:prstDash val="solid"/>
                      <a:miter lim="800000"/>
                      <a:headEnd type="none" w="med" len="med"/>
                      <a:tailEnd type="none" w="med" len="med"/>
                    </a:lnR>
                    <a:lnT w="19050" cap="flat" cmpd="sng" algn="ctr">
                      <a:solidFill>
                        <a:srgbClr val="DD00DD"/>
                      </a:solidFill>
                      <a:prstDash val="solid"/>
                      <a:miter lim="800000"/>
                      <a:headEnd type="none" w="med" len="med"/>
                      <a:tailEnd type="none" w="med" len="med"/>
                    </a:lnT>
                    <a:lnB w="19050" cap="flat" cmpd="sng" algn="ctr">
                      <a:solidFill>
                        <a:srgbClr val="DD00DD"/>
                      </a:solidFill>
                      <a:prstDash val="solid"/>
                      <a:miter lim="800000"/>
                      <a:headEnd type="none" w="med" len="med"/>
                      <a:tailEnd type="none" w="med" len="med"/>
                    </a:lnB>
                    <a:lnTlToBr>
                      <a:noFill/>
                    </a:lnTlToBr>
                    <a:lnBlToTr>
                      <a:noFill/>
                    </a:lnBlToTr>
                    <a:noFill/>
                  </a:tcPr>
                </a:tc>
                <a:tc>
                  <a:txBody>
                    <a:bodyPr/>
                    <a:lstStyle>
                      <a:lvl1pPr marL="342900" indent="-342900" algn="just">
                        <a:lnSpc>
                          <a:spcPct val="140000"/>
                        </a:lnSpc>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defRPr sz="12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defRPr sz="10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输入年份超范围</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9050" cap="flat" cmpd="sng" algn="ctr">
                      <a:solidFill>
                        <a:srgbClr val="DD00DD"/>
                      </a:solidFill>
                      <a:prstDash val="solid"/>
                      <a:miter lim="800000"/>
                      <a:headEnd type="none" w="med" len="med"/>
                      <a:tailEnd type="none" w="med" len="med"/>
                    </a:lnL>
                    <a:lnR w="19050" cap="flat" cmpd="sng" algn="ctr">
                      <a:solidFill>
                        <a:srgbClr val="DD00DD"/>
                      </a:solidFill>
                      <a:prstDash val="solid"/>
                      <a:miter lim="800000"/>
                      <a:headEnd type="none" w="med" len="med"/>
                      <a:tailEnd type="none" w="med" len="med"/>
                    </a:lnR>
                    <a:lnT w="19050" cap="flat" cmpd="sng" algn="ctr">
                      <a:solidFill>
                        <a:srgbClr val="DD00DD"/>
                      </a:solidFill>
                      <a:prstDash val="solid"/>
                      <a:miter lim="800000"/>
                      <a:headEnd type="none" w="med" len="med"/>
                      <a:tailEnd type="none" w="med" len="med"/>
                    </a:lnT>
                    <a:lnB w="19050" cap="flat" cmpd="sng" algn="ctr">
                      <a:solidFill>
                        <a:srgbClr val="DD00DD"/>
                      </a:solidFill>
                      <a:prstDash val="solid"/>
                      <a:miter lim="800000"/>
                      <a:headEnd type="none" w="med" len="med"/>
                      <a:tailEnd type="none" w="med" len="med"/>
                    </a:lnB>
                    <a:lnTlToBr>
                      <a:noFill/>
                    </a:lnTlToBr>
                    <a:lnBlToTr>
                      <a:noFill/>
                    </a:lnBlToTr>
                    <a:noFill/>
                  </a:tcPr>
                </a:tc>
                <a:tc>
                  <a:txBody>
                    <a:bodyPr/>
                    <a:lstStyle>
                      <a:lvl1pPr marL="342900" indent="-342900" algn="just">
                        <a:lnSpc>
                          <a:spcPct val="140000"/>
                        </a:lnSpc>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defRPr sz="12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defRPr sz="10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endPar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9050" cap="flat" cmpd="sng" algn="ctr">
                      <a:solidFill>
                        <a:srgbClr val="DD00DD"/>
                      </a:solidFill>
                      <a:prstDash val="solid"/>
                      <a:miter lim="800000"/>
                      <a:headEnd type="none" w="med" len="med"/>
                      <a:tailEnd type="none" w="med" len="med"/>
                    </a:lnL>
                    <a:lnR w="19050" cap="flat" cmpd="sng" algn="ctr">
                      <a:solidFill>
                        <a:srgbClr val="DD00DD"/>
                      </a:solidFill>
                      <a:prstDash val="solid"/>
                      <a:miter lim="800000"/>
                      <a:headEnd type="none" w="med" len="med"/>
                      <a:tailEnd type="none" w="med" len="med"/>
                    </a:lnR>
                    <a:lnT w="19050" cap="flat" cmpd="sng" algn="ctr">
                      <a:solidFill>
                        <a:srgbClr val="DD00DD"/>
                      </a:solidFill>
                      <a:prstDash val="solid"/>
                      <a:miter lim="800000"/>
                      <a:headEnd type="none" w="med" len="med"/>
                      <a:tailEnd type="none" w="med" len="med"/>
                    </a:lnT>
                    <a:lnB w="19050" cap="flat" cmpd="sng" algn="ctr">
                      <a:solidFill>
                        <a:srgbClr val="DD00DD"/>
                      </a:solidFill>
                      <a:prstDash val="solid"/>
                      <a:miter lim="800000"/>
                      <a:headEnd type="none" w="med" len="med"/>
                      <a:tailEnd type="none" w="med" len="med"/>
                    </a:lnB>
                    <a:lnTlToBr>
                      <a:noFill/>
                    </a:lnTlToBr>
                    <a:lnBlToTr>
                      <a:noFill/>
                    </a:lnBlToTr>
                    <a:noFill/>
                  </a:tcPr>
                </a:tc>
                <a:tc>
                  <a:txBody>
                    <a:bodyPr/>
                    <a:lstStyle>
                      <a:lvl1pPr marL="342900" indent="-342900" algn="just">
                        <a:lnSpc>
                          <a:spcPct val="140000"/>
                        </a:lnSpc>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defRPr sz="12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defRPr sz="10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年份刚小于最小值</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9050" cap="flat" cmpd="sng" algn="ctr">
                      <a:solidFill>
                        <a:srgbClr val="DD00DD"/>
                      </a:solidFill>
                      <a:prstDash val="solid"/>
                      <a:miter lim="800000"/>
                      <a:headEnd type="none" w="med" len="med"/>
                      <a:tailEnd type="none" w="med" len="med"/>
                    </a:lnL>
                    <a:lnR w="19050" cap="flat" cmpd="sng" algn="ctr">
                      <a:solidFill>
                        <a:srgbClr val="DD00DD"/>
                      </a:solidFill>
                      <a:prstDash val="solid"/>
                      <a:miter lim="800000"/>
                      <a:headEnd type="none" w="med" len="med"/>
                      <a:tailEnd type="none" w="med" len="med"/>
                    </a:lnR>
                    <a:lnT w="19050" cap="flat" cmpd="sng" algn="ctr">
                      <a:solidFill>
                        <a:srgbClr val="DD00DD"/>
                      </a:solidFill>
                      <a:prstDash val="solid"/>
                      <a:miter lim="800000"/>
                      <a:headEnd type="none" w="med" len="med"/>
                      <a:tailEnd type="none" w="med" len="med"/>
                    </a:lnT>
                    <a:lnB w="19050" cap="flat" cmpd="sng" algn="ctr">
                      <a:solidFill>
                        <a:srgbClr val="DD00DD"/>
                      </a:solidFill>
                      <a:prstDash val="solid"/>
                      <a:miter lim="800000"/>
                      <a:headEnd type="none" w="med" len="med"/>
                      <a:tailEnd type="none" w="med" len="med"/>
                    </a:lnB>
                    <a:lnTlToBr>
                      <a:noFill/>
                    </a:lnTlToBr>
                    <a:lnBlToTr>
                      <a:noFill/>
                    </a:lnBlToTr>
                    <a:noFill/>
                  </a:tcPr>
                </a:tc>
              </a:tr>
              <a:tr h="431800">
                <a:tc>
                  <a:txBody>
                    <a:bodyPr/>
                    <a:lstStyle>
                      <a:lvl1pPr marL="342900" indent="-342900" algn="just">
                        <a:lnSpc>
                          <a:spcPct val="140000"/>
                        </a:lnSpc>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defRPr sz="12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defRPr sz="10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9050" cap="flat" cmpd="sng" algn="ctr">
                      <a:solidFill>
                        <a:srgbClr val="DD00DD"/>
                      </a:solidFill>
                      <a:prstDash val="solid"/>
                      <a:miter lim="800000"/>
                      <a:headEnd type="none" w="med" len="med"/>
                      <a:tailEnd type="none" w="med" len="med"/>
                    </a:lnL>
                    <a:lnR w="19050" cap="flat" cmpd="sng" algn="ctr">
                      <a:solidFill>
                        <a:srgbClr val="DD00DD"/>
                      </a:solidFill>
                      <a:prstDash val="solid"/>
                      <a:miter lim="800000"/>
                      <a:headEnd type="none" w="med" len="med"/>
                      <a:tailEnd type="none" w="med" len="med"/>
                    </a:lnR>
                    <a:lnT w="19050" cap="flat" cmpd="sng" algn="ctr">
                      <a:solidFill>
                        <a:srgbClr val="DD00DD"/>
                      </a:solidFill>
                      <a:prstDash val="solid"/>
                      <a:miter lim="800000"/>
                      <a:headEnd type="none" w="med" len="med"/>
                      <a:tailEnd type="none" w="med" len="med"/>
                    </a:lnT>
                    <a:lnB w="19050" cap="flat" cmpd="sng" algn="ctr">
                      <a:solidFill>
                        <a:srgbClr val="DD00DD"/>
                      </a:solidFill>
                      <a:prstDash val="solid"/>
                      <a:miter lim="800000"/>
                      <a:headEnd type="none" w="med" len="med"/>
                      <a:tailEnd type="none" w="med" len="med"/>
                    </a:lnB>
                    <a:lnTlToBr>
                      <a:noFill/>
                    </a:lnTlToBr>
                    <a:lnBlToTr>
                      <a:noFill/>
                    </a:lnBlToTr>
                    <a:noFill/>
                  </a:tcPr>
                </a:tc>
                <a:tc>
                  <a:txBody>
                    <a:bodyPr/>
                    <a:lstStyle>
                      <a:lvl1pPr marL="342900" indent="-342900" algn="just">
                        <a:lnSpc>
                          <a:spcPct val="140000"/>
                        </a:lnSpc>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defRPr sz="12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defRPr sz="10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2051,1,1</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9050" cap="flat" cmpd="sng" algn="ctr">
                      <a:solidFill>
                        <a:srgbClr val="DD00DD"/>
                      </a:solidFill>
                      <a:prstDash val="solid"/>
                      <a:miter lim="800000"/>
                      <a:headEnd type="none" w="med" len="med"/>
                      <a:tailEnd type="none" w="med" len="med"/>
                    </a:lnL>
                    <a:lnR w="19050" cap="flat" cmpd="sng" algn="ctr">
                      <a:solidFill>
                        <a:srgbClr val="DD00DD"/>
                      </a:solidFill>
                      <a:prstDash val="solid"/>
                      <a:miter lim="800000"/>
                      <a:headEnd type="none" w="med" len="med"/>
                      <a:tailEnd type="none" w="med" len="med"/>
                    </a:lnR>
                    <a:lnT w="19050" cap="flat" cmpd="sng" algn="ctr">
                      <a:solidFill>
                        <a:srgbClr val="DD00DD"/>
                      </a:solidFill>
                      <a:prstDash val="solid"/>
                      <a:miter lim="800000"/>
                      <a:headEnd type="none" w="med" len="med"/>
                      <a:tailEnd type="none" w="med" len="med"/>
                    </a:lnT>
                    <a:lnB w="19050" cap="flat" cmpd="sng" algn="ctr">
                      <a:solidFill>
                        <a:srgbClr val="DD00DD"/>
                      </a:solidFill>
                      <a:prstDash val="solid"/>
                      <a:miter lim="800000"/>
                      <a:headEnd type="none" w="med" len="med"/>
                      <a:tailEnd type="none" w="med" len="med"/>
                    </a:lnB>
                    <a:lnTlToBr>
                      <a:noFill/>
                    </a:lnTlToBr>
                    <a:lnBlToTr>
                      <a:noFill/>
                    </a:lnBlToTr>
                    <a:noFill/>
                  </a:tcPr>
                </a:tc>
                <a:tc>
                  <a:txBody>
                    <a:bodyPr/>
                    <a:lstStyle>
                      <a:lvl1pPr marL="342900" indent="-342900" algn="just">
                        <a:lnSpc>
                          <a:spcPct val="140000"/>
                        </a:lnSpc>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defRPr sz="12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defRPr sz="10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输入年份超范围</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9050" cap="flat" cmpd="sng" algn="ctr">
                      <a:solidFill>
                        <a:srgbClr val="DD00DD"/>
                      </a:solidFill>
                      <a:prstDash val="solid"/>
                      <a:miter lim="800000"/>
                      <a:headEnd type="none" w="med" len="med"/>
                      <a:tailEnd type="none" w="med" len="med"/>
                    </a:lnL>
                    <a:lnR w="19050" cap="flat" cmpd="sng" algn="ctr">
                      <a:solidFill>
                        <a:srgbClr val="DD00DD"/>
                      </a:solidFill>
                      <a:prstDash val="solid"/>
                      <a:miter lim="800000"/>
                      <a:headEnd type="none" w="med" len="med"/>
                      <a:tailEnd type="none" w="med" len="med"/>
                    </a:lnR>
                    <a:lnT w="19050" cap="flat" cmpd="sng" algn="ctr">
                      <a:solidFill>
                        <a:srgbClr val="DD00DD"/>
                      </a:solidFill>
                      <a:prstDash val="solid"/>
                      <a:miter lim="800000"/>
                      <a:headEnd type="none" w="med" len="med"/>
                      <a:tailEnd type="none" w="med" len="med"/>
                    </a:lnT>
                    <a:lnB w="19050" cap="flat" cmpd="sng" algn="ctr">
                      <a:solidFill>
                        <a:srgbClr val="DD00DD"/>
                      </a:solidFill>
                      <a:prstDash val="solid"/>
                      <a:miter lim="800000"/>
                      <a:headEnd type="none" w="med" len="med"/>
                      <a:tailEnd type="none" w="med" len="med"/>
                    </a:lnB>
                    <a:lnTlToBr>
                      <a:noFill/>
                    </a:lnTlToBr>
                    <a:lnBlToTr>
                      <a:noFill/>
                    </a:lnBlToTr>
                    <a:noFill/>
                  </a:tcPr>
                </a:tc>
                <a:tc>
                  <a:txBody>
                    <a:bodyPr/>
                    <a:lstStyle>
                      <a:lvl1pPr marL="342900" indent="-342900" algn="just">
                        <a:lnSpc>
                          <a:spcPct val="140000"/>
                        </a:lnSpc>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defRPr sz="12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defRPr sz="10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endPar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9050" cap="flat" cmpd="sng" algn="ctr">
                      <a:solidFill>
                        <a:srgbClr val="DD00DD"/>
                      </a:solidFill>
                      <a:prstDash val="solid"/>
                      <a:miter lim="800000"/>
                      <a:headEnd type="none" w="med" len="med"/>
                      <a:tailEnd type="none" w="med" len="med"/>
                    </a:lnL>
                    <a:lnR w="19050" cap="flat" cmpd="sng" algn="ctr">
                      <a:solidFill>
                        <a:srgbClr val="DD00DD"/>
                      </a:solidFill>
                      <a:prstDash val="solid"/>
                      <a:miter lim="800000"/>
                      <a:headEnd type="none" w="med" len="med"/>
                      <a:tailEnd type="none" w="med" len="med"/>
                    </a:lnR>
                    <a:lnT w="19050" cap="flat" cmpd="sng" algn="ctr">
                      <a:solidFill>
                        <a:srgbClr val="DD00DD"/>
                      </a:solidFill>
                      <a:prstDash val="solid"/>
                      <a:miter lim="800000"/>
                      <a:headEnd type="none" w="med" len="med"/>
                      <a:tailEnd type="none" w="med" len="med"/>
                    </a:lnT>
                    <a:lnB w="19050" cap="flat" cmpd="sng" algn="ctr">
                      <a:solidFill>
                        <a:srgbClr val="DD00DD"/>
                      </a:solidFill>
                      <a:prstDash val="solid"/>
                      <a:miter lim="800000"/>
                      <a:headEnd type="none" w="med" len="med"/>
                      <a:tailEnd type="none" w="med" len="med"/>
                    </a:lnB>
                    <a:lnTlToBr>
                      <a:noFill/>
                    </a:lnTlToBr>
                    <a:lnBlToTr>
                      <a:noFill/>
                    </a:lnBlToTr>
                    <a:noFill/>
                  </a:tcPr>
                </a:tc>
                <a:tc>
                  <a:txBody>
                    <a:bodyPr/>
                    <a:lstStyle>
                      <a:lvl1pPr marL="342900" indent="-342900" algn="just">
                        <a:lnSpc>
                          <a:spcPct val="140000"/>
                        </a:lnSpc>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defRPr sz="12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defRPr sz="10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年份刚大于最大值</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9050" cap="flat" cmpd="sng" algn="ctr">
                      <a:solidFill>
                        <a:srgbClr val="DD00DD"/>
                      </a:solidFill>
                      <a:prstDash val="solid"/>
                      <a:miter lim="800000"/>
                      <a:headEnd type="none" w="med" len="med"/>
                      <a:tailEnd type="none" w="med" len="med"/>
                    </a:lnL>
                    <a:lnR w="19050" cap="flat" cmpd="sng" algn="ctr">
                      <a:solidFill>
                        <a:srgbClr val="DD00DD"/>
                      </a:solidFill>
                      <a:prstDash val="solid"/>
                      <a:miter lim="800000"/>
                      <a:headEnd type="none" w="med" len="med"/>
                      <a:tailEnd type="none" w="med" len="med"/>
                    </a:lnR>
                    <a:lnT w="19050" cap="flat" cmpd="sng" algn="ctr">
                      <a:solidFill>
                        <a:srgbClr val="DD00DD"/>
                      </a:solidFill>
                      <a:prstDash val="solid"/>
                      <a:miter lim="800000"/>
                      <a:headEnd type="none" w="med" len="med"/>
                      <a:tailEnd type="none" w="med" len="med"/>
                    </a:lnT>
                    <a:lnB w="19050" cap="flat" cmpd="sng" algn="ctr">
                      <a:solidFill>
                        <a:srgbClr val="DD00DD"/>
                      </a:solidFill>
                      <a:prstDash val="solid"/>
                      <a:miter lim="800000"/>
                      <a:headEnd type="none" w="med" len="med"/>
                      <a:tailEnd type="none" w="med" len="med"/>
                    </a:lnB>
                    <a:lnTlToBr>
                      <a:noFill/>
                    </a:lnTlToBr>
                    <a:lnBlToTr>
                      <a:noFill/>
                    </a:lnBlToTr>
                    <a:noFill/>
                  </a:tcPr>
                </a:tc>
              </a:tr>
              <a:tr h="503238">
                <a:tc>
                  <a:txBody>
                    <a:bodyPr/>
                    <a:lstStyle>
                      <a:lvl1pPr marL="342900" indent="-342900" algn="just">
                        <a:lnSpc>
                          <a:spcPct val="140000"/>
                        </a:lnSpc>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defRPr sz="12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defRPr sz="10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9050" cap="flat" cmpd="sng" algn="ctr">
                      <a:solidFill>
                        <a:srgbClr val="DD00DD"/>
                      </a:solidFill>
                      <a:prstDash val="solid"/>
                      <a:miter lim="800000"/>
                      <a:headEnd type="none" w="med" len="med"/>
                      <a:tailEnd type="none" w="med" len="med"/>
                    </a:lnL>
                    <a:lnR w="19050" cap="flat" cmpd="sng" algn="ctr">
                      <a:solidFill>
                        <a:srgbClr val="DD00DD"/>
                      </a:solidFill>
                      <a:prstDash val="solid"/>
                      <a:miter lim="800000"/>
                      <a:headEnd type="none" w="med" len="med"/>
                      <a:tailEnd type="none" w="med" len="med"/>
                    </a:lnR>
                    <a:lnT w="19050" cap="flat" cmpd="sng" algn="ctr">
                      <a:solidFill>
                        <a:srgbClr val="DD00DD"/>
                      </a:solidFill>
                      <a:prstDash val="solid"/>
                      <a:miter lim="800000"/>
                      <a:headEnd type="none" w="med" len="med"/>
                      <a:tailEnd type="none" w="med" len="med"/>
                    </a:lnT>
                    <a:lnB w="19050" cap="flat" cmpd="sng" algn="ctr">
                      <a:solidFill>
                        <a:srgbClr val="DD00DD"/>
                      </a:solidFill>
                      <a:prstDash val="solid"/>
                      <a:miter lim="800000"/>
                      <a:headEnd type="none" w="med" len="med"/>
                      <a:tailEnd type="none" w="med" len="med"/>
                    </a:lnB>
                    <a:lnTlToBr>
                      <a:noFill/>
                    </a:lnTlToBr>
                    <a:lnBlToTr>
                      <a:noFill/>
                    </a:lnBlToTr>
                    <a:noFill/>
                  </a:tcPr>
                </a:tc>
                <a:tc>
                  <a:txBody>
                    <a:bodyPr/>
                    <a:lstStyle>
                      <a:lvl1pPr marL="342900" indent="-342900" algn="just">
                        <a:lnSpc>
                          <a:spcPct val="140000"/>
                        </a:lnSpc>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defRPr sz="12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defRPr sz="10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2000,0,1</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9050" cap="flat" cmpd="sng" algn="ctr">
                      <a:solidFill>
                        <a:srgbClr val="DD00DD"/>
                      </a:solidFill>
                      <a:prstDash val="solid"/>
                      <a:miter lim="800000"/>
                      <a:headEnd type="none" w="med" len="med"/>
                      <a:tailEnd type="none" w="med" len="med"/>
                    </a:lnL>
                    <a:lnR w="19050" cap="flat" cmpd="sng" algn="ctr">
                      <a:solidFill>
                        <a:srgbClr val="DD00DD"/>
                      </a:solidFill>
                      <a:prstDash val="solid"/>
                      <a:miter lim="800000"/>
                      <a:headEnd type="none" w="med" len="med"/>
                      <a:tailEnd type="none" w="med" len="med"/>
                    </a:lnR>
                    <a:lnT w="19050" cap="flat" cmpd="sng" algn="ctr">
                      <a:solidFill>
                        <a:srgbClr val="DD00DD"/>
                      </a:solidFill>
                      <a:prstDash val="solid"/>
                      <a:miter lim="800000"/>
                      <a:headEnd type="none" w="med" len="med"/>
                      <a:tailEnd type="none" w="med" len="med"/>
                    </a:lnT>
                    <a:lnB w="19050" cap="flat" cmpd="sng" algn="ctr">
                      <a:solidFill>
                        <a:srgbClr val="DD00DD"/>
                      </a:solidFill>
                      <a:prstDash val="solid"/>
                      <a:miter lim="800000"/>
                      <a:headEnd type="none" w="med" len="med"/>
                      <a:tailEnd type="none" w="med" len="med"/>
                    </a:lnB>
                    <a:lnTlToBr>
                      <a:noFill/>
                    </a:lnTlToBr>
                    <a:lnBlToTr>
                      <a:noFill/>
                    </a:lnBlToTr>
                    <a:noFill/>
                  </a:tcPr>
                </a:tc>
                <a:tc>
                  <a:txBody>
                    <a:bodyPr/>
                    <a:lstStyle>
                      <a:lvl1pPr marL="342900" indent="-342900" algn="just">
                        <a:lnSpc>
                          <a:spcPct val="140000"/>
                        </a:lnSpc>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defRPr sz="12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defRPr sz="10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输入月份超范围</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9050" cap="flat" cmpd="sng" algn="ctr">
                      <a:solidFill>
                        <a:srgbClr val="DD00DD"/>
                      </a:solidFill>
                      <a:prstDash val="solid"/>
                      <a:miter lim="800000"/>
                      <a:headEnd type="none" w="med" len="med"/>
                      <a:tailEnd type="none" w="med" len="med"/>
                    </a:lnL>
                    <a:lnR w="19050" cap="flat" cmpd="sng" algn="ctr">
                      <a:solidFill>
                        <a:srgbClr val="DD00DD"/>
                      </a:solidFill>
                      <a:prstDash val="solid"/>
                      <a:miter lim="800000"/>
                      <a:headEnd type="none" w="med" len="med"/>
                      <a:tailEnd type="none" w="med" len="med"/>
                    </a:lnR>
                    <a:lnT w="19050" cap="flat" cmpd="sng" algn="ctr">
                      <a:solidFill>
                        <a:srgbClr val="DD00DD"/>
                      </a:solidFill>
                      <a:prstDash val="solid"/>
                      <a:miter lim="800000"/>
                      <a:headEnd type="none" w="med" len="med"/>
                      <a:tailEnd type="none" w="med" len="med"/>
                    </a:lnT>
                    <a:lnB w="19050" cap="flat" cmpd="sng" algn="ctr">
                      <a:solidFill>
                        <a:srgbClr val="DD00DD"/>
                      </a:solidFill>
                      <a:prstDash val="solid"/>
                      <a:miter lim="800000"/>
                      <a:headEnd type="none" w="med" len="med"/>
                      <a:tailEnd type="none" w="med" len="med"/>
                    </a:lnB>
                    <a:lnTlToBr>
                      <a:noFill/>
                    </a:lnTlToBr>
                    <a:lnBlToTr>
                      <a:noFill/>
                    </a:lnBlToTr>
                    <a:noFill/>
                  </a:tcPr>
                </a:tc>
                <a:tc>
                  <a:txBody>
                    <a:bodyPr/>
                    <a:lstStyle>
                      <a:lvl1pPr marL="342900" indent="-342900" algn="just">
                        <a:lnSpc>
                          <a:spcPct val="140000"/>
                        </a:lnSpc>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defRPr sz="12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defRPr sz="10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endPar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9050" cap="flat" cmpd="sng" algn="ctr">
                      <a:solidFill>
                        <a:srgbClr val="DD00DD"/>
                      </a:solidFill>
                      <a:prstDash val="solid"/>
                      <a:miter lim="800000"/>
                      <a:headEnd type="none" w="med" len="med"/>
                      <a:tailEnd type="none" w="med" len="med"/>
                    </a:lnL>
                    <a:lnR w="19050" cap="flat" cmpd="sng" algn="ctr">
                      <a:solidFill>
                        <a:srgbClr val="DD00DD"/>
                      </a:solidFill>
                      <a:prstDash val="solid"/>
                      <a:miter lim="800000"/>
                      <a:headEnd type="none" w="med" len="med"/>
                      <a:tailEnd type="none" w="med" len="med"/>
                    </a:lnR>
                    <a:lnT w="19050" cap="flat" cmpd="sng" algn="ctr">
                      <a:solidFill>
                        <a:srgbClr val="DD00DD"/>
                      </a:solidFill>
                      <a:prstDash val="solid"/>
                      <a:miter lim="800000"/>
                      <a:headEnd type="none" w="med" len="med"/>
                      <a:tailEnd type="none" w="med" len="med"/>
                    </a:lnT>
                    <a:lnB w="19050" cap="flat" cmpd="sng" algn="ctr">
                      <a:solidFill>
                        <a:srgbClr val="DD00DD"/>
                      </a:solidFill>
                      <a:prstDash val="solid"/>
                      <a:miter lim="800000"/>
                      <a:headEnd type="none" w="med" len="med"/>
                      <a:tailEnd type="none" w="med" len="med"/>
                    </a:lnB>
                    <a:lnTlToBr>
                      <a:noFill/>
                    </a:lnTlToBr>
                    <a:lnBlToTr>
                      <a:noFill/>
                    </a:lnBlToTr>
                    <a:noFill/>
                  </a:tcPr>
                </a:tc>
                <a:tc>
                  <a:txBody>
                    <a:bodyPr/>
                    <a:lstStyle>
                      <a:lvl1pPr marL="342900" indent="-342900" algn="just">
                        <a:lnSpc>
                          <a:spcPct val="140000"/>
                        </a:lnSpc>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defRPr sz="12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defRPr sz="10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月份刚小于最小值</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9050" cap="flat" cmpd="sng" algn="ctr">
                      <a:solidFill>
                        <a:srgbClr val="DD00DD"/>
                      </a:solidFill>
                      <a:prstDash val="solid"/>
                      <a:miter lim="800000"/>
                      <a:headEnd type="none" w="med" len="med"/>
                      <a:tailEnd type="none" w="med" len="med"/>
                    </a:lnL>
                    <a:lnR w="19050" cap="flat" cmpd="sng" algn="ctr">
                      <a:solidFill>
                        <a:srgbClr val="DD00DD"/>
                      </a:solidFill>
                      <a:prstDash val="solid"/>
                      <a:miter lim="800000"/>
                      <a:headEnd type="none" w="med" len="med"/>
                      <a:tailEnd type="none" w="med" len="med"/>
                    </a:lnR>
                    <a:lnT w="19050" cap="flat" cmpd="sng" algn="ctr">
                      <a:solidFill>
                        <a:srgbClr val="DD00DD"/>
                      </a:solidFill>
                      <a:prstDash val="solid"/>
                      <a:miter lim="800000"/>
                      <a:headEnd type="none" w="med" len="med"/>
                      <a:tailEnd type="none" w="med" len="med"/>
                    </a:lnT>
                    <a:lnB w="19050" cap="flat" cmpd="sng" algn="ctr">
                      <a:solidFill>
                        <a:srgbClr val="DD00DD"/>
                      </a:solidFill>
                      <a:prstDash val="solid"/>
                      <a:miter lim="800000"/>
                      <a:headEnd type="none" w="med" len="med"/>
                      <a:tailEnd type="none" w="med" len="med"/>
                    </a:lnB>
                    <a:lnTlToBr>
                      <a:noFill/>
                    </a:lnTlToBr>
                    <a:lnBlToTr>
                      <a:noFill/>
                    </a:lnBlToTr>
                    <a:noFill/>
                  </a:tcPr>
                </a:tc>
              </a:tr>
              <a:tr h="433388">
                <a:tc>
                  <a:txBody>
                    <a:bodyPr/>
                    <a:lstStyle>
                      <a:lvl1pPr marL="342900" indent="-342900" algn="just">
                        <a:lnSpc>
                          <a:spcPct val="140000"/>
                        </a:lnSpc>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defRPr sz="12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defRPr sz="10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9050" cap="flat" cmpd="sng" algn="ctr">
                      <a:solidFill>
                        <a:srgbClr val="DD00DD"/>
                      </a:solidFill>
                      <a:prstDash val="solid"/>
                      <a:miter lim="800000"/>
                      <a:headEnd type="none" w="med" len="med"/>
                      <a:tailEnd type="none" w="med" len="med"/>
                    </a:lnL>
                    <a:lnR w="19050" cap="flat" cmpd="sng" algn="ctr">
                      <a:solidFill>
                        <a:srgbClr val="DD00DD"/>
                      </a:solidFill>
                      <a:prstDash val="solid"/>
                      <a:miter lim="800000"/>
                      <a:headEnd type="none" w="med" len="med"/>
                      <a:tailEnd type="none" w="med" len="med"/>
                    </a:lnR>
                    <a:lnT w="19050" cap="flat" cmpd="sng" algn="ctr">
                      <a:solidFill>
                        <a:srgbClr val="DD00DD"/>
                      </a:solidFill>
                      <a:prstDash val="solid"/>
                      <a:miter lim="800000"/>
                      <a:headEnd type="none" w="med" len="med"/>
                      <a:tailEnd type="none" w="med" len="med"/>
                    </a:lnT>
                    <a:lnB w="19050" cap="flat" cmpd="sng" algn="ctr">
                      <a:solidFill>
                        <a:srgbClr val="DD00DD"/>
                      </a:solidFill>
                      <a:prstDash val="solid"/>
                      <a:miter lim="800000"/>
                      <a:headEnd type="none" w="med" len="med"/>
                      <a:tailEnd type="none" w="med" len="med"/>
                    </a:lnB>
                    <a:lnTlToBr>
                      <a:noFill/>
                    </a:lnTlToBr>
                    <a:lnBlToTr>
                      <a:noFill/>
                    </a:lnBlToTr>
                    <a:noFill/>
                  </a:tcPr>
                </a:tc>
                <a:tc>
                  <a:txBody>
                    <a:bodyPr/>
                    <a:lstStyle>
                      <a:lvl1pPr marL="342900" indent="-342900" algn="just">
                        <a:lnSpc>
                          <a:spcPct val="140000"/>
                        </a:lnSpc>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defRPr sz="12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defRPr sz="10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2000,13,32</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9050" cap="flat" cmpd="sng" algn="ctr">
                      <a:solidFill>
                        <a:srgbClr val="DD00DD"/>
                      </a:solidFill>
                      <a:prstDash val="solid"/>
                      <a:miter lim="800000"/>
                      <a:headEnd type="none" w="med" len="med"/>
                      <a:tailEnd type="none" w="med" len="med"/>
                    </a:lnL>
                    <a:lnR w="19050" cap="flat" cmpd="sng" algn="ctr">
                      <a:solidFill>
                        <a:srgbClr val="DD00DD"/>
                      </a:solidFill>
                      <a:prstDash val="solid"/>
                      <a:miter lim="800000"/>
                      <a:headEnd type="none" w="med" len="med"/>
                      <a:tailEnd type="none" w="med" len="med"/>
                    </a:lnR>
                    <a:lnT w="19050" cap="flat" cmpd="sng" algn="ctr">
                      <a:solidFill>
                        <a:srgbClr val="DD00DD"/>
                      </a:solidFill>
                      <a:prstDash val="solid"/>
                      <a:miter lim="800000"/>
                      <a:headEnd type="none" w="med" len="med"/>
                      <a:tailEnd type="none" w="med" len="med"/>
                    </a:lnT>
                    <a:lnB w="19050" cap="flat" cmpd="sng" algn="ctr">
                      <a:solidFill>
                        <a:srgbClr val="DD00DD"/>
                      </a:solidFill>
                      <a:prstDash val="solid"/>
                      <a:miter lim="800000"/>
                      <a:headEnd type="none" w="med" len="med"/>
                      <a:tailEnd type="none" w="med" len="med"/>
                    </a:lnB>
                    <a:lnTlToBr>
                      <a:noFill/>
                    </a:lnTlToBr>
                    <a:lnBlToTr>
                      <a:noFill/>
                    </a:lnBlToTr>
                    <a:noFill/>
                  </a:tcPr>
                </a:tc>
                <a:tc>
                  <a:txBody>
                    <a:bodyPr/>
                    <a:lstStyle>
                      <a:lvl1pPr marL="342900" indent="-342900" algn="just">
                        <a:lnSpc>
                          <a:spcPct val="140000"/>
                        </a:lnSpc>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defRPr sz="12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defRPr sz="10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输入月份超范围</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9050" cap="flat" cmpd="sng" algn="ctr">
                      <a:solidFill>
                        <a:srgbClr val="DD00DD"/>
                      </a:solidFill>
                      <a:prstDash val="solid"/>
                      <a:miter lim="800000"/>
                      <a:headEnd type="none" w="med" len="med"/>
                      <a:tailEnd type="none" w="med" len="med"/>
                    </a:lnL>
                    <a:lnR w="19050" cap="flat" cmpd="sng" algn="ctr">
                      <a:solidFill>
                        <a:srgbClr val="DD00DD"/>
                      </a:solidFill>
                      <a:prstDash val="solid"/>
                      <a:miter lim="800000"/>
                      <a:headEnd type="none" w="med" len="med"/>
                      <a:tailEnd type="none" w="med" len="med"/>
                    </a:lnR>
                    <a:lnT w="19050" cap="flat" cmpd="sng" algn="ctr">
                      <a:solidFill>
                        <a:srgbClr val="DD00DD"/>
                      </a:solidFill>
                      <a:prstDash val="solid"/>
                      <a:miter lim="800000"/>
                      <a:headEnd type="none" w="med" len="med"/>
                      <a:tailEnd type="none" w="med" len="med"/>
                    </a:lnT>
                    <a:lnB w="19050" cap="flat" cmpd="sng" algn="ctr">
                      <a:solidFill>
                        <a:srgbClr val="DD00DD"/>
                      </a:solidFill>
                      <a:prstDash val="solid"/>
                      <a:miter lim="800000"/>
                      <a:headEnd type="none" w="med" len="med"/>
                      <a:tailEnd type="none" w="med" len="med"/>
                    </a:lnB>
                    <a:lnTlToBr>
                      <a:noFill/>
                    </a:lnTlToBr>
                    <a:lnBlToTr>
                      <a:noFill/>
                    </a:lnBlToTr>
                    <a:noFill/>
                  </a:tcPr>
                </a:tc>
                <a:tc>
                  <a:txBody>
                    <a:bodyPr/>
                    <a:lstStyle>
                      <a:lvl1pPr marL="342900" indent="-342900" algn="just">
                        <a:lnSpc>
                          <a:spcPct val="140000"/>
                        </a:lnSpc>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defRPr sz="12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defRPr sz="10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endPar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9050" cap="flat" cmpd="sng" algn="ctr">
                      <a:solidFill>
                        <a:srgbClr val="DD00DD"/>
                      </a:solidFill>
                      <a:prstDash val="solid"/>
                      <a:miter lim="800000"/>
                      <a:headEnd type="none" w="med" len="med"/>
                      <a:tailEnd type="none" w="med" len="med"/>
                    </a:lnL>
                    <a:lnR w="19050" cap="flat" cmpd="sng" algn="ctr">
                      <a:solidFill>
                        <a:srgbClr val="DD00DD"/>
                      </a:solidFill>
                      <a:prstDash val="solid"/>
                      <a:miter lim="800000"/>
                      <a:headEnd type="none" w="med" len="med"/>
                      <a:tailEnd type="none" w="med" len="med"/>
                    </a:lnR>
                    <a:lnT w="19050" cap="flat" cmpd="sng" algn="ctr">
                      <a:solidFill>
                        <a:srgbClr val="DD00DD"/>
                      </a:solidFill>
                      <a:prstDash val="solid"/>
                      <a:miter lim="800000"/>
                      <a:headEnd type="none" w="med" len="med"/>
                      <a:tailEnd type="none" w="med" len="med"/>
                    </a:lnT>
                    <a:lnB w="19050" cap="flat" cmpd="sng" algn="ctr">
                      <a:solidFill>
                        <a:srgbClr val="DD00DD"/>
                      </a:solidFill>
                      <a:prstDash val="solid"/>
                      <a:miter lim="800000"/>
                      <a:headEnd type="none" w="med" len="med"/>
                      <a:tailEnd type="none" w="med" len="med"/>
                    </a:lnB>
                    <a:lnTlToBr>
                      <a:noFill/>
                    </a:lnTlToBr>
                    <a:lnBlToTr>
                      <a:noFill/>
                    </a:lnBlToTr>
                    <a:noFill/>
                  </a:tcPr>
                </a:tc>
                <a:tc>
                  <a:txBody>
                    <a:bodyPr/>
                    <a:lstStyle>
                      <a:lvl1pPr marL="342900" indent="-342900" algn="just">
                        <a:lnSpc>
                          <a:spcPct val="140000"/>
                        </a:lnSpc>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defRPr sz="12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defRPr sz="10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月份刚大于最大值</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9050" cap="flat" cmpd="sng" algn="ctr">
                      <a:solidFill>
                        <a:srgbClr val="DD00DD"/>
                      </a:solidFill>
                      <a:prstDash val="solid"/>
                      <a:miter lim="800000"/>
                      <a:headEnd type="none" w="med" len="med"/>
                      <a:tailEnd type="none" w="med" len="med"/>
                    </a:lnL>
                    <a:lnR w="19050" cap="flat" cmpd="sng" algn="ctr">
                      <a:solidFill>
                        <a:srgbClr val="DD00DD"/>
                      </a:solidFill>
                      <a:prstDash val="solid"/>
                      <a:miter lim="800000"/>
                      <a:headEnd type="none" w="med" len="med"/>
                      <a:tailEnd type="none" w="med" len="med"/>
                    </a:lnR>
                    <a:lnT w="19050" cap="flat" cmpd="sng" algn="ctr">
                      <a:solidFill>
                        <a:srgbClr val="DD00DD"/>
                      </a:solidFill>
                      <a:prstDash val="solid"/>
                      <a:miter lim="800000"/>
                      <a:headEnd type="none" w="med" len="med"/>
                      <a:tailEnd type="none" w="med" len="med"/>
                    </a:lnT>
                    <a:lnB w="19050" cap="flat" cmpd="sng" algn="ctr">
                      <a:solidFill>
                        <a:srgbClr val="DD00DD"/>
                      </a:solidFill>
                      <a:prstDash val="solid"/>
                      <a:miter lim="800000"/>
                      <a:headEnd type="none" w="med" len="med"/>
                      <a:tailEnd type="none" w="med" len="med"/>
                    </a:lnB>
                    <a:lnTlToBr>
                      <a:noFill/>
                    </a:lnTlToBr>
                    <a:lnBlToTr>
                      <a:noFill/>
                    </a:lnBlToTr>
                    <a:noFill/>
                  </a:tcPr>
                </a:tc>
              </a:tr>
              <a:tr h="441325">
                <a:tc>
                  <a:txBody>
                    <a:bodyPr/>
                    <a:lstStyle>
                      <a:lvl1pPr marL="342900" indent="-342900" algn="just">
                        <a:lnSpc>
                          <a:spcPct val="140000"/>
                        </a:lnSpc>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defRPr sz="12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defRPr sz="10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9050" cap="flat" cmpd="sng" algn="ctr">
                      <a:solidFill>
                        <a:srgbClr val="DD00DD"/>
                      </a:solidFill>
                      <a:prstDash val="solid"/>
                      <a:miter lim="800000"/>
                      <a:headEnd type="none" w="med" len="med"/>
                      <a:tailEnd type="none" w="med" len="med"/>
                    </a:lnL>
                    <a:lnR w="19050" cap="flat" cmpd="sng" algn="ctr">
                      <a:solidFill>
                        <a:srgbClr val="DD00DD"/>
                      </a:solidFill>
                      <a:prstDash val="solid"/>
                      <a:miter lim="800000"/>
                      <a:headEnd type="none" w="med" len="med"/>
                      <a:tailEnd type="none" w="med" len="med"/>
                    </a:lnR>
                    <a:lnT w="19050" cap="flat" cmpd="sng" algn="ctr">
                      <a:solidFill>
                        <a:srgbClr val="DD00DD"/>
                      </a:solidFill>
                      <a:prstDash val="solid"/>
                      <a:miter lim="800000"/>
                      <a:headEnd type="none" w="med" len="med"/>
                      <a:tailEnd type="none" w="med" len="med"/>
                    </a:lnT>
                    <a:lnB w="19050" cap="flat" cmpd="sng" algn="ctr">
                      <a:solidFill>
                        <a:srgbClr val="DD00DD"/>
                      </a:solidFill>
                      <a:prstDash val="solid"/>
                      <a:miter lim="800000"/>
                      <a:headEnd type="none" w="med" len="med"/>
                      <a:tailEnd type="none" w="med" len="med"/>
                    </a:lnB>
                    <a:lnTlToBr>
                      <a:noFill/>
                    </a:lnTlToBr>
                    <a:lnBlToTr>
                      <a:noFill/>
                    </a:lnBlToTr>
                    <a:noFill/>
                  </a:tcPr>
                </a:tc>
                <a:tc>
                  <a:txBody>
                    <a:bodyPr/>
                    <a:lstStyle>
                      <a:lvl1pPr marL="342900" indent="-342900" algn="just">
                        <a:lnSpc>
                          <a:spcPct val="140000"/>
                        </a:lnSpc>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defRPr sz="12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defRPr sz="10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2000,1,0</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9050" cap="flat" cmpd="sng" algn="ctr">
                      <a:solidFill>
                        <a:srgbClr val="DD00DD"/>
                      </a:solidFill>
                      <a:prstDash val="solid"/>
                      <a:miter lim="800000"/>
                      <a:headEnd type="none" w="med" len="med"/>
                      <a:tailEnd type="none" w="med" len="med"/>
                    </a:lnL>
                    <a:lnR w="19050" cap="flat" cmpd="sng" algn="ctr">
                      <a:solidFill>
                        <a:srgbClr val="DD00DD"/>
                      </a:solidFill>
                      <a:prstDash val="solid"/>
                      <a:miter lim="800000"/>
                      <a:headEnd type="none" w="med" len="med"/>
                      <a:tailEnd type="none" w="med" len="med"/>
                    </a:lnR>
                    <a:lnT w="19050" cap="flat" cmpd="sng" algn="ctr">
                      <a:solidFill>
                        <a:srgbClr val="DD00DD"/>
                      </a:solidFill>
                      <a:prstDash val="solid"/>
                      <a:miter lim="800000"/>
                      <a:headEnd type="none" w="med" len="med"/>
                      <a:tailEnd type="none" w="med" len="med"/>
                    </a:lnT>
                    <a:lnB w="19050" cap="flat" cmpd="sng" algn="ctr">
                      <a:solidFill>
                        <a:srgbClr val="DD00DD"/>
                      </a:solidFill>
                      <a:prstDash val="solid"/>
                      <a:miter lim="800000"/>
                      <a:headEnd type="none" w="med" len="med"/>
                      <a:tailEnd type="none" w="med" len="med"/>
                    </a:lnB>
                    <a:lnTlToBr>
                      <a:noFill/>
                    </a:lnTlToBr>
                    <a:lnBlToTr>
                      <a:noFill/>
                    </a:lnBlToTr>
                    <a:noFill/>
                  </a:tcPr>
                </a:tc>
                <a:tc>
                  <a:txBody>
                    <a:bodyPr/>
                    <a:lstStyle>
                      <a:lvl1pPr marL="342900" indent="-342900" algn="just">
                        <a:lnSpc>
                          <a:spcPct val="140000"/>
                        </a:lnSpc>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defRPr sz="12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defRPr sz="10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输入日超范围</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9050" cap="flat" cmpd="sng" algn="ctr">
                      <a:solidFill>
                        <a:srgbClr val="DD00DD"/>
                      </a:solidFill>
                      <a:prstDash val="solid"/>
                      <a:miter lim="800000"/>
                      <a:headEnd type="none" w="med" len="med"/>
                      <a:tailEnd type="none" w="med" len="med"/>
                    </a:lnL>
                    <a:lnR w="19050" cap="flat" cmpd="sng" algn="ctr">
                      <a:solidFill>
                        <a:srgbClr val="DD00DD"/>
                      </a:solidFill>
                      <a:prstDash val="solid"/>
                      <a:miter lim="800000"/>
                      <a:headEnd type="none" w="med" len="med"/>
                      <a:tailEnd type="none" w="med" len="med"/>
                    </a:lnR>
                    <a:lnT w="19050" cap="flat" cmpd="sng" algn="ctr">
                      <a:solidFill>
                        <a:srgbClr val="DD00DD"/>
                      </a:solidFill>
                      <a:prstDash val="solid"/>
                      <a:miter lim="800000"/>
                      <a:headEnd type="none" w="med" len="med"/>
                      <a:tailEnd type="none" w="med" len="med"/>
                    </a:lnT>
                    <a:lnB w="19050" cap="flat" cmpd="sng" algn="ctr">
                      <a:solidFill>
                        <a:srgbClr val="DD00DD"/>
                      </a:solidFill>
                      <a:prstDash val="solid"/>
                      <a:miter lim="800000"/>
                      <a:headEnd type="none" w="med" len="med"/>
                      <a:tailEnd type="none" w="med" len="med"/>
                    </a:lnB>
                    <a:lnTlToBr>
                      <a:noFill/>
                    </a:lnTlToBr>
                    <a:lnBlToTr>
                      <a:noFill/>
                    </a:lnBlToTr>
                    <a:noFill/>
                  </a:tcPr>
                </a:tc>
                <a:tc>
                  <a:txBody>
                    <a:bodyPr/>
                    <a:lstStyle>
                      <a:lvl1pPr marL="342900" indent="-342900" algn="just">
                        <a:lnSpc>
                          <a:spcPct val="140000"/>
                        </a:lnSpc>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defRPr sz="12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defRPr sz="10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endPar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9050" cap="flat" cmpd="sng" algn="ctr">
                      <a:solidFill>
                        <a:srgbClr val="DD00DD"/>
                      </a:solidFill>
                      <a:prstDash val="solid"/>
                      <a:miter lim="800000"/>
                      <a:headEnd type="none" w="med" len="med"/>
                      <a:tailEnd type="none" w="med" len="med"/>
                    </a:lnL>
                    <a:lnR w="19050" cap="flat" cmpd="sng" algn="ctr">
                      <a:solidFill>
                        <a:srgbClr val="DD00DD"/>
                      </a:solidFill>
                      <a:prstDash val="solid"/>
                      <a:miter lim="800000"/>
                      <a:headEnd type="none" w="med" len="med"/>
                      <a:tailEnd type="none" w="med" len="med"/>
                    </a:lnR>
                    <a:lnT w="19050" cap="flat" cmpd="sng" algn="ctr">
                      <a:solidFill>
                        <a:srgbClr val="DD00DD"/>
                      </a:solidFill>
                      <a:prstDash val="solid"/>
                      <a:miter lim="800000"/>
                      <a:headEnd type="none" w="med" len="med"/>
                      <a:tailEnd type="none" w="med" len="med"/>
                    </a:lnT>
                    <a:lnB w="19050" cap="flat" cmpd="sng" algn="ctr">
                      <a:solidFill>
                        <a:srgbClr val="DD00DD"/>
                      </a:solidFill>
                      <a:prstDash val="solid"/>
                      <a:miter lim="800000"/>
                      <a:headEnd type="none" w="med" len="med"/>
                      <a:tailEnd type="none" w="med" len="med"/>
                    </a:lnB>
                    <a:lnTlToBr>
                      <a:noFill/>
                    </a:lnTlToBr>
                    <a:lnBlToTr>
                      <a:noFill/>
                    </a:lnBlToTr>
                    <a:noFill/>
                  </a:tcPr>
                </a:tc>
                <a:tc>
                  <a:txBody>
                    <a:bodyPr/>
                    <a:lstStyle>
                      <a:lvl1pPr marL="342900" indent="-342900" algn="just">
                        <a:lnSpc>
                          <a:spcPct val="140000"/>
                        </a:lnSpc>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defRPr sz="12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defRPr sz="10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日刚小于最小值</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9050" cap="flat" cmpd="sng" algn="ctr">
                      <a:solidFill>
                        <a:srgbClr val="DD00DD"/>
                      </a:solidFill>
                      <a:prstDash val="solid"/>
                      <a:miter lim="800000"/>
                      <a:headEnd type="none" w="med" len="med"/>
                      <a:tailEnd type="none" w="med" len="med"/>
                    </a:lnL>
                    <a:lnR w="19050" cap="flat" cmpd="sng" algn="ctr">
                      <a:solidFill>
                        <a:srgbClr val="DD00DD"/>
                      </a:solidFill>
                      <a:prstDash val="solid"/>
                      <a:miter lim="800000"/>
                      <a:headEnd type="none" w="med" len="med"/>
                      <a:tailEnd type="none" w="med" len="med"/>
                    </a:lnR>
                    <a:lnT w="19050" cap="flat" cmpd="sng" algn="ctr">
                      <a:solidFill>
                        <a:srgbClr val="DD00DD"/>
                      </a:solidFill>
                      <a:prstDash val="solid"/>
                      <a:miter lim="800000"/>
                      <a:headEnd type="none" w="med" len="med"/>
                      <a:tailEnd type="none" w="med" len="med"/>
                    </a:lnT>
                    <a:lnB w="19050" cap="flat" cmpd="sng" algn="ctr">
                      <a:solidFill>
                        <a:srgbClr val="DD00DD"/>
                      </a:solidFill>
                      <a:prstDash val="solid"/>
                      <a:miter lim="800000"/>
                      <a:headEnd type="none" w="med" len="med"/>
                      <a:tailEnd type="none" w="med" len="med"/>
                    </a:lnB>
                    <a:lnTlToBr>
                      <a:noFill/>
                    </a:lnTlToBr>
                    <a:lnBlToTr>
                      <a:noFill/>
                    </a:lnBlToTr>
                    <a:noFill/>
                  </a:tcPr>
                </a:tc>
              </a:tr>
              <a:tr h="441325">
                <a:tc>
                  <a:txBody>
                    <a:bodyPr/>
                    <a:lstStyle>
                      <a:lvl1pPr marL="342900" indent="-342900" algn="just">
                        <a:lnSpc>
                          <a:spcPct val="140000"/>
                        </a:lnSpc>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defRPr sz="12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defRPr sz="10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9050" cap="flat" cmpd="sng" algn="ctr">
                      <a:solidFill>
                        <a:srgbClr val="DD00DD"/>
                      </a:solidFill>
                      <a:prstDash val="solid"/>
                      <a:miter lim="800000"/>
                      <a:headEnd type="none" w="med" len="med"/>
                      <a:tailEnd type="none" w="med" len="med"/>
                    </a:lnL>
                    <a:lnR w="19050" cap="flat" cmpd="sng" algn="ctr">
                      <a:solidFill>
                        <a:srgbClr val="DD00DD"/>
                      </a:solidFill>
                      <a:prstDash val="solid"/>
                      <a:miter lim="800000"/>
                      <a:headEnd type="none" w="med" len="med"/>
                      <a:tailEnd type="none" w="med" len="med"/>
                    </a:lnR>
                    <a:lnT w="19050" cap="flat" cmpd="sng" algn="ctr">
                      <a:solidFill>
                        <a:srgbClr val="DD00DD"/>
                      </a:solidFill>
                      <a:prstDash val="solid"/>
                      <a:miter lim="800000"/>
                      <a:headEnd type="none" w="med" len="med"/>
                      <a:tailEnd type="none" w="med" len="med"/>
                    </a:lnT>
                    <a:lnB w="19050" cap="flat" cmpd="sng" algn="ctr">
                      <a:solidFill>
                        <a:srgbClr val="DD00DD"/>
                      </a:solidFill>
                      <a:prstDash val="solid"/>
                      <a:miter lim="800000"/>
                      <a:headEnd type="none" w="med" len="med"/>
                      <a:tailEnd type="none" w="med" len="med"/>
                    </a:lnB>
                    <a:lnTlToBr>
                      <a:noFill/>
                    </a:lnTlToBr>
                    <a:lnBlToTr>
                      <a:noFill/>
                    </a:lnBlToTr>
                    <a:noFill/>
                  </a:tcPr>
                </a:tc>
                <a:tc>
                  <a:txBody>
                    <a:bodyPr/>
                    <a:lstStyle>
                      <a:lvl1pPr marL="342900" indent="-342900" algn="just">
                        <a:lnSpc>
                          <a:spcPct val="140000"/>
                        </a:lnSpc>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defRPr sz="12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defRPr sz="10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2000,1,32</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9050" cap="flat" cmpd="sng" algn="ctr">
                      <a:solidFill>
                        <a:srgbClr val="DD00DD"/>
                      </a:solidFill>
                      <a:prstDash val="solid"/>
                      <a:miter lim="800000"/>
                      <a:headEnd type="none" w="med" len="med"/>
                      <a:tailEnd type="none" w="med" len="med"/>
                    </a:lnL>
                    <a:lnR w="19050" cap="flat" cmpd="sng" algn="ctr">
                      <a:solidFill>
                        <a:srgbClr val="DD00DD"/>
                      </a:solidFill>
                      <a:prstDash val="solid"/>
                      <a:miter lim="800000"/>
                      <a:headEnd type="none" w="med" len="med"/>
                      <a:tailEnd type="none" w="med" len="med"/>
                    </a:lnR>
                    <a:lnT w="19050" cap="flat" cmpd="sng" algn="ctr">
                      <a:solidFill>
                        <a:srgbClr val="DD00DD"/>
                      </a:solidFill>
                      <a:prstDash val="solid"/>
                      <a:miter lim="800000"/>
                      <a:headEnd type="none" w="med" len="med"/>
                      <a:tailEnd type="none" w="med" len="med"/>
                    </a:lnT>
                    <a:lnB w="19050" cap="flat" cmpd="sng" algn="ctr">
                      <a:solidFill>
                        <a:srgbClr val="DD00DD"/>
                      </a:solidFill>
                      <a:prstDash val="solid"/>
                      <a:miter lim="800000"/>
                      <a:headEnd type="none" w="med" len="med"/>
                      <a:tailEnd type="none" w="med" len="med"/>
                    </a:lnB>
                    <a:lnTlToBr>
                      <a:noFill/>
                    </a:lnTlToBr>
                    <a:lnBlToTr>
                      <a:noFill/>
                    </a:lnBlToTr>
                    <a:noFill/>
                  </a:tcPr>
                </a:tc>
                <a:tc>
                  <a:txBody>
                    <a:bodyPr/>
                    <a:lstStyle>
                      <a:lvl1pPr marL="342900" indent="-342900" algn="just">
                        <a:lnSpc>
                          <a:spcPct val="140000"/>
                        </a:lnSpc>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defRPr sz="12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defRPr sz="10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输入日超范围</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9050" cap="flat" cmpd="sng" algn="ctr">
                      <a:solidFill>
                        <a:srgbClr val="DD00DD"/>
                      </a:solidFill>
                      <a:prstDash val="solid"/>
                      <a:miter lim="800000"/>
                      <a:headEnd type="none" w="med" len="med"/>
                      <a:tailEnd type="none" w="med" len="med"/>
                    </a:lnL>
                    <a:lnR w="19050" cap="flat" cmpd="sng" algn="ctr">
                      <a:solidFill>
                        <a:srgbClr val="DD00DD"/>
                      </a:solidFill>
                      <a:prstDash val="solid"/>
                      <a:miter lim="800000"/>
                      <a:headEnd type="none" w="med" len="med"/>
                      <a:tailEnd type="none" w="med" len="med"/>
                    </a:lnR>
                    <a:lnT w="19050" cap="flat" cmpd="sng" algn="ctr">
                      <a:solidFill>
                        <a:srgbClr val="DD00DD"/>
                      </a:solidFill>
                      <a:prstDash val="solid"/>
                      <a:miter lim="800000"/>
                      <a:headEnd type="none" w="med" len="med"/>
                      <a:tailEnd type="none" w="med" len="med"/>
                    </a:lnT>
                    <a:lnB w="19050" cap="flat" cmpd="sng" algn="ctr">
                      <a:solidFill>
                        <a:srgbClr val="DD00DD"/>
                      </a:solidFill>
                      <a:prstDash val="solid"/>
                      <a:miter lim="800000"/>
                      <a:headEnd type="none" w="med" len="med"/>
                      <a:tailEnd type="none" w="med" len="med"/>
                    </a:lnB>
                    <a:lnTlToBr>
                      <a:noFill/>
                    </a:lnTlToBr>
                    <a:lnBlToTr>
                      <a:noFill/>
                    </a:lnBlToTr>
                    <a:noFill/>
                  </a:tcPr>
                </a:tc>
                <a:tc>
                  <a:txBody>
                    <a:bodyPr/>
                    <a:lstStyle>
                      <a:lvl1pPr marL="342900" indent="-342900" algn="just">
                        <a:lnSpc>
                          <a:spcPct val="140000"/>
                        </a:lnSpc>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defRPr sz="12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defRPr sz="10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endPar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9050" cap="flat" cmpd="sng" algn="ctr">
                      <a:solidFill>
                        <a:srgbClr val="DD00DD"/>
                      </a:solidFill>
                      <a:prstDash val="solid"/>
                      <a:miter lim="800000"/>
                      <a:headEnd type="none" w="med" len="med"/>
                      <a:tailEnd type="none" w="med" len="med"/>
                    </a:lnL>
                    <a:lnR w="19050" cap="flat" cmpd="sng" algn="ctr">
                      <a:solidFill>
                        <a:srgbClr val="DD00DD"/>
                      </a:solidFill>
                      <a:prstDash val="solid"/>
                      <a:miter lim="800000"/>
                      <a:headEnd type="none" w="med" len="med"/>
                      <a:tailEnd type="none" w="med" len="med"/>
                    </a:lnR>
                    <a:lnT w="19050" cap="flat" cmpd="sng" algn="ctr">
                      <a:solidFill>
                        <a:srgbClr val="DD00DD"/>
                      </a:solidFill>
                      <a:prstDash val="solid"/>
                      <a:miter lim="800000"/>
                      <a:headEnd type="none" w="med" len="med"/>
                      <a:tailEnd type="none" w="med" len="med"/>
                    </a:lnT>
                    <a:lnB w="19050" cap="flat" cmpd="sng" algn="ctr">
                      <a:solidFill>
                        <a:srgbClr val="DD00DD"/>
                      </a:solidFill>
                      <a:prstDash val="solid"/>
                      <a:miter lim="800000"/>
                      <a:headEnd type="none" w="med" len="med"/>
                      <a:tailEnd type="none" w="med" len="med"/>
                    </a:lnB>
                    <a:lnTlToBr>
                      <a:noFill/>
                    </a:lnTlToBr>
                    <a:lnBlToTr>
                      <a:noFill/>
                    </a:lnBlToTr>
                    <a:noFill/>
                  </a:tcPr>
                </a:tc>
                <a:tc>
                  <a:txBody>
                    <a:bodyPr/>
                    <a:lstStyle>
                      <a:lvl1pPr marL="342900" indent="-342900" algn="just">
                        <a:lnSpc>
                          <a:spcPct val="140000"/>
                        </a:lnSpc>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defRPr sz="12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defRPr sz="10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日刚大于最大值</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9050" cap="flat" cmpd="sng" algn="ctr">
                      <a:solidFill>
                        <a:srgbClr val="DD00DD"/>
                      </a:solidFill>
                      <a:prstDash val="solid"/>
                      <a:miter lim="800000"/>
                      <a:headEnd type="none" w="med" len="med"/>
                      <a:tailEnd type="none" w="med" len="med"/>
                    </a:lnL>
                    <a:lnR w="19050" cap="flat" cmpd="sng" algn="ctr">
                      <a:solidFill>
                        <a:srgbClr val="DD00DD"/>
                      </a:solidFill>
                      <a:prstDash val="solid"/>
                      <a:miter lim="800000"/>
                      <a:headEnd type="none" w="med" len="med"/>
                      <a:tailEnd type="none" w="med" len="med"/>
                    </a:lnR>
                    <a:lnT w="19050" cap="flat" cmpd="sng" algn="ctr">
                      <a:solidFill>
                        <a:srgbClr val="DD00DD"/>
                      </a:solidFill>
                      <a:prstDash val="solid"/>
                      <a:miter lim="800000"/>
                      <a:headEnd type="none" w="med" len="med"/>
                      <a:tailEnd type="none" w="med" len="med"/>
                    </a:lnT>
                    <a:lnB w="19050" cap="flat" cmpd="sng" algn="ctr">
                      <a:solidFill>
                        <a:srgbClr val="DD00DD"/>
                      </a:solidFill>
                      <a:prstDash val="solid"/>
                      <a:miter lim="800000"/>
                      <a:headEnd type="none" w="med" len="med"/>
                      <a:tailEnd type="none" w="med" len="med"/>
                    </a:lnB>
                    <a:lnTlToBr>
                      <a:noFill/>
                    </a:lnTlToBr>
                    <a:lnBlToTr>
                      <a:noFill/>
                    </a:lnBlToTr>
                    <a:noFill/>
                  </a:tcPr>
                </a:tc>
              </a:tr>
              <a:tr h="441325">
                <a:tc>
                  <a:txBody>
                    <a:bodyPr/>
                    <a:lstStyle>
                      <a:lvl1pPr marL="342900" indent="-342900" algn="just">
                        <a:lnSpc>
                          <a:spcPct val="140000"/>
                        </a:lnSpc>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defRPr sz="12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defRPr sz="10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9050" cap="flat" cmpd="sng" algn="ctr">
                      <a:solidFill>
                        <a:srgbClr val="DD00DD"/>
                      </a:solidFill>
                      <a:prstDash val="solid"/>
                      <a:miter lim="800000"/>
                      <a:headEnd type="none" w="med" len="med"/>
                      <a:tailEnd type="none" w="med" len="med"/>
                    </a:lnL>
                    <a:lnR w="19050" cap="flat" cmpd="sng" algn="ctr">
                      <a:solidFill>
                        <a:srgbClr val="DD00DD"/>
                      </a:solidFill>
                      <a:prstDash val="solid"/>
                      <a:miter lim="800000"/>
                      <a:headEnd type="none" w="med" len="med"/>
                      <a:tailEnd type="none" w="med" len="med"/>
                    </a:lnR>
                    <a:lnT w="19050" cap="flat" cmpd="sng" algn="ctr">
                      <a:solidFill>
                        <a:srgbClr val="DD00DD"/>
                      </a:solidFill>
                      <a:prstDash val="solid"/>
                      <a:miter lim="800000"/>
                      <a:headEnd type="none" w="med" len="med"/>
                      <a:tailEnd type="none" w="med" len="med"/>
                    </a:lnT>
                    <a:lnB w="19050" cap="flat" cmpd="sng" algn="ctr">
                      <a:solidFill>
                        <a:srgbClr val="DD00DD"/>
                      </a:solidFill>
                      <a:prstDash val="solid"/>
                      <a:miter lim="800000"/>
                      <a:headEnd type="none" w="med" len="med"/>
                      <a:tailEnd type="none" w="med" len="med"/>
                    </a:lnB>
                    <a:lnTlToBr>
                      <a:noFill/>
                    </a:lnTlToBr>
                    <a:lnBlToTr>
                      <a:noFill/>
                    </a:lnBlToTr>
                    <a:noFill/>
                  </a:tcPr>
                </a:tc>
                <a:tc>
                  <a:txBody>
                    <a:bodyPr/>
                    <a:lstStyle>
                      <a:lvl1pPr marL="342900" indent="-342900" algn="just">
                        <a:lnSpc>
                          <a:spcPct val="140000"/>
                        </a:lnSpc>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defRPr sz="12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defRPr sz="10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2000,3,1</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9050" cap="flat" cmpd="sng" algn="ctr">
                      <a:solidFill>
                        <a:srgbClr val="DD00DD"/>
                      </a:solidFill>
                      <a:prstDash val="solid"/>
                      <a:miter lim="800000"/>
                      <a:headEnd type="none" w="med" len="med"/>
                      <a:tailEnd type="none" w="med" len="med"/>
                    </a:lnL>
                    <a:lnR w="19050" cap="flat" cmpd="sng" algn="ctr">
                      <a:solidFill>
                        <a:srgbClr val="DD00DD"/>
                      </a:solidFill>
                      <a:prstDash val="solid"/>
                      <a:miter lim="800000"/>
                      <a:headEnd type="none" w="med" len="med"/>
                      <a:tailEnd type="none" w="med" len="med"/>
                    </a:lnR>
                    <a:lnT w="19050" cap="flat" cmpd="sng" algn="ctr">
                      <a:solidFill>
                        <a:srgbClr val="DD00DD"/>
                      </a:solidFill>
                      <a:prstDash val="solid"/>
                      <a:miter lim="800000"/>
                      <a:headEnd type="none" w="med" len="med"/>
                      <a:tailEnd type="none" w="med" len="med"/>
                    </a:lnT>
                    <a:lnB w="19050" cap="flat" cmpd="sng" algn="ctr">
                      <a:solidFill>
                        <a:srgbClr val="DD00DD"/>
                      </a:solidFill>
                      <a:prstDash val="solid"/>
                      <a:miter lim="800000"/>
                      <a:headEnd type="none" w="med" len="med"/>
                      <a:tailEnd type="none" w="med" len="med"/>
                    </a:lnB>
                    <a:lnTlToBr>
                      <a:noFill/>
                    </a:lnTlToBr>
                    <a:lnBlToTr>
                      <a:noFill/>
                    </a:lnBlToTr>
                    <a:noFill/>
                  </a:tcPr>
                </a:tc>
                <a:tc>
                  <a:txBody>
                    <a:bodyPr/>
                    <a:lstStyle>
                      <a:lvl1pPr marL="342900" indent="-342900" algn="just">
                        <a:lnSpc>
                          <a:spcPct val="140000"/>
                        </a:lnSpc>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defRPr sz="12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defRPr sz="10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It is the 61th day</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9050" cap="flat" cmpd="sng" algn="ctr">
                      <a:solidFill>
                        <a:srgbClr val="DD00DD"/>
                      </a:solidFill>
                      <a:prstDash val="solid"/>
                      <a:miter lim="800000"/>
                      <a:headEnd type="none" w="med" len="med"/>
                      <a:tailEnd type="none" w="med" len="med"/>
                    </a:lnL>
                    <a:lnR w="19050" cap="flat" cmpd="sng" algn="ctr">
                      <a:solidFill>
                        <a:srgbClr val="DD00DD"/>
                      </a:solidFill>
                      <a:prstDash val="solid"/>
                      <a:miter lim="800000"/>
                      <a:headEnd type="none" w="med" len="med"/>
                      <a:tailEnd type="none" w="med" len="med"/>
                    </a:lnR>
                    <a:lnT w="19050" cap="flat" cmpd="sng" algn="ctr">
                      <a:solidFill>
                        <a:srgbClr val="DD00DD"/>
                      </a:solidFill>
                      <a:prstDash val="solid"/>
                      <a:miter lim="800000"/>
                      <a:headEnd type="none" w="med" len="med"/>
                      <a:tailEnd type="none" w="med" len="med"/>
                    </a:lnT>
                    <a:lnB w="19050" cap="flat" cmpd="sng" algn="ctr">
                      <a:solidFill>
                        <a:srgbClr val="DD00DD"/>
                      </a:solidFill>
                      <a:prstDash val="solid"/>
                      <a:miter lim="800000"/>
                      <a:headEnd type="none" w="med" len="med"/>
                      <a:tailEnd type="none" w="med" len="med"/>
                    </a:lnB>
                    <a:lnTlToBr>
                      <a:noFill/>
                    </a:lnTlToBr>
                    <a:lnBlToTr>
                      <a:noFill/>
                    </a:lnBlToTr>
                    <a:noFill/>
                  </a:tcPr>
                </a:tc>
                <a:tc>
                  <a:txBody>
                    <a:bodyPr/>
                    <a:lstStyle>
                      <a:lvl1pPr marL="342900" indent="-342900" algn="just">
                        <a:lnSpc>
                          <a:spcPct val="140000"/>
                        </a:lnSpc>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defRPr sz="12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defRPr sz="10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endPar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9050" cap="flat" cmpd="sng" algn="ctr">
                      <a:solidFill>
                        <a:srgbClr val="DD00DD"/>
                      </a:solidFill>
                      <a:prstDash val="solid"/>
                      <a:miter lim="800000"/>
                      <a:headEnd type="none" w="med" len="med"/>
                      <a:tailEnd type="none" w="med" len="med"/>
                    </a:lnL>
                    <a:lnR w="19050" cap="flat" cmpd="sng" algn="ctr">
                      <a:solidFill>
                        <a:srgbClr val="DD00DD"/>
                      </a:solidFill>
                      <a:prstDash val="solid"/>
                      <a:miter lim="800000"/>
                      <a:headEnd type="none" w="med" len="med"/>
                      <a:tailEnd type="none" w="med" len="med"/>
                    </a:lnR>
                    <a:lnT w="19050" cap="flat" cmpd="sng" algn="ctr">
                      <a:solidFill>
                        <a:srgbClr val="DD00DD"/>
                      </a:solidFill>
                      <a:prstDash val="solid"/>
                      <a:miter lim="800000"/>
                      <a:headEnd type="none" w="med" len="med"/>
                      <a:tailEnd type="none" w="med" len="med"/>
                    </a:lnT>
                    <a:lnB w="19050" cap="flat" cmpd="sng" algn="ctr">
                      <a:solidFill>
                        <a:srgbClr val="DD00DD"/>
                      </a:solidFill>
                      <a:prstDash val="solid"/>
                      <a:miter lim="800000"/>
                      <a:headEnd type="none" w="med" len="med"/>
                      <a:tailEnd type="none" w="med" len="med"/>
                    </a:lnB>
                    <a:lnTlToBr>
                      <a:noFill/>
                    </a:lnTlToBr>
                    <a:lnBlToTr>
                      <a:noFill/>
                    </a:lnBlToTr>
                    <a:noFill/>
                  </a:tcPr>
                </a:tc>
                <a:tc>
                  <a:txBody>
                    <a:bodyPr/>
                    <a:lstStyle>
                      <a:lvl1pPr marL="342900" indent="-342900" algn="just">
                        <a:lnSpc>
                          <a:spcPct val="140000"/>
                        </a:lnSpc>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defRPr sz="12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defRPr sz="10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defRPr sz="1000">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闰年问题</a:t>
                      </a:r>
                      <a:endParaRPr kumimoji="1"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9050" cap="flat" cmpd="sng" algn="ctr">
                      <a:solidFill>
                        <a:srgbClr val="DD00DD"/>
                      </a:solidFill>
                      <a:prstDash val="solid"/>
                      <a:miter lim="800000"/>
                      <a:headEnd type="none" w="med" len="med"/>
                      <a:tailEnd type="none" w="med" len="med"/>
                    </a:lnL>
                    <a:lnR w="19050" cap="flat" cmpd="sng" algn="ctr">
                      <a:solidFill>
                        <a:srgbClr val="DD00DD"/>
                      </a:solidFill>
                      <a:prstDash val="solid"/>
                      <a:miter lim="800000"/>
                      <a:headEnd type="none" w="med" len="med"/>
                      <a:tailEnd type="none" w="med" len="med"/>
                    </a:lnR>
                    <a:lnT w="19050" cap="flat" cmpd="sng" algn="ctr">
                      <a:solidFill>
                        <a:srgbClr val="DD00DD"/>
                      </a:solidFill>
                      <a:prstDash val="solid"/>
                      <a:miter lim="800000"/>
                      <a:headEnd type="none" w="med" len="med"/>
                      <a:tailEnd type="none" w="med" len="med"/>
                    </a:lnT>
                    <a:lnB w="19050" cap="flat" cmpd="sng" algn="ctr">
                      <a:solidFill>
                        <a:srgbClr val="DD00DD"/>
                      </a:solidFill>
                      <a:prstDash val="solid"/>
                      <a:miter lim="800000"/>
                      <a:headEnd type="none" w="med" len="med"/>
                      <a:tailEnd type="none" w="med" len="med"/>
                    </a:lnB>
                    <a:lnTlToBr>
                      <a:noFill/>
                    </a:lnTlToBr>
                    <a:lnBlToTr>
                      <a:noFill/>
                    </a:lnBlToTr>
                    <a:noFill/>
                  </a:tcPr>
                </a:tc>
              </a:tr>
            </a:tbl>
          </a:graphicData>
        </a:graphic>
      </p:graphicFrame>
      <p:sp>
        <p:nvSpPr>
          <p:cNvPr id="40008" name="Rectangle 70"/>
          <p:cNvSpPr>
            <a:spLocks noChangeArrowheads="1"/>
          </p:cNvSpPr>
          <p:nvPr/>
        </p:nvSpPr>
        <p:spPr bwMode="auto">
          <a:xfrm>
            <a:off x="250825" y="1020763"/>
            <a:ext cx="4724400" cy="609600"/>
          </a:xfrm>
          <a:prstGeom prst="rect">
            <a:avLst/>
          </a:prstGeom>
          <a:noFill/>
          <a:ln>
            <a:noFill/>
          </a:ln>
        </p:spPr>
        <p:txBody>
          <a:bodyPr anchor="b"/>
          <a:lstStyle>
            <a:lvl1pPr algn="just">
              <a:lnSpc>
                <a:spcPct val="140000"/>
              </a:lnSpc>
              <a:spcBef>
                <a:spcPct val="20000"/>
              </a:spcBef>
              <a:buClr>
                <a:schemeClr val="accent2"/>
              </a:buClr>
              <a:buSzPct val="7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buChar char="è"/>
              <a:defRPr>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buChar char="Ø"/>
              <a:defRPr sz="16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buChar char="–"/>
              <a:defRPr sz="14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buChar char="»"/>
              <a:defRPr sz="12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测试数据及预期结果</a:t>
            </a:r>
            <a:endParaRPr kumimoji="1" lang="zh-CN" altLang="en-US" sz="28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p:txBody>
      </p:sp>
    </p:spTree>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2800" b="1" i="0" u="none" strike="noStrike" kern="0" cap="none" spc="0" normalizeH="0" baseline="0" noProof="0" dirty="0" smtClean="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3.3 </a:t>
            </a:r>
            <a:r>
              <a:rPr kumimoji="1" lang="zh-CN" altLang="en-US" sz="2800" b="1" i="0" u="none" strike="noStrike" kern="0" cap="none" spc="0" normalizeH="0" baseline="0" noProof="0" dirty="0" smtClean="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错误</a:t>
            </a:r>
            <a:r>
              <a:rPr kumimoji="1"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推测</a:t>
            </a:r>
            <a:endParaRPr kumimoji="0" lang="zh-CN" altLang="en-US" sz="2800" b="1" i="0" u="none" strike="noStrike" kern="0" cap="none" spc="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endParaRPr>
          </a:p>
        </p:txBody>
      </p:sp>
      <p:sp>
        <p:nvSpPr>
          <p:cNvPr id="34819"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40964" name="Rectangle 3"/>
          <p:cNvSpPr>
            <a:spLocks noChangeArrowheads="1"/>
          </p:cNvSpPr>
          <p:nvPr/>
        </p:nvSpPr>
        <p:spPr bwMode="auto">
          <a:xfrm>
            <a:off x="468313" y="1052513"/>
            <a:ext cx="4724400" cy="609600"/>
          </a:xfrm>
          <a:prstGeom prst="rect">
            <a:avLst/>
          </a:prstGeom>
          <a:noFill/>
          <a:ln>
            <a:noFill/>
          </a:ln>
        </p:spPr>
        <p:txBody>
          <a:bodyPr anchor="b"/>
          <a:lstStyle>
            <a:lvl1pPr algn="just">
              <a:lnSpc>
                <a:spcPct val="140000"/>
              </a:lnSpc>
              <a:spcBef>
                <a:spcPct val="20000"/>
              </a:spcBef>
              <a:buClr>
                <a:schemeClr val="accent2"/>
              </a:buClr>
              <a:buSzPct val="7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buChar char="è"/>
              <a:defRPr>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buChar char="Ø"/>
              <a:defRPr sz="16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buChar char="–"/>
              <a:defRPr sz="14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buChar char="»"/>
              <a:defRPr sz="12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dirty="0" smtClean="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错误</a:t>
            </a:r>
            <a:r>
              <a:rPr kumimoji="1" lang="zh-CN" altLang="en-US" sz="28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推测</a:t>
            </a:r>
            <a:endParaRPr kumimoji="1" lang="zh-CN" altLang="en-US" sz="28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p:txBody>
      </p:sp>
      <p:sp>
        <p:nvSpPr>
          <p:cNvPr id="34821" name="Text Box 2"/>
          <p:cNvSpPr txBox="1"/>
          <p:nvPr/>
        </p:nvSpPr>
        <p:spPr>
          <a:xfrm>
            <a:off x="457200" y="1925638"/>
            <a:ext cx="8534400" cy="2370137"/>
          </a:xfrm>
          <a:prstGeom prst="rect">
            <a:avLst/>
          </a:prstGeom>
          <a:noFill/>
          <a:ln w="9525">
            <a:noFill/>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eaLnBrk="1" hangingPunct="1">
              <a:lnSpc>
                <a:spcPct val="100000"/>
              </a:lnSpc>
              <a:spcBef>
                <a:spcPct val="50000"/>
              </a:spcBef>
              <a:buClrTx/>
              <a:buSzTx/>
              <a:buFontTx/>
              <a:buNone/>
            </a:pPr>
            <a:r>
              <a:rPr lang="zh-CN" altLang="en-US" sz="2800" b="1" dirty="0">
                <a:solidFill>
                  <a:srgbClr val="000000"/>
                </a:solidFill>
                <a:latin typeface="Times New Roman" panose="02020603050405020304" pitchFamily="18" charset="0"/>
              </a:rPr>
              <a:t>	</a:t>
            </a:r>
            <a:r>
              <a:rPr lang="zh-CN" altLang="en-US" sz="2400" dirty="0">
                <a:solidFill>
                  <a:srgbClr val="C00000"/>
                </a:solidFill>
                <a:latin typeface="华文中宋" panose="02010600040101010101" pitchFamily="2" charset="-122"/>
                <a:ea typeface="华文中宋" panose="02010600040101010101" pitchFamily="2" charset="-122"/>
              </a:rPr>
              <a:t>基本思想：</a:t>
            </a:r>
            <a:r>
              <a:rPr lang="zh-CN" altLang="en-US" sz="2400" dirty="0">
                <a:solidFill>
                  <a:srgbClr val="000000"/>
                </a:solidFill>
                <a:latin typeface="华文中宋" panose="02010600040101010101" pitchFamily="2" charset="-122"/>
                <a:ea typeface="华文中宋" panose="02010600040101010101" pitchFamily="2" charset="-122"/>
              </a:rPr>
              <a:t>是列举出程序中可能有的错误和容易发生错误的特殊情况，并且根据他们选择测试方案。</a:t>
            </a:r>
            <a:endParaRPr lang="zh-CN" altLang="en-US" sz="2400" dirty="0">
              <a:solidFill>
                <a:srgbClr val="000000"/>
              </a:solidFill>
              <a:latin typeface="华文中宋" panose="02010600040101010101" pitchFamily="2" charset="-122"/>
              <a:ea typeface="华文中宋" panose="02010600040101010101" pitchFamily="2" charset="-122"/>
            </a:endParaRPr>
          </a:p>
          <a:p>
            <a:pPr marL="0" lvl="0" indent="0" algn="l" eaLnBrk="1" hangingPunct="1">
              <a:lnSpc>
                <a:spcPct val="100000"/>
              </a:lnSpc>
              <a:spcBef>
                <a:spcPct val="50000"/>
              </a:spcBef>
              <a:buClrTx/>
              <a:buSzTx/>
              <a:buFontTx/>
              <a:buNone/>
            </a:pPr>
            <a:r>
              <a:rPr lang="zh-CN" altLang="en-US" sz="2400" dirty="0">
                <a:solidFill>
                  <a:srgbClr val="000000"/>
                </a:solidFill>
                <a:latin typeface="华文中宋" panose="02010600040101010101" pitchFamily="2" charset="-122"/>
                <a:ea typeface="华文中宋" panose="02010600040101010101" pitchFamily="2" charset="-122"/>
              </a:rPr>
              <a:t>	</a:t>
            </a:r>
            <a:r>
              <a:rPr lang="zh-CN" altLang="en-US" sz="2400" dirty="0">
                <a:solidFill>
                  <a:srgbClr val="C00000"/>
                </a:solidFill>
                <a:latin typeface="华文中宋" panose="02010600040101010101" pitchFamily="2" charset="-122"/>
                <a:ea typeface="华文中宋" panose="02010600040101010101" pitchFamily="2" charset="-122"/>
              </a:rPr>
              <a:t>经验告诉我们：</a:t>
            </a:r>
            <a:r>
              <a:rPr lang="zh-CN" altLang="en-US" sz="2400" dirty="0">
                <a:solidFill>
                  <a:srgbClr val="000000"/>
                </a:solidFill>
                <a:latin typeface="华文中宋" panose="02010600040101010101" pitchFamily="2" charset="-122"/>
                <a:ea typeface="华文中宋" panose="02010600040101010101" pitchFamily="2" charset="-122"/>
              </a:rPr>
              <a:t>在一段程序中已经发现的错误数往往和未发现的错误数成正比。 </a:t>
            </a:r>
            <a:endParaRPr lang="zh-CN" altLang="en-US" sz="2400" dirty="0">
              <a:solidFill>
                <a:srgbClr val="000000"/>
              </a:solidFill>
              <a:latin typeface="华文中宋" panose="02010600040101010101" pitchFamily="2" charset="-122"/>
              <a:ea typeface="华文中宋" panose="02010600040101010101" pitchFamily="2" charset="-122"/>
            </a:endParaRPr>
          </a:p>
          <a:p>
            <a:pPr marL="0" lvl="0" indent="0" algn="l" eaLnBrk="1" hangingPunct="1">
              <a:lnSpc>
                <a:spcPct val="100000"/>
              </a:lnSpc>
              <a:spcBef>
                <a:spcPct val="50000"/>
              </a:spcBef>
              <a:buClrTx/>
              <a:buSzTx/>
              <a:buFontTx/>
              <a:buNone/>
            </a:pPr>
            <a:r>
              <a:rPr lang="zh-CN" altLang="en-US" sz="2400" dirty="0">
                <a:solidFill>
                  <a:srgbClr val="000000"/>
                </a:solidFill>
                <a:latin typeface="华文中宋" panose="02010600040101010101" pitchFamily="2" charset="-122"/>
                <a:ea typeface="华文中宋" panose="02010600040101010101" pitchFamily="2" charset="-122"/>
              </a:rPr>
              <a:t>	错误推测法很大程度上靠</a:t>
            </a:r>
            <a:r>
              <a:rPr lang="zh-CN" altLang="en-US" sz="2400" dirty="0">
                <a:solidFill>
                  <a:srgbClr val="C00000"/>
                </a:solidFill>
                <a:latin typeface="华文中宋" panose="02010600040101010101" pitchFamily="2" charset="-122"/>
                <a:ea typeface="华文中宋" panose="02010600040101010101" pitchFamily="2" charset="-122"/>
              </a:rPr>
              <a:t>直觉</a:t>
            </a:r>
            <a:r>
              <a:rPr lang="zh-CN" altLang="en-US" sz="2400" dirty="0">
                <a:solidFill>
                  <a:srgbClr val="000000"/>
                </a:solidFill>
                <a:latin typeface="华文中宋" panose="02010600040101010101" pitchFamily="2" charset="-122"/>
                <a:ea typeface="华文中宋" panose="02010600040101010101" pitchFamily="2" charset="-122"/>
              </a:rPr>
              <a:t>和</a:t>
            </a:r>
            <a:r>
              <a:rPr lang="zh-CN" altLang="en-US" sz="2400" dirty="0">
                <a:solidFill>
                  <a:srgbClr val="C00000"/>
                </a:solidFill>
                <a:latin typeface="华文中宋" panose="02010600040101010101" pitchFamily="2" charset="-122"/>
                <a:ea typeface="华文中宋" panose="02010600040101010101" pitchFamily="2" charset="-122"/>
              </a:rPr>
              <a:t>经验</a:t>
            </a:r>
            <a:r>
              <a:rPr lang="zh-CN" altLang="en-US" sz="2400" dirty="0">
                <a:solidFill>
                  <a:srgbClr val="000000"/>
                </a:solidFill>
                <a:latin typeface="华文中宋" panose="02010600040101010101" pitchFamily="2" charset="-122"/>
                <a:ea typeface="华文中宋" panose="02010600040101010101" pitchFamily="2" charset="-122"/>
              </a:rPr>
              <a:t>进行。</a:t>
            </a:r>
            <a:endParaRPr lang="zh-CN" altLang="en-US" sz="2400" dirty="0">
              <a:solidFill>
                <a:srgbClr val="000000"/>
              </a:solidFill>
              <a:latin typeface="华文中宋" panose="02010600040101010101" pitchFamily="2" charset="-122"/>
              <a:ea typeface="华文中宋" panose="02010600040101010101" pitchFamily="2" charset="-122"/>
            </a:endParaRPr>
          </a:p>
        </p:txBody>
      </p:sp>
    </p:spTree>
  </p:cSld>
  <p:clrMapOvr>
    <a:masterClrMapping/>
  </p:clrMapOvr>
  <p:transition spd="med">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标题 1"/>
          <p:cNvSpPr>
            <a:spLocks noGrp="1" noChangeArrowheads="1"/>
          </p:cNvSpPr>
          <p:nvPr>
            <p:ph type="title"/>
          </p:nvPr>
        </p:nvSpPr>
        <p:spPr>
          <a:xfrm>
            <a:off x="1501775" y="212725"/>
            <a:ext cx="6365875" cy="685800"/>
          </a:xfrm>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2800" b="1" i="0" u="none" strike="noStrike" kern="0" cap="none" spc="0" normalizeH="0" baseline="0" noProof="0" dirty="0" smtClean="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4. </a:t>
            </a:r>
            <a:r>
              <a:rPr kumimoji="1" lang="zh-CN" altLang="en-US" sz="2800" b="1" i="0" u="none" strike="noStrike" kern="0" cap="none" spc="0" normalizeH="0" baseline="0" noProof="0" dirty="0" smtClean="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灰盒测试</a:t>
            </a:r>
            <a:endParaRPr kumimoji="0" lang="zh-CN" altLang="en-US" sz="2800" b="1" i="0" u="none" strike="noStrike" kern="0" cap="none" spc="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endParaRPr>
          </a:p>
        </p:txBody>
      </p:sp>
      <p:sp>
        <p:nvSpPr>
          <p:cNvPr id="35843"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4" name="Rectangle 2"/>
          <p:cNvSpPr txBox="1">
            <a:spLocks noChangeArrowheads="1"/>
          </p:cNvSpPr>
          <p:nvPr/>
        </p:nvSpPr>
        <p:spPr bwMode="auto">
          <a:xfrm>
            <a:off x="685800" y="946150"/>
            <a:ext cx="7772400" cy="874713"/>
          </a:xfrm>
          <a:prstGeom prst="rect">
            <a:avLst/>
          </a:prstGeom>
          <a:noFill/>
          <a:ln>
            <a:noFill/>
          </a:ln>
          <a:effectLst>
            <a:outerShdw dist="17961" dir="2700000" algn="ctr" rotWithShape="0">
              <a:srgbClr val="DDDDDD"/>
            </a:outerShdw>
          </a:effectLst>
        </p:spPr>
        <p:txBody>
          <a:bodyPr anchor="ctr">
            <a:normAutofit/>
          </a:bodyPr>
          <a:lstStyle>
            <a:lvl1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cs typeface="+mj-cs"/>
              </a:defRPr>
            </a:lvl1pPr>
            <a:lvl2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defRPr>
            </a:lvl2pPr>
            <a:lvl3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defRPr>
            </a:lvl3pPr>
            <a:lvl4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defRPr>
            </a:lvl4pPr>
            <a:lvl5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defRPr>
            </a:lvl5pPr>
            <a:lvl6pPr marL="457200" algn="ctr" rtl="0" fontAlgn="base">
              <a:spcBef>
                <a:spcPct val="0"/>
              </a:spcBef>
              <a:spcAft>
                <a:spcPct val="0"/>
              </a:spcAft>
              <a:defRPr sz="2800" b="1">
                <a:solidFill>
                  <a:srgbClr val="333399"/>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sz="2800" b="1">
                <a:solidFill>
                  <a:srgbClr val="333399"/>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sz="2800" b="1">
                <a:solidFill>
                  <a:srgbClr val="333399"/>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sz="2800" b="1">
                <a:solidFill>
                  <a:srgbClr val="333399"/>
                </a:solidFill>
                <a:latin typeface="Times New Roman" panose="02020603050405020304" pitchFamily="18"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r>
              <a:rPr kumimoji="1" lang="zh-CN" altLang="en-US" sz="2800" b="1" i="0" u="none" strike="noStrike" kern="1200" cap="none" spc="0" normalizeH="0" baseline="0" noProof="0" dirty="0" smtClean="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灰盒测试的定义</a:t>
            </a:r>
            <a:endParaRPr kumimoji="1" lang="zh-CN" altLang="en-US" sz="28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p:txBody>
      </p:sp>
      <p:sp>
        <p:nvSpPr>
          <p:cNvPr id="35845" name="Rectangle 3"/>
          <p:cNvSpPr txBox="1"/>
          <p:nvPr/>
        </p:nvSpPr>
        <p:spPr>
          <a:xfrm>
            <a:off x="468313" y="1916113"/>
            <a:ext cx="8434387" cy="3702050"/>
          </a:xfrm>
          <a:prstGeom prst="rect">
            <a:avLst/>
          </a:prstGeom>
          <a:noFill/>
          <a:ln w="9525">
            <a:noFill/>
          </a:ln>
        </p:spPr>
        <p:txBody>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342900" lvl="0" indent="-342900" algn="l" eaLnBrk="1" hangingPunct="1">
              <a:lnSpc>
                <a:spcPct val="100000"/>
              </a:lnSpc>
              <a:buClr>
                <a:srgbClr val="2F2F2F"/>
              </a:buClr>
              <a:buSzPct val="50000"/>
              <a:buFont typeface="Wingdings 2" panose="05020102010507070707" pitchFamily="18" charset="2"/>
              <a:buChar char="ß"/>
            </a:pPr>
            <a:r>
              <a:rPr lang="en-US" altLang="zh-CN" sz="2400" dirty="0">
                <a:solidFill>
                  <a:srgbClr val="000000"/>
                </a:solidFill>
                <a:latin typeface="华文中宋" panose="02010600040101010101" pitchFamily="2" charset="-122"/>
                <a:ea typeface="华文中宋" panose="02010600040101010101" pitchFamily="2" charset="-122"/>
              </a:rPr>
              <a:t>1999</a:t>
            </a:r>
            <a:r>
              <a:rPr lang="zh-CN" altLang="zh-CN" sz="2400" dirty="0">
                <a:solidFill>
                  <a:srgbClr val="000000"/>
                </a:solidFill>
                <a:latin typeface="华文中宋" panose="02010600040101010101" pitchFamily="2" charset="-122"/>
                <a:ea typeface="华文中宋" panose="02010600040101010101" pitchFamily="2" charset="-122"/>
              </a:rPr>
              <a:t>年</a:t>
            </a:r>
            <a:r>
              <a:rPr lang="zh-CN" altLang="en-US" sz="2400" dirty="0">
                <a:solidFill>
                  <a:srgbClr val="000000"/>
                </a:solidFill>
                <a:latin typeface="华文中宋" panose="02010600040101010101" pitchFamily="2" charset="-122"/>
                <a:ea typeface="华文中宋" panose="02010600040101010101" pitchFamily="2" charset="-122"/>
              </a:rPr>
              <a:t>提出。</a:t>
            </a:r>
            <a:r>
              <a:rPr lang="zh-CN" altLang="zh-CN" sz="2400" dirty="0">
                <a:solidFill>
                  <a:srgbClr val="000000"/>
                </a:solidFill>
                <a:latin typeface="华文中宋" panose="02010600040101010101" pitchFamily="2" charset="-122"/>
                <a:ea typeface="华文中宋" panose="02010600040101010101" pitchFamily="2" charset="-122"/>
              </a:rPr>
              <a:t>单纯从名称上来看，灰盒测试是介于黑盒测试与白盒测试之间的一种测试方式</a:t>
            </a:r>
            <a:r>
              <a:rPr lang="zh-CN" altLang="en-US" sz="2400" dirty="0">
                <a:solidFill>
                  <a:srgbClr val="000000"/>
                </a:solidFill>
                <a:latin typeface="华文中宋" panose="02010600040101010101" pitchFamily="2" charset="-122"/>
                <a:ea typeface="华文中宋" panose="02010600040101010101" pitchFamily="2" charset="-122"/>
              </a:rPr>
              <a:t>。</a:t>
            </a:r>
            <a:endParaRPr lang="en-US" altLang="zh-CN" sz="2400" dirty="0">
              <a:solidFill>
                <a:srgbClr val="000000"/>
              </a:solidFill>
              <a:latin typeface="华文中宋" panose="02010600040101010101" pitchFamily="2" charset="-122"/>
              <a:ea typeface="华文中宋" panose="02010600040101010101" pitchFamily="2" charset="-122"/>
            </a:endParaRPr>
          </a:p>
          <a:p>
            <a:pPr marL="342900" lvl="0" indent="-342900" algn="l" eaLnBrk="1" hangingPunct="1">
              <a:lnSpc>
                <a:spcPct val="100000"/>
              </a:lnSpc>
              <a:buClr>
                <a:srgbClr val="2F2F2F"/>
              </a:buClr>
              <a:buSzPct val="50000"/>
              <a:buFont typeface="Wingdings 2" panose="05020102010507070707" pitchFamily="18" charset="2"/>
              <a:buChar char="ß"/>
            </a:pPr>
            <a:r>
              <a:rPr lang="zh-CN" altLang="en-US" sz="2400" dirty="0">
                <a:solidFill>
                  <a:srgbClr val="000000"/>
                </a:solidFill>
                <a:latin typeface="华文中宋" panose="02010600040101010101" pitchFamily="2" charset="-122"/>
                <a:ea typeface="华文中宋" panose="02010600040101010101" pitchFamily="2" charset="-122"/>
              </a:rPr>
              <a:t>灰盒测试不像白盒那样详细、完整，但又比黑盒测试更关注程序的内部逻辑，常常是通过一些表征性的现象、事件、标志来判断内部的运行状态。</a:t>
            </a:r>
            <a:endParaRPr lang="en-US" altLang="zh-CN" sz="2400" dirty="0">
              <a:solidFill>
                <a:srgbClr val="000000"/>
              </a:solidFill>
              <a:latin typeface="华文中宋" panose="02010600040101010101" pitchFamily="2" charset="-122"/>
              <a:ea typeface="华文中宋" panose="02010600040101010101" pitchFamily="2" charset="-122"/>
            </a:endParaRPr>
          </a:p>
          <a:p>
            <a:pPr marL="342900" lvl="0" indent="-342900" algn="l" eaLnBrk="1" hangingPunct="1">
              <a:lnSpc>
                <a:spcPct val="100000"/>
              </a:lnSpc>
              <a:buClr>
                <a:srgbClr val="2F2F2F"/>
              </a:buClr>
              <a:buSzPct val="50000"/>
              <a:buFont typeface="Wingdings 2" panose="05020102010507070707" pitchFamily="18" charset="2"/>
              <a:buChar char="ß"/>
            </a:pPr>
            <a:r>
              <a:rPr lang="zh-CN" altLang="en-US" sz="2400" dirty="0">
                <a:solidFill>
                  <a:srgbClr val="000000"/>
                </a:solidFill>
                <a:latin typeface="华文中宋" panose="02010600040101010101" pitchFamily="2" charset="-122"/>
                <a:ea typeface="华文中宋" panose="02010600040101010101" pitchFamily="2" charset="-122"/>
              </a:rPr>
              <a:t>灰盒测试多用于集成测试阶段，不仅关注输出、输入的正确性，同时也关注程序内部的情况。</a:t>
            </a:r>
            <a:endParaRPr lang="en-US" altLang="zh-CN" sz="2400" dirty="0">
              <a:solidFill>
                <a:srgbClr val="000000"/>
              </a:solidFill>
              <a:latin typeface="华文中宋" panose="02010600040101010101" pitchFamily="2" charset="-122"/>
              <a:ea typeface="华文中宋" panose="02010600040101010101" pitchFamily="2" charset="-122"/>
            </a:endParaRPr>
          </a:p>
        </p:txBody>
      </p:sp>
    </p:spTree>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灰盒测试</a:t>
            </a:r>
            <a:endParaRPr kumimoji="0" lang="zh-CN" altLang="en-US" sz="2800" b="1" i="0" u="none" strike="noStrike" kern="0" cap="none" spc="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endParaRPr>
          </a:p>
        </p:txBody>
      </p:sp>
      <p:sp>
        <p:nvSpPr>
          <p:cNvPr id="36867"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43012" name="Rectangle 2"/>
          <p:cNvSpPr txBox="1">
            <a:spLocks noChangeArrowheads="1"/>
          </p:cNvSpPr>
          <p:nvPr/>
        </p:nvSpPr>
        <p:spPr bwMode="auto">
          <a:xfrm>
            <a:off x="528638" y="979488"/>
            <a:ext cx="8229600" cy="1143000"/>
          </a:xfrm>
          <a:prstGeom prst="rect">
            <a:avLst/>
          </a:prstGeom>
          <a:noFill/>
          <a:ln>
            <a:noFill/>
          </a:ln>
        </p:spPr>
        <p:txBody>
          <a:bodyPr anchor="ctr"/>
          <a:lstStyle>
            <a:lvl1pPr algn="just">
              <a:lnSpc>
                <a:spcPct val="140000"/>
              </a:lnSpc>
              <a:spcBef>
                <a:spcPct val="20000"/>
              </a:spcBef>
              <a:buClr>
                <a:schemeClr val="accent2"/>
              </a:buClr>
              <a:buSzPct val="7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1pPr>
            <a:lvl2pPr marL="671830" indent="-285750" algn="just">
              <a:lnSpc>
                <a:spcPct val="140000"/>
              </a:lnSpc>
              <a:spcBef>
                <a:spcPct val="20000"/>
              </a:spcBef>
              <a:buClr>
                <a:schemeClr val="accent2"/>
              </a:buClr>
              <a:buSzPct val="70000"/>
              <a:buFont typeface="Wingdings" panose="05000000000000000000" pitchFamily="2" charset="2"/>
              <a:buChar char="è"/>
              <a:defRPr>
                <a:solidFill>
                  <a:schemeClr val="tx1"/>
                </a:solidFill>
                <a:latin typeface="Arial" panose="020B0604020202020204" pitchFamily="34" charset="0"/>
                <a:ea typeface="宋体" panose="02010600030101010101" pitchFamily="2" charset="-122"/>
              </a:defRPr>
            </a:lvl2pPr>
            <a:lvl3pPr marL="1090930" indent="-228600" algn="just">
              <a:lnSpc>
                <a:spcPct val="140000"/>
              </a:lnSpc>
              <a:spcBef>
                <a:spcPct val="20000"/>
              </a:spcBef>
              <a:buClr>
                <a:schemeClr val="accent2"/>
              </a:buClr>
              <a:buFont typeface="Wingdings" panose="05000000000000000000" pitchFamily="2" charset="2"/>
              <a:buChar char="Ø"/>
              <a:defRPr sz="1600">
                <a:solidFill>
                  <a:schemeClr val="tx1"/>
                </a:solidFill>
                <a:latin typeface="Arial" panose="020B0604020202020204" pitchFamily="34" charset="0"/>
                <a:ea typeface="宋体" panose="02010600030101010101" pitchFamily="2" charset="-122"/>
              </a:defRPr>
            </a:lvl3pPr>
            <a:lvl4pPr marL="1510030" indent="-228600" algn="just">
              <a:lnSpc>
                <a:spcPct val="140000"/>
              </a:lnSpc>
              <a:spcBef>
                <a:spcPct val="20000"/>
              </a:spcBef>
              <a:buChar char="–"/>
              <a:defRPr sz="1400">
                <a:solidFill>
                  <a:schemeClr val="tx1"/>
                </a:solidFill>
                <a:latin typeface="Arial" panose="020B0604020202020204" pitchFamily="34" charset="0"/>
                <a:ea typeface="宋体" panose="02010600030101010101" pitchFamily="2" charset="-122"/>
              </a:defRPr>
            </a:lvl4pPr>
            <a:lvl5pPr marL="1929130" indent="-228600" algn="just">
              <a:lnSpc>
                <a:spcPct val="140000"/>
              </a:lnSpc>
              <a:spcBef>
                <a:spcPct val="20000"/>
              </a:spcBef>
              <a:buChar char="»"/>
              <a:defRPr sz="1200">
                <a:solidFill>
                  <a:schemeClr val="tx1"/>
                </a:solidFill>
                <a:latin typeface="Arial" panose="020B0604020202020204" pitchFamily="34" charset="0"/>
                <a:ea typeface="宋体" panose="02010600030101010101" pitchFamily="2" charset="-122"/>
              </a:defRPr>
            </a:lvl5pPr>
            <a:lvl6pPr marL="238633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6pPr>
            <a:lvl7pPr marL="284353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7pPr>
            <a:lvl8pPr marL="330073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8pPr>
            <a:lvl9pPr marL="375793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dirty="0" smtClean="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灰</a:t>
            </a:r>
            <a:r>
              <a:rPr kumimoji="1" lang="zh-CN" altLang="en-US" sz="28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盒测试的定义</a:t>
            </a:r>
            <a:endParaRPr kumimoji="1" lang="zh-CN" altLang="en-US" sz="28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p:txBody>
      </p:sp>
      <p:sp>
        <p:nvSpPr>
          <p:cNvPr id="7" name="Rectangle 3"/>
          <p:cNvSpPr txBox="1">
            <a:spLocks noChangeArrowheads="1"/>
          </p:cNvSpPr>
          <p:nvPr/>
        </p:nvSpPr>
        <p:spPr bwMode="auto">
          <a:xfrm>
            <a:off x="909638" y="2020888"/>
            <a:ext cx="7467600" cy="4464050"/>
          </a:xfrm>
          <a:prstGeom prst="rect">
            <a:avLst/>
          </a:prstGeom>
          <a:noFill/>
          <a:ln>
            <a:noFill/>
          </a:ln>
        </p:spPr>
        <p:txBody>
          <a:bodyPr>
            <a:norm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kern="1200">
                <a:solidFill>
                  <a:schemeClr val="tx1"/>
                </a:solidFill>
                <a:latin typeface="+mn-lt"/>
                <a:ea typeface="+mn-ea"/>
                <a:cs typeface="+mn-cs"/>
              </a:defRPr>
            </a:lvl5pPr>
            <a:lvl6pPr marL="25146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9pPr>
          </a:lstStyle>
          <a:p>
            <a:pPr marL="342900" marR="0" lvl="0" indent="-342900" algn="l" defTabSz="914400" rtl="0" eaLnBrk="1" fontAlgn="auto" latinLnBrk="0" hangingPunct="1">
              <a:lnSpc>
                <a:spcPct val="100000"/>
              </a:lnSpc>
              <a:spcBef>
                <a:spcPct val="20000"/>
              </a:spcBef>
              <a:spcAft>
                <a:spcPts val="0"/>
              </a:spcAft>
              <a:buClr>
                <a:srgbClr val="2F2F2F"/>
              </a:buClr>
              <a:buSzPct val="50000"/>
              <a:buFont typeface="Wingdings 2" panose="05020102010507070707"/>
              <a:buChar char="ß"/>
              <a:defRPr/>
            </a:pPr>
            <a:r>
              <a:rPr kumimoji="1" lang="zh-CN" altLang="zh-CN"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灰盒测试与黑盒测试的区别</a:t>
            </a:r>
            <a:endParaRPr kumimoji="1" lang="zh-CN" altLang="zh-CN"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a:p>
            <a:pPr marL="0" marR="0" lvl="0" indent="0" algn="l" defTabSz="914400" rtl="0" eaLnBrk="1" fontAlgn="auto" latinLnBrk="0" hangingPunct="1">
              <a:lnSpc>
                <a:spcPct val="150000"/>
              </a:lnSpc>
              <a:spcBef>
                <a:spcPct val="20000"/>
              </a:spcBef>
              <a:spcAft>
                <a:spcPts val="0"/>
              </a:spcAft>
              <a:buClr>
                <a:srgbClr val="2F2F2F"/>
              </a:buClr>
              <a:buSzPct val="50000"/>
              <a:buFont typeface="Arial" panose="020B0604020202020204" pitchFamily="34" charset="0"/>
              <a:buNone/>
              <a:defRPr/>
            </a:pPr>
            <a:r>
              <a:rPr kumimoji="1" lang="zh-CN" altLang="zh-CN"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如果某软件包含多个模块，当使用黑盒测试时，只要关心整个软件系统的边界，无需关心软件系统内部各个模块之间如何协作。而</a:t>
            </a:r>
            <a:r>
              <a:rPr kumimoji="1" lang="zh-CN" altLang="zh-CN" sz="2400" b="0"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如果使用灰盒测试，就需要关心模块与模块之间的交互</a:t>
            </a:r>
            <a:r>
              <a:rPr kumimoji="1" lang="zh-CN" altLang="zh-CN"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。这是灰盒测试与黑盒测试的区别。</a:t>
            </a:r>
            <a:endParaRPr kumimoji="1" lang="zh-CN" altLang="zh-CN"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p:txBody>
      </p:sp>
    </p:spTree>
  </p:cSld>
  <p:clrMapOvr>
    <a:masterClrMapping/>
  </p:clrMapOvr>
  <p:transition spd="med">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灰盒测试</a:t>
            </a:r>
            <a:endParaRPr kumimoji="0" lang="zh-CN" altLang="en-US" sz="2800" b="1" i="0" u="none" strike="noStrike" kern="0" cap="none" spc="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endParaRPr>
          </a:p>
        </p:txBody>
      </p:sp>
      <p:sp>
        <p:nvSpPr>
          <p:cNvPr id="37891"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44036" name="Rectangle 2"/>
          <p:cNvSpPr txBox="1">
            <a:spLocks noChangeArrowheads="1"/>
          </p:cNvSpPr>
          <p:nvPr/>
        </p:nvSpPr>
        <p:spPr bwMode="auto">
          <a:xfrm>
            <a:off x="528638" y="973138"/>
            <a:ext cx="8229600" cy="1143000"/>
          </a:xfrm>
          <a:prstGeom prst="rect">
            <a:avLst/>
          </a:prstGeom>
          <a:noFill/>
          <a:ln>
            <a:noFill/>
          </a:ln>
        </p:spPr>
        <p:txBody>
          <a:bodyPr anchor="ctr"/>
          <a:lstStyle>
            <a:lvl1pPr algn="just">
              <a:lnSpc>
                <a:spcPct val="140000"/>
              </a:lnSpc>
              <a:spcBef>
                <a:spcPct val="20000"/>
              </a:spcBef>
              <a:buClr>
                <a:schemeClr val="accent2"/>
              </a:buClr>
              <a:buSzPct val="7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1pPr>
            <a:lvl2pPr marL="671830" indent="-285750" algn="just">
              <a:lnSpc>
                <a:spcPct val="140000"/>
              </a:lnSpc>
              <a:spcBef>
                <a:spcPct val="20000"/>
              </a:spcBef>
              <a:buClr>
                <a:schemeClr val="accent2"/>
              </a:buClr>
              <a:buSzPct val="70000"/>
              <a:buFont typeface="Wingdings" panose="05000000000000000000" pitchFamily="2" charset="2"/>
              <a:buChar char="è"/>
              <a:defRPr>
                <a:solidFill>
                  <a:schemeClr val="tx1"/>
                </a:solidFill>
                <a:latin typeface="Arial" panose="020B0604020202020204" pitchFamily="34" charset="0"/>
                <a:ea typeface="宋体" panose="02010600030101010101" pitchFamily="2" charset="-122"/>
              </a:defRPr>
            </a:lvl2pPr>
            <a:lvl3pPr marL="1090930" indent="-228600" algn="just">
              <a:lnSpc>
                <a:spcPct val="140000"/>
              </a:lnSpc>
              <a:spcBef>
                <a:spcPct val="20000"/>
              </a:spcBef>
              <a:buClr>
                <a:schemeClr val="accent2"/>
              </a:buClr>
              <a:buFont typeface="Wingdings" panose="05000000000000000000" pitchFamily="2" charset="2"/>
              <a:buChar char="Ø"/>
              <a:defRPr sz="1600">
                <a:solidFill>
                  <a:schemeClr val="tx1"/>
                </a:solidFill>
                <a:latin typeface="Arial" panose="020B0604020202020204" pitchFamily="34" charset="0"/>
                <a:ea typeface="宋体" panose="02010600030101010101" pitchFamily="2" charset="-122"/>
              </a:defRPr>
            </a:lvl3pPr>
            <a:lvl4pPr marL="1510030" indent="-228600" algn="just">
              <a:lnSpc>
                <a:spcPct val="140000"/>
              </a:lnSpc>
              <a:spcBef>
                <a:spcPct val="20000"/>
              </a:spcBef>
              <a:buChar char="–"/>
              <a:defRPr sz="1400">
                <a:solidFill>
                  <a:schemeClr val="tx1"/>
                </a:solidFill>
                <a:latin typeface="Arial" panose="020B0604020202020204" pitchFamily="34" charset="0"/>
                <a:ea typeface="宋体" panose="02010600030101010101" pitchFamily="2" charset="-122"/>
              </a:defRPr>
            </a:lvl4pPr>
            <a:lvl5pPr marL="1929130" indent="-228600" algn="just">
              <a:lnSpc>
                <a:spcPct val="140000"/>
              </a:lnSpc>
              <a:spcBef>
                <a:spcPct val="20000"/>
              </a:spcBef>
              <a:buChar char="»"/>
              <a:defRPr sz="1200">
                <a:solidFill>
                  <a:schemeClr val="tx1"/>
                </a:solidFill>
                <a:latin typeface="Arial" panose="020B0604020202020204" pitchFamily="34" charset="0"/>
                <a:ea typeface="宋体" panose="02010600030101010101" pitchFamily="2" charset="-122"/>
              </a:defRPr>
            </a:lvl5pPr>
            <a:lvl6pPr marL="238633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6pPr>
            <a:lvl7pPr marL="284353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7pPr>
            <a:lvl8pPr marL="330073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8pPr>
            <a:lvl9pPr marL="375793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dirty="0" smtClean="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灰</a:t>
            </a:r>
            <a:r>
              <a:rPr kumimoji="1" lang="zh-CN" altLang="en-US" sz="28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盒测试的定义</a:t>
            </a:r>
            <a:endParaRPr kumimoji="1" lang="zh-CN" altLang="en-US" sz="28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p:txBody>
      </p:sp>
      <p:sp>
        <p:nvSpPr>
          <p:cNvPr id="8" name="Rectangle 3"/>
          <p:cNvSpPr txBox="1">
            <a:spLocks noChangeArrowheads="1"/>
          </p:cNvSpPr>
          <p:nvPr/>
        </p:nvSpPr>
        <p:spPr bwMode="auto">
          <a:xfrm>
            <a:off x="755650" y="2143125"/>
            <a:ext cx="7467600" cy="2979738"/>
          </a:xfrm>
          <a:prstGeom prst="rect">
            <a:avLst/>
          </a:prstGeom>
          <a:noFill/>
          <a:ln>
            <a:noFill/>
          </a:ln>
        </p:spPr>
        <p:txBody>
          <a:bodyPr>
            <a:norm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kern="1200">
                <a:solidFill>
                  <a:schemeClr val="tx1"/>
                </a:solidFill>
                <a:latin typeface="+mn-lt"/>
                <a:ea typeface="+mn-ea"/>
                <a:cs typeface="+mn-cs"/>
              </a:defRPr>
            </a:lvl5pPr>
            <a:lvl6pPr marL="25146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9pPr>
          </a:lstStyle>
          <a:p>
            <a:pPr marL="342900" marR="0" lvl="0" indent="-342900" algn="l" defTabSz="914400" rtl="0" eaLnBrk="1" fontAlgn="auto" latinLnBrk="0" hangingPunct="1">
              <a:lnSpc>
                <a:spcPct val="150000"/>
              </a:lnSpc>
              <a:spcBef>
                <a:spcPct val="20000"/>
              </a:spcBef>
              <a:spcAft>
                <a:spcPts val="0"/>
              </a:spcAft>
              <a:buClr>
                <a:srgbClr val="2F2F2F"/>
              </a:buClr>
              <a:buSzPct val="50000"/>
              <a:buFont typeface="Wingdings 2" panose="05020102010507070707"/>
              <a:buChar char="ß"/>
              <a:defRPr/>
            </a:pPr>
            <a:r>
              <a:rPr kumimoji="1" lang="zh-CN" altLang="zh-CN"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灰盒测试与白盒测试的区别</a:t>
            </a:r>
            <a:endParaRPr kumimoji="1" lang="zh-CN" altLang="zh-CN"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a:p>
            <a:pPr marL="0" marR="0" lvl="0" indent="0" algn="l" defTabSz="914400" rtl="0" eaLnBrk="1" fontAlgn="auto" latinLnBrk="0" hangingPunct="1">
              <a:lnSpc>
                <a:spcPct val="150000"/>
              </a:lnSpc>
              <a:spcBef>
                <a:spcPct val="20000"/>
              </a:spcBef>
              <a:spcAft>
                <a:spcPts val="0"/>
              </a:spcAft>
              <a:buClr>
                <a:srgbClr val="2F2F2F"/>
              </a:buClr>
              <a:buSzPct val="50000"/>
              <a:buFont typeface="Arial" panose="020B0604020202020204" pitchFamily="34" charset="0"/>
              <a:buNone/>
              <a:defRPr/>
            </a:pPr>
            <a:r>
              <a:rPr kumimoji="1" lang="zh-CN" altLang="zh-CN"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　　在灰盒测试中，无需关心模块内部的实现细节。对于软件系统的</a:t>
            </a:r>
            <a:r>
              <a:rPr kumimoji="1" lang="zh-CN" altLang="zh-CN" sz="2400" b="0" i="0" u="none" strike="noStrike" kern="1200" cap="none" spc="0" normalizeH="0" baseline="0" noProof="0" dirty="0" smtClean="0">
                <a:ln>
                  <a:noFill/>
                </a:ln>
                <a:solidFill>
                  <a:srgbClr val="000000"/>
                </a:solidFill>
                <a:effectLst/>
                <a:uLnTx/>
                <a:uFillTx/>
                <a:latin typeface="华文中宋" panose="02010600040101010101" pitchFamily="2" charset="-122"/>
                <a:ea typeface="华文中宋" panose="02010600040101010101" pitchFamily="2" charset="-122"/>
                <a:cs typeface="+mn-cs"/>
              </a:rPr>
              <a:t>内部模块</a:t>
            </a:r>
            <a:r>
              <a:rPr kumimoji="1" lang="zh-CN" altLang="zh-CN"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，灰盒测试依然把它当成一个黑盒来看待。而白盒测试还需要再深入地了解内部模块的实现细节。</a:t>
            </a:r>
            <a:endParaRPr kumimoji="1" lang="zh-CN" altLang="zh-CN"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p:txBody>
      </p:sp>
    </p:spTree>
  </p:cSld>
  <p:clrMapOvr>
    <a:masterClrMapping/>
  </p:clrMapOvr>
  <p:transition spd="med">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灰盒测试</a:t>
            </a:r>
            <a:endParaRPr kumimoji="0" lang="zh-CN" altLang="en-US" sz="2800" b="1" i="0" u="none" strike="noStrike" kern="0" cap="none" spc="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endParaRPr>
          </a:p>
        </p:txBody>
      </p:sp>
      <p:sp>
        <p:nvSpPr>
          <p:cNvPr id="38915"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8" name="Rectangle 3"/>
          <p:cNvSpPr txBox="1">
            <a:spLocks noChangeArrowheads="1"/>
          </p:cNvSpPr>
          <p:nvPr/>
        </p:nvSpPr>
        <p:spPr bwMode="auto">
          <a:xfrm>
            <a:off x="468313" y="1227138"/>
            <a:ext cx="8229600" cy="4873625"/>
          </a:xfrm>
          <a:prstGeom prst="rect">
            <a:avLst/>
          </a:prstGeom>
          <a:noFill/>
          <a:ln>
            <a:noFill/>
          </a:ln>
        </p:spPr>
        <p:txBody>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kern="1200">
                <a:solidFill>
                  <a:schemeClr val="tx1"/>
                </a:solidFill>
                <a:latin typeface="+mn-lt"/>
                <a:ea typeface="+mn-ea"/>
                <a:cs typeface="+mn-cs"/>
              </a:defRPr>
            </a:lvl5pPr>
            <a:lvl6pPr marL="25146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9pPr>
          </a:lstStyle>
          <a:p>
            <a:pPr marL="342900" marR="0" lvl="0" indent="-342900" algn="l" defTabSz="914400" rtl="0" eaLnBrk="1" fontAlgn="auto" latinLnBrk="0" hangingPunct="1">
              <a:lnSpc>
                <a:spcPct val="150000"/>
              </a:lnSpc>
              <a:spcBef>
                <a:spcPct val="20000"/>
              </a:spcBef>
              <a:spcAft>
                <a:spcPts val="0"/>
              </a:spcAft>
              <a:buClr>
                <a:schemeClr val="tx2"/>
              </a:buClr>
              <a:buSzPct val="50000"/>
              <a:buFont typeface="Wingdings 2" panose="05020102010507070707"/>
              <a:buChar char="ß"/>
              <a:defRPr/>
            </a:pPr>
            <a:r>
              <a:rPr kumimoji="1" lang="zh-CN" altLang="zh-CN"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灰盒测试与</a:t>
            </a:r>
            <a:r>
              <a:rPr kumimoji="1" lang="en-US" altLang="zh-CN" sz="2400" b="0" i="0" u="none" strike="noStrike" kern="1200" cap="none" spc="0" normalizeH="0" baseline="0" noProof="0" dirty="0" err="1">
                <a:ln>
                  <a:noFill/>
                </a:ln>
                <a:solidFill>
                  <a:srgbClr val="000000"/>
                </a:solidFill>
                <a:effectLst/>
                <a:uLnTx/>
                <a:uFillTx/>
                <a:latin typeface="华文中宋" panose="02010600040101010101" pitchFamily="2" charset="-122"/>
                <a:ea typeface="华文中宋" panose="02010600040101010101" pitchFamily="2" charset="-122"/>
                <a:cs typeface="+mn-cs"/>
              </a:rPr>
              <a:t>单元测试</a:t>
            </a:r>
            <a:r>
              <a:rPr kumimoji="1" lang="zh-CN" altLang="zh-CN"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的区别</a:t>
            </a:r>
            <a:endParaRPr kumimoji="1" lang="zh-CN" altLang="zh-CN"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a:p>
            <a:pPr marL="0" marR="0" lvl="0" indent="0" algn="l" defTabSz="914400" rtl="0" eaLnBrk="1" fontAlgn="auto" latinLnBrk="0" hangingPunct="1">
              <a:lnSpc>
                <a:spcPct val="150000"/>
              </a:lnSpc>
              <a:spcBef>
                <a:spcPct val="20000"/>
              </a:spcBef>
              <a:spcAft>
                <a:spcPts val="0"/>
              </a:spcAft>
              <a:buClr>
                <a:schemeClr val="tx2"/>
              </a:buClr>
              <a:buSzPct val="50000"/>
              <a:buFont typeface="Arial" panose="020B0604020202020204" pitchFamily="34" charset="0"/>
              <a:buNone/>
              <a:defRPr/>
            </a:pPr>
            <a:r>
              <a:rPr kumimoji="1" lang="zh-CN" altLang="zh-CN"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　　首先，在进行单元测试时，需要写一些测试代码（</a:t>
            </a:r>
            <a:r>
              <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即</a:t>
            </a:r>
            <a:r>
              <a:rPr kumimoji="1" lang="en-US" altLang="zh-CN"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a:t>
            </a:r>
            <a:r>
              <a:rPr kumimoji="1" lang="zh-CN" altLang="zh-CN"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桩代码</a:t>
            </a:r>
            <a:r>
              <a:rPr kumimoji="1" lang="en-US" altLang="zh-CN"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”stub</a:t>
            </a:r>
            <a:r>
              <a:rPr kumimoji="1" lang="zh-CN" altLang="zh-CN"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）。通常测试代码和被测试代码通常是同种语言（比如</a:t>
            </a:r>
            <a:r>
              <a:rPr kumimoji="1" lang="en-US" altLang="zh-CN"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Java</a:t>
            </a:r>
            <a:r>
              <a:rPr kumimoji="1" lang="zh-CN" altLang="zh-CN"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的单元测试通常也用</a:t>
            </a:r>
            <a:r>
              <a:rPr kumimoji="1" lang="en-US" altLang="zh-CN"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Java</a:t>
            </a:r>
            <a:r>
              <a:rPr kumimoji="1" lang="zh-CN" altLang="zh-CN"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来写），且测试代码和被测试代码的耦合很紧密。因此，单元测试通常由开发人员来完成的，测试人员的能力未必能胜任。</a:t>
            </a:r>
            <a:endParaRPr kumimoji="1" lang="zh-CN" altLang="zh-CN"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a:p>
            <a:pPr marL="0" marR="0" lvl="0" indent="0" algn="l" defTabSz="914400" rtl="0" eaLnBrk="1" fontAlgn="auto" latinLnBrk="0" hangingPunct="1">
              <a:lnSpc>
                <a:spcPct val="150000"/>
              </a:lnSpc>
              <a:spcBef>
                <a:spcPct val="20000"/>
              </a:spcBef>
              <a:spcAft>
                <a:spcPts val="0"/>
              </a:spcAft>
              <a:buClr>
                <a:schemeClr val="tx2"/>
              </a:buClr>
              <a:buSzPct val="50000"/>
              <a:buFont typeface="Arial" panose="020B0604020202020204" pitchFamily="34" charset="0"/>
              <a:buNone/>
              <a:defRPr/>
            </a:pPr>
            <a:r>
              <a:rPr kumimoji="1" lang="zh-CN" altLang="zh-CN"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　　其次，单元测试的颗粒度会更细（会细到类一级、函数一级），而灰盒测试仅仅到模块一级。</a:t>
            </a:r>
            <a:endParaRPr kumimoji="1" lang="zh-CN" altLang="zh-CN"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p:txBody>
      </p:sp>
    </p:spTree>
  </p:cSld>
  <p:clrMapOvr>
    <a:masterClrMapping/>
  </p:clrMapOvr>
  <p:transition spd="med">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灰盒测试</a:t>
            </a:r>
            <a:endParaRPr kumimoji="0" lang="zh-CN" altLang="en-US" sz="2800" b="1" i="0" u="none" strike="noStrike" kern="0" cap="none" spc="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endParaRPr>
          </a:p>
        </p:txBody>
      </p:sp>
      <p:sp>
        <p:nvSpPr>
          <p:cNvPr id="39939"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46084" name="Rectangle 2"/>
          <p:cNvSpPr txBox="1">
            <a:spLocks noChangeArrowheads="1"/>
          </p:cNvSpPr>
          <p:nvPr/>
        </p:nvSpPr>
        <p:spPr bwMode="auto">
          <a:xfrm>
            <a:off x="542925" y="984250"/>
            <a:ext cx="7772400" cy="874713"/>
          </a:xfrm>
          <a:prstGeom prst="rect">
            <a:avLst/>
          </a:prstGeom>
          <a:noFill/>
          <a:ln>
            <a:noFill/>
          </a:ln>
        </p:spPr>
        <p:txBody>
          <a:bodyPr anchor="ctr"/>
          <a:lstStyle>
            <a:lvl1pPr algn="just">
              <a:lnSpc>
                <a:spcPct val="140000"/>
              </a:lnSpc>
              <a:spcBef>
                <a:spcPct val="20000"/>
              </a:spcBef>
              <a:buClr>
                <a:schemeClr val="accent2"/>
              </a:buClr>
              <a:buSzPct val="7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1pPr>
            <a:lvl2pPr marL="671830" indent="-285750" algn="just">
              <a:lnSpc>
                <a:spcPct val="140000"/>
              </a:lnSpc>
              <a:spcBef>
                <a:spcPct val="20000"/>
              </a:spcBef>
              <a:buClr>
                <a:schemeClr val="accent2"/>
              </a:buClr>
              <a:buSzPct val="70000"/>
              <a:buFont typeface="Wingdings" panose="05000000000000000000" pitchFamily="2" charset="2"/>
              <a:buChar char="è"/>
              <a:defRPr>
                <a:solidFill>
                  <a:schemeClr val="tx1"/>
                </a:solidFill>
                <a:latin typeface="Arial" panose="020B0604020202020204" pitchFamily="34" charset="0"/>
                <a:ea typeface="宋体" panose="02010600030101010101" pitchFamily="2" charset="-122"/>
              </a:defRPr>
            </a:lvl2pPr>
            <a:lvl3pPr marL="1090930" indent="-228600" algn="just">
              <a:lnSpc>
                <a:spcPct val="140000"/>
              </a:lnSpc>
              <a:spcBef>
                <a:spcPct val="20000"/>
              </a:spcBef>
              <a:buClr>
                <a:schemeClr val="accent2"/>
              </a:buClr>
              <a:buFont typeface="Wingdings" panose="05000000000000000000" pitchFamily="2" charset="2"/>
              <a:buChar char="Ø"/>
              <a:defRPr sz="1600">
                <a:solidFill>
                  <a:schemeClr val="tx1"/>
                </a:solidFill>
                <a:latin typeface="Arial" panose="020B0604020202020204" pitchFamily="34" charset="0"/>
                <a:ea typeface="宋体" panose="02010600030101010101" pitchFamily="2" charset="-122"/>
              </a:defRPr>
            </a:lvl3pPr>
            <a:lvl4pPr marL="1510030" indent="-228600" algn="just">
              <a:lnSpc>
                <a:spcPct val="140000"/>
              </a:lnSpc>
              <a:spcBef>
                <a:spcPct val="20000"/>
              </a:spcBef>
              <a:buChar char="–"/>
              <a:defRPr sz="1400">
                <a:solidFill>
                  <a:schemeClr val="tx1"/>
                </a:solidFill>
                <a:latin typeface="Arial" panose="020B0604020202020204" pitchFamily="34" charset="0"/>
                <a:ea typeface="宋体" panose="02010600030101010101" pitchFamily="2" charset="-122"/>
              </a:defRPr>
            </a:lvl4pPr>
            <a:lvl5pPr marL="1929130" indent="-228600" algn="just">
              <a:lnSpc>
                <a:spcPct val="140000"/>
              </a:lnSpc>
              <a:spcBef>
                <a:spcPct val="20000"/>
              </a:spcBef>
              <a:buChar char="»"/>
              <a:defRPr sz="1200">
                <a:solidFill>
                  <a:schemeClr val="tx1"/>
                </a:solidFill>
                <a:latin typeface="Arial" panose="020B0604020202020204" pitchFamily="34" charset="0"/>
                <a:ea typeface="宋体" panose="02010600030101010101" pitchFamily="2" charset="-122"/>
              </a:defRPr>
            </a:lvl5pPr>
            <a:lvl6pPr marL="238633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6pPr>
            <a:lvl7pPr marL="284353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7pPr>
            <a:lvl8pPr marL="330073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8pPr>
            <a:lvl9pPr marL="375793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dirty="0" smtClean="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灰</a:t>
            </a:r>
            <a:r>
              <a:rPr kumimoji="1" lang="zh-CN" altLang="en-US" sz="28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盒测试的优缺点</a:t>
            </a:r>
            <a:endParaRPr kumimoji="1" lang="zh-CN" altLang="en-US" sz="28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p:txBody>
      </p:sp>
      <p:sp>
        <p:nvSpPr>
          <p:cNvPr id="39941" name="Rectangle 3"/>
          <p:cNvSpPr txBox="1"/>
          <p:nvPr/>
        </p:nvSpPr>
        <p:spPr>
          <a:xfrm>
            <a:off x="847725" y="1868488"/>
            <a:ext cx="7467600" cy="4873625"/>
          </a:xfrm>
          <a:prstGeom prst="rect">
            <a:avLst/>
          </a:prstGeom>
          <a:noFill/>
          <a:ln w="9525">
            <a:noFill/>
          </a:ln>
        </p:spPr>
        <p:txBody>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ts val="3200"/>
              </a:lnSpc>
              <a:buClr>
                <a:srgbClr val="2F2F2F"/>
              </a:buClr>
              <a:buSzPct val="50000"/>
              <a:buFont typeface="Arial" panose="020B0604020202020204" pitchFamily="34" charset="0"/>
              <a:buNone/>
            </a:pPr>
            <a:r>
              <a:rPr lang="zh-CN" altLang="en-US" sz="2400" dirty="0">
                <a:solidFill>
                  <a:srgbClr val="000000"/>
                </a:solidFill>
                <a:latin typeface="华文中宋" panose="02010600040101010101" pitchFamily="2" charset="-122"/>
                <a:ea typeface="华文中宋" panose="02010600040101010101" pitchFamily="2" charset="-122"/>
              </a:rPr>
              <a:t>优点：</a:t>
            </a:r>
            <a:endParaRPr lang="zh-CN" altLang="zh-CN" sz="2400" dirty="0">
              <a:solidFill>
                <a:srgbClr val="000000"/>
              </a:solidFill>
              <a:latin typeface="华文中宋" panose="02010600040101010101" pitchFamily="2" charset="-122"/>
              <a:ea typeface="华文中宋" panose="02010600040101010101" pitchFamily="2" charset="-122"/>
            </a:endParaRPr>
          </a:p>
          <a:p>
            <a:pPr marL="0" lvl="0" indent="0" algn="l" eaLnBrk="1" hangingPunct="1">
              <a:lnSpc>
                <a:spcPts val="3200"/>
              </a:lnSpc>
              <a:buClr>
                <a:srgbClr val="2F2F2F"/>
              </a:buClr>
              <a:buSzPct val="50000"/>
              <a:buFont typeface="Wingdings 2" panose="05020102010507070707" pitchFamily="18" charset="2"/>
              <a:buNone/>
            </a:pPr>
            <a:r>
              <a:rPr lang="en-US" altLang="zh-CN" sz="2400" dirty="0">
                <a:solidFill>
                  <a:srgbClr val="000000"/>
                </a:solidFill>
                <a:latin typeface="华文中宋" panose="02010600040101010101" pitchFamily="2" charset="-122"/>
                <a:ea typeface="华文中宋" panose="02010600040101010101" pitchFamily="2" charset="-122"/>
              </a:rPr>
              <a:t>1</a:t>
            </a:r>
            <a:r>
              <a:rPr lang="zh-CN" altLang="zh-CN" sz="2400" dirty="0">
                <a:solidFill>
                  <a:srgbClr val="000000"/>
                </a:solidFill>
                <a:latin typeface="华文中宋" panose="02010600040101010101" pitchFamily="2" charset="-122"/>
                <a:ea typeface="华文中宋" panose="02010600040101010101" pitchFamily="2" charset="-122"/>
              </a:rPr>
              <a:t>、能够进行基于需求的覆盖测试和基于程序路径覆盖的测试；</a:t>
            </a:r>
            <a:endParaRPr lang="zh-CN" altLang="zh-CN" sz="2400" dirty="0">
              <a:solidFill>
                <a:srgbClr val="000000"/>
              </a:solidFill>
              <a:latin typeface="华文中宋" panose="02010600040101010101" pitchFamily="2" charset="-122"/>
              <a:ea typeface="华文中宋" panose="02010600040101010101" pitchFamily="2" charset="-122"/>
            </a:endParaRPr>
          </a:p>
          <a:p>
            <a:pPr marL="0" lvl="0" indent="0" algn="l" eaLnBrk="1" hangingPunct="1">
              <a:lnSpc>
                <a:spcPts val="3200"/>
              </a:lnSpc>
              <a:buClr>
                <a:srgbClr val="2F2F2F"/>
              </a:buClr>
              <a:buSzPct val="50000"/>
              <a:buFont typeface="Wingdings 2" panose="05020102010507070707" pitchFamily="18" charset="2"/>
              <a:buNone/>
            </a:pPr>
            <a:r>
              <a:rPr lang="en-US" altLang="zh-CN" sz="2400" dirty="0">
                <a:solidFill>
                  <a:srgbClr val="000000"/>
                </a:solidFill>
                <a:latin typeface="华文中宋" panose="02010600040101010101" pitchFamily="2" charset="-122"/>
                <a:ea typeface="华文中宋" panose="02010600040101010101" pitchFamily="2" charset="-122"/>
              </a:rPr>
              <a:t>2</a:t>
            </a:r>
            <a:r>
              <a:rPr lang="zh-CN" altLang="zh-CN" sz="2400" dirty="0">
                <a:solidFill>
                  <a:srgbClr val="000000"/>
                </a:solidFill>
                <a:latin typeface="华文中宋" panose="02010600040101010101" pitchFamily="2" charset="-122"/>
                <a:ea typeface="华文中宋" panose="02010600040101010101" pitchFamily="2" charset="-122"/>
              </a:rPr>
              <a:t>、测试结果可以对应到程序内部路径，便于</a:t>
            </a:r>
            <a:r>
              <a:rPr lang="en-US" altLang="zh-CN" sz="2400" dirty="0">
                <a:solidFill>
                  <a:srgbClr val="000000"/>
                </a:solidFill>
                <a:latin typeface="华文中宋" panose="02010600040101010101" pitchFamily="2" charset="-122"/>
                <a:ea typeface="华文中宋" panose="02010600040101010101" pitchFamily="2" charset="-122"/>
              </a:rPr>
              <a:t>bug</a:t>
            </a:r>
            <a:r>
              <a:rPr lang="zh-CN" altLang="zh-CN" sz="2400" dirty="0">
                <a:solidFill>
                  <a:srgbClr val="000000"/>
                </a:solidFill>
                <a:latin typeface="华文中宋" panose="02010600040101010101" pitchFamily="2" charset="-122"/>
                <a:ea typeface="华文中宋" panose="02010600040101010101" pitchFamily="2" charset="-122"/>
              </a:rPr>
              <a:t>的定位、分析和解决；</a:t>
            </a:r>
            <a:endParaRPr lang="zh-CN" altLang="zh-CN" sz="2400" dirty="0">
              <a:solidFill>
                <a:srgbClr val="000000"/>
              </a:solidFill>
              <a:latin typeface="华文中宋" panose="02010600040101010101" pitchFamily="2" charset="-122"/>
              <a:ea typeface="华文中宋" panose="02010600040101010101" pitchFamily="2" charset="-122"/>
            </a:endParaRPr>
          </a:p>
          <a:p>
            <a:pPr marL="0" lvl="0" indent="0" algn="l" eaLnBrk="1" hangingPunct="1">
              <a:lnSpc>
                <a:spcPts val="3200"/>
              </a:lnSpc>
              <a:buClr>
                <a:srgbClr val="2F2F2F"/>
              </a:buClr>
              <a:buSzPct val="50000"/>
              <a:buFont typeface="Wingdings 2" panose="05020102010507070707" pitchFamily="18" charset="2"/>
              <a:buNone/>
            </a:pPr>
            <a:r>
              <a:rPr lang="en-US" altLang="zh-CN" sz="2400" dirty="0">
                <a:solidFill>
                  <a:srgbClr val="000000"/>
                </a:solidFill>
                <a:latin typeface="华文中宋" panose="02010600040101010101" pitchFamily="2" charset="-122"/>
                <a:ea typeface="华文中宋" panose="02010600040101010101" pitchFamily="2" charset="-122"/>
              </a:rPr>
              <a:t>3</a:t>
            </a:r>
            <a:r>
              <a:rPr lang="zh-CN" altLang="zh-CN" sz="2400" dirty="0">
                <a:solidFill>
                  <a:srgbClr val="000000"/>
                </a:solidFill>
                <a:latin typeface="华文中宋" panose="02010600040101010101" pitchFamily="2" charset="-122"/>
                <a:ea typeface="华文中宋" panose="02010600040101010101" pitchFamily="2" charset="-122"/>
              </a:rPr>
              <a:t>、能够保证设计的黑盒测试用例的完整性，防止遗漏软件的一些不常用的功能或功能组合；</a:t>
            </a:r>
            <a:endParaRPr lang="zh-CN" altLang="zh-CN" sz="2400" dirty="0">
              <a:solidFill>
                <a:srgbClr val="000000"/>
              </a:solidFill>
              <a:latin typeface="华文中宋" panose="02010600040101010101" pitchFamily="2" charset="-122"/>
              <a:ea typeface="华文中宋" panose="02010600040101010101" pitchFamily="2" charset="-122"/>
            </a:endParaRPr>
          </a:p>
          <a:p>
            <a:pPr marL="0" lvl="0" indent="0" algn="l" eaLnBrk="1" hangingPunct="1">
              <a:lnSpc>
                <a:spcPts val="3200"/>
              </a:lnSpc>
              <a:buClr>
                <a:srgbClr val="2F2F2F"/>
              </a:buClr>
              <a:buSzPct val="50000"/>
              <a:buFont typeface="Wingdings 2" panose="05020102010507070707" pitchFamily="18" charset="2"/>
              <a:buNone/>
            </a:pPr>
            <a:r>
              <a:rPr lang="en-US" altLang="zh-CN" sz="2400" dirty="0">
                <a:solidFill>
                  <a:srgbClr val="000000"/>
                </a:solidFill>
                <a:latin typeface="华文中宋" panose="02010600040101010101" pitchFamily="2" charset="-122"/>
                <a:ea typeface="华文中宋" panose="02010600040101010101" pitchFamily="2" charset="-122"/>
              </a:rPr>
              <a:t>4</a:t>
            </a:r>
            <a:r>
              <a:rPr lang="zh-CN" altLang="zh-CN" sz="2400" dirty="0">
                <a:solidFill>
                  <a:srgbClr val="000000"/>
                </a:solidFill>
                <a:latin typeface="华文中宋" panose="02010600040101010101" pitchFamily="2" charset="-122"/>
                <a:ea typeface="华文中宋" panose="02010600040101010101" pitchFamily="2" charset="-122"/>
              </a:rPr>
              <a:t>、能够</a:t>
            </a:r>
            <a:r>
              <a:rPr lang="zh-CN" altLang="en-US" sz="2400" dirty="0">
                <a:solidFill>
                  <a:srgbClr val="000000"/>
                </a:solidFill>
                <a:latin typeface="华文中宋" panose="02010600040101010101" pitchFamily="2" charset="-122"/>
                <a:ea typeface="华文中宋" panose="02010600040101010101" pitchFamily="2" charset="-122"/>
              </a:rPr>
              <a:t>降低</a:t>
            </a:r>
            <a:r>
              <a:rPr lang="zh-CN" altLang="zh-CN" sz="2400" dirty="0">
                <a:solidFill>
                  <a:srgbClr val="000000"/>
                </a:solidFill>
                <a:latin typeface="华文中宋" panose="02010600040101010101" pitchFamily="2" charset="-122"/>
                <a:ea typeface="华文中宋" panose="02010600040101010101" pitchFamily="2" charset="-122"/>
              </a:rPr>
              <a:t>需求或设计不详细或不完整对测试造成的影响。</a:t>
            </a:r>
            <a:endParaRPr lang="zh-CN" altLang="zh-CN" sz="2400" dirty="0">
              <a:solidFill>
                <a:srgbClr val="000000"/>
              </a:solidFill>
              <a:latin typeface="华文中宋" panose="02010600040101010101" pitchFamily="2" charset="-122"/>
              <a:ea typeface="华文中宋" panose="02010600040101010101" pitchFamily="2" charset="-122"/>
            </a:endParaRPr>
          </a:p>
        </p:txBody>
      </p:sp>
    </p:spTree>
  </p:cSld>
  <p:clrMapOvr>
    <a:masterClrMapping/>
  </p:clrMapOvr>
  <p:transition spd="med">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灰盒测试</a:t>
            </a:r>
            <a:endParaRPr kumimoji="0" lang="zh-CN" altLang="en-US" sz="2800" b="1" i="0" u="none" strike="noStrike" kern="0" cap="none" spc="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endParaRPr>
          </a:p>
        </p:txBody>
      </p:sp>
      <p:sp>
        <p:nvSpPr>
          <p:cNvPr id="40963"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47108" name="Rectangle 2"/>
          <p:cNvSpPr txBox="1">
            <a:spLocks noChangeArrowheads="1"/>
          </p:cNvSpPr>
          <p:nvPr/>
        </p:nvSpPr>
        <p:spPr bwMode="auto">
          <a:xfrm>
            <a:off x="652463" y="773113"/>
            <a:ext cx="7772400" cy="1143000"/>
          </a:xfrm>
          <a:prstGeom prst="rect">
            <a:avLst/>
          </a:prstGeom>
          <a:noFill/>
          <a:ln>
            <a:noFill/>
          </a:ln>
        </p:spPr>
        <p:txBody>
          <a:bodyPr anchor="ctr"/>
          <a:lstStyle>
            <a:lvl1pPr algn="just">
              <a:lnSpc>
                <a:spcPct val="140000"/>
              </a:lnSpc>
              <a:spcBef>
                <a:spcPct val="20000"/>
              </a:spcBef>
              <a:buClr>
                <a:schemeClr val="accent2"/>
              </a:buClr>
              <a:buSzPct val="7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1pPr>
            <a:lvl2pPr marL="671830" indent="-285750" algn="just">
              <a:lnSpc>
                <a:spcPct val="140000"/>
              </a:lnSpc>
              <a:spcBef>
                <a:spcPct val="20000"/>
              </a:spcBef>
              <a:buClr>
                <a:schemeClr val="accent2"/>
              </a:buClr>
              <a:buSzPct val="70000"/>
              <a:buFont typeface="Wingdings" panose="05000000000000000000" pitchFamily="2" charset="2"/>
              <a:buChar char="è"/>
              <a:defRPr>
                <a:solidFill>
                  <a:schemeClr val="tx1"/>
                </a:solidFill>
                <a:latin typeface="Arial" panose="020B0604020202020204" pitchFamily="34" charset="0"/>
                <a:ea typeface="宋体" panose="02010600030101010101" pitchFamily="2" charset="-122"/>
              </a:defRPr>
            </a:lvl2pPr>
            <a:lvl3pPr marL="1090930" indent="-228600" algn="just">
              <a:lnSpc>
                <a:spcPct val="140000"/>
              </a:lnSpc>
              <a:spcBef>
                <a:spcPct val="20000"/>
              </a:spcBef>
              <a:buClr>
                <a:schemeClr val="accent2"/>
              </a:buClr>
              <a:buFont typeface="Wingdings" panose="05000000000000000000" pitchFamily="2" charset="2"/>
              <a:buChar char="Ø"/>
              <a:defRPr sz="1600">
                <a:solidFill>
                  <a:schemeClr val="tx1"/>
                </a:solidFill>
                <a:latin typeface="Arial" panose="020B0604020202020204" pitchFamily="34" charset="0"/>
                <a:ea typeface="宋体" panose="02010600030101010101" pitchFamily="2" charset="-122"/>
              </a:defRPr>
            </a:lvl3pPr>
            <a:lvl4pPr marL="1510030" indent="-228600" algn="just">
              <a:lnSpc>
                <a:spcPct val="140000"/>
              </a:lnSpc>
              <a:spcBef>
                <a:spcPct val="20000"/>
              </a:spcBef>
              <a:buChar char="–"/>
              <a:defRPr sz="1400">
                <a:solidFill>
                  <a:schemeClr val="tx1"/>
                </a:solidFill>
                <a:latin typeface="Arial" panose="020B0604020202020204" pitchFamily="34" charset="0"/>
                <a:ea typeface="宋体" panose="02010600030101010101" pitchFamily="2" charset="-122"/>
              </a:defRPr>
            </a:lvl4pPr>
            <a:lvl5pPr marL="1929130" indent="-228600" algn="just">
              <a:lnSpc>
                <a:spcPct val="140000"/>
              </a:lnSpc>
              <a:spcBef>
                <a:spcPct val="20000"/>
              </a:spcBef>
              <a:buChar char="»"/>
              <a:defRPr sz="1200">
                <a:solidFill>
                  <a:schemeClr val="tx1"/>
                </a:solidFill>
                <a:latin typeface="Arial" panose="020B0604020202020204" pitchFamily="34" charset="0"/>
                <a:ea typeface="宋体" panose="02010600030101010101" pitchFamily="2" charset="-122"/>
              </a:defRPr>
            </a:lvl5pPr>
            <a:lvl6pPr marL="238633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6pPr>
            <a:lvl7pPr marL="284353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7pPr>
            <a:lvl8pPr marL="330073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8pPr>
            <a:lvl9pPr marL="375793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dirty="0" smtClean="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灰</a:t>
            </a:r>
            <a:r>
              <a:rPr kumimoji="1" lang="zh-CN" altLang="en-US" sz="28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盒测试的优缺点</a:t>
            </a:r>
            <a:endParaRPr kumimoji="1" lang="zh-CN" altLang="en-US" sz="28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p:txBody>
      </p:sp>
      <p:sp>
        <p:nvSpPr>
          <p:cNvPr id="8" name="Rectangle 3"/>
          <p:cNvSpPr txBox="1">
            <a:spLocks noChangeArrowheads="1"/>
          </p:cNvSpPr>
          <p:nvPr/>
        </p:nvSpPr>
        <p:spPr bwMode="auto">
          <a:xfrm>
            <a:off x="512763" y="1651000"/>
            <a:ext cx="8291513" cy="4873625"/>
          </a:xfrm>
          <a:prstGeom prst="rect">
            <a:avLst/>
          </a:prstGeom>
          <a:noFill/>
          <a:ln>
            <a:noFill/>
          </a:ln>
        </p:spPr>
        <p:txBody>
          <a:bodyPr>
            <a:norm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kern="1200">
                <a:solidFill>
                  <a:schemeClr val="tx1"/>
                </a:solidFill>
                <a:latin typeface="+mn-lt"/>
                <a:ea typeface="+mn-ea"/>
                <a:cs typeface="+mn-cs"/>
              </a:defRPr>
            </a:lvl5pPr>
            <a:lvl6pPr marL="25146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
                <a:srgbClr val="2F2F2F"/>
              </a:buClr>
              <a:buSzPct val="50000"/>
              <a:buFont typeface="Arial" panose="020B0604020202020204" pitchFamily="34" charset="0"/>
              <a:buNone/>
              <a:defRPr/>
            </a:pPr>
            <a:r>
              <a:rPr kumimoji="1" lang="zh-CN" altLang="zh-CN"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缺点</a:t>
            </a:r>
            <a:r>
              <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a:t>
            </a:r>
            <a:endParaRPr kumimoji="1" lang="en-US" altLang="zh-CN"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a:p>
            <a:pPr marL="0" marR="0" lvl="0" indent="0" algn="l" defTabSz="914400" rtl="0" eaLnBrk="1" fontAlgn="auto" latinLnBrk="0" hangingPunct="1">
              <a:lnSpc>
                <a:spcPct val="100000"/>
              </a:lnSpc>
              <a:spcBef>
                <a:spcPct val="20000"/>
              </a:spcBef>
              <a:spcAft>
                <a:spcPts val="0"/>
              </a:spcAft>
              <a:buClr>
                <a:srgbClr val="2F2F2F"/>
              </a:buClr>
              <a:buSzPct val="50000"/>
              <a:buFont typeface="Wingdings 2" panose="05020102010507070707"/>
              <a:buNone/>
              <a:defRPr/>
            </a:pPr>
            <a:r>
              <a:rPr kumimoji="1" lang="en-US" altLang="zh-CN"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1</a:t>
            </a:r>
            <a:r>
              <a:rPr kumimoji="1" lang="zh-CN" altLang="zh-CN"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、投入的时间比黑盒测试大概多</a:t>
            </a:r>
            <a:r>
              <a:rPr kumimoji="1" lang="en-US" altLang="zh-CN"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20-40</a:t>
            </a:r>
            <a:r>
              <a:rPr kumimoji="1" lang="zh-CN" altLang="zh-CN"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％的时间；</a:t>
            </a:r>
            <a:endParaRPr kumimoji="1" lang="zh-CN" altLang="zh-CN"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a:p>
            <a:pPr marL="0" marR="0" lvl="0" indent="0" algn="l" defTabSz="914400" rtl="0" eaLnBrk="1" fontAlgn="auto" latinLnBrk="0" hangingPunct="1">
              <a:lnSpc>
                <a:spcPct val="100000"/>
              </a:lnSpc>
              <a:spcBef>
                <a:spcPct val="20000"/>
              </a:spcBef>
              <a:spcAft>
                <a:spcPts val="0"/>
              </a:spcAft>
              <a:buClr>
                <a:srgbClr val="2F2F2F"/>
              </a:buClr>
              <a:buSzPct val="50000"/>
              <a:buFont typeface="Wingdings 2" panose="05020102010507070707"/>
              <a:buNone/>
              <a:defRPr/>
            </a:pPr>
            <a:r>
              <a:rPr kumimoji="1" lang="en-US" altLang="zh-CN"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2</a:t>
            </a:r>
            <a:r>
              <a:rPr kumimoji="1" lang="zh-CN" altLang="zh-CN"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、对测试人员的要求比黑盒测试高</a:t>
            </a:r>
            <a:r>
              <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a:t>
            </a:r>
            <a:r>
              <a:rPr kumimoji="1" lang="zh-CN" altLang="zh-CN"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灰盒测试要求测试人员清楚系统内部由哪些模块构成，模块之间如何协作。</a:t>
            </a:r>
            <a:endParaRPr kumimoji="1" lang="en-US" altLang="zh-CN"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a:p>
            <a:pPr marL="0" marR="0" lvl="0" indent="0" algn="l" defTabSz="914400" rtl="0" eaLnBrk="1" fontAlgn="auto" latinLnBrk="0" hangingPunct="1">
              <a:lnSpc>
                <a:spcPct val="100000"/>
              </a:lnSpc>
              <a:spcBef>
                <a:spcPct val="20000"/>
              </a:spcBef>
              <a:spcAft>
                <a:spcPts val="0"/>
              </a:spcAft>
              <a:buClr>
                <a:srgbClr val="2F2F2F"/>
              </a:buClr>
              <a:buSzPct val="50000"/>
              <a:buFont typeface="Wingdings 2" panose="05020102010507070707"/>
              <a:buNone/>
              <a:defRPr/>
            </a:pPr>
            <a:r>
              <a:rPr kumimoji="1" lang="en-US" altLang="zh-CN"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3</a:t>
            </a:r>
            <a:r>
              <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a:t>
            </a:r>
            <a:r>
              <a:rPr kumimoji="1" lang="zh-CN" altLang="zh-CN"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不如白盒测试深入</a:t>
            </a:r>
            <a:r>
              <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a:t>
            </a:r>
            <a:endParaRPr kumimoji="1" lang="en-US" altLang="zh-CN"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a:p>
            <a:pPr marL="0" marR="0" lvl="0" indent="0" algn="l" defTabSz="914400" rtl="0" eaLnBrk="1" fontAlgn="auto" latinLnBrk="0" hangingPunct="1">
              <a:lnSpc>
                <a:spcPct val="100000"/>
              </a:lnSpc>
              <a:spcBef>
                <a:spcPct val="20000"/>
              </a:spcBef>
              <a:spcAft>
                <a:spcPts val="0"/>
              </a:spcAft>
              <a:buClr>
                <a:srgbClr val="2F2F2F"/>
              </a:buClr>
              <a:buSzPct val="50000"/>
              <a:buFont typeface="Wingdings 2" panose="05020102010507070707"/>
              <a:buNone/>
              <a:defRPr/>
            </a:pPr>
            <a:r>
              <a:rPr kumimoji="1" lang="en-US" altLang="zh-CN"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4</a:t>
            </a:r>
            <a:r>
              <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a:t>
            </a:r>
            <a:r>
              <a:rPr kumimoji="1" lang="zh-CN" altLang="zh-CN"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不适用于简单的系统</a:t>
            </a:r>
            <a:r>
              <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a:t>
            </a:r>
            <a:r>
              <a:rPr kumimoji="1" lang="zh-CN" altLang="zh-CN"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所谓的简单系统，就是简单到总共只有一个模块。由于灰盒测试关注于系统内部模块之间的交互。如果某个系统简单到只有一个模块，那就没必要进行灰盒测试了。</a:t>
            </a:r>
            <a:endParaRPr kumimoji="1" lang="zh-CN" altLang="zh-CN"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a:p>
            <a:pPr marL="274320" marR="0" lvl="0" indent="-274320" algn="l" defTabSz="914400" rtl="0" eaLnBrk="1" fontAlgn="auto" latinLnBrk="0" hangingPunct="1">
              <a:lnSpc>
                <a:spcPct val="100000"/>
              </a:lnSpc>
              <a:spcBef>
                <a:spcPct val="20000"/>
              </a:spcBef>
              <a:spcAft>
                <a:spcPts val="0"/>
              </a:spcAft>
              <a:buClr>
                <a:srgbClr val="2F2F2F"/>
              </a:buClr>
              <a:buSzPct val="50000"/>
              <a:buFont typeface="Wingdings" panose="05000000000000000000"/>
              <a:buChar char=""/>
              <a:defRPr/>
            </a:pPr>
            <a:endParaRPr kumimoji="0" lang="zh-CN" altLang="zh-CN" sz="3200" b="0" i="0" u="none" strike="noStrike" kern="1200" cap="none" spc="0" normalizeH="0" baseline="0" noProof="0" dirty="0">
              <a:ln>
                <a:noFill/>
              </a:ln>
              <a:solidFill>
                <a:sysClr val="windowText" lastClr="000000"/>
              </a:solidFill>
              <a:effectLst/>
              <a:uLnTx/>
              <a:uFillTx/>
              <a:latin typeface="Franklin Gothic Book"/>
              <a:ea typeface="黑体" panose="02010609060101010101" pitchFamily="49" charset="-122"/>
              <a:cs typeface="+mn-cs"/>
            </a:endParaRPr>
          </a:p>
        </p:txBody>
      </p:sp>
    </p:spTree>
  </p:cSld>
  <p:clrMapOvr>
    <a:masterClrMapping/>
  </p:clrMapOvr>
  <p:transition spd="med">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2800" b="1" i="0" u="none" strike="noStrike" kern="0" cap="none" spc="0" normalizeH="0" baseline="0" noProof="0" dirty="0" smtClean="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5. </a:t>
            </a:r>
            <a:r>
              <a:rPr kumimoji="1" lang="zh-CN" altLang="en-US" sz="2800" b="1" i="0" u="none" strike="noStrike" kern="0" cap="none" spc="0" normalizeH="0" baseline="0" noProof="0" dirty="0" smtClean="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软件测试步骤</a:t>
            </a:r>
            <a:endParaRPr kumimoji="0" lang="zh-CN" altLang="en-US" sz="2800" b="1" i="0" u="none" strike="noStrike" kern="0" cap="none" spc="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endParaRPr>
          </a:p>
        </p:txBody>
      </p:sp>
      <p:sp>
        <p:nvSpPr>
          <p:cNvPr id="41987"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pic>
        <p:nvPicPr>
          <p:cNvPr id="41988" name="Picture 5"/>
          <p:cNvPicPr>
            <a:picLocks noChangeAspect="1"/>
          </p:cNvPicPr>
          <p:nvPr/>
        </p:nvPicPr>
        <p:blipFill>
          <a:blip r:embed="rId1"/>
          <a:stretch>
            <a:fillRect/>
          </a:stretch>
        </p:blipFill>
        <p:spPr>
          <a:xfrm>
            <a:off x="503238" y="1700213"/>
            <a:ext cx="8137525" cy="3324225"/>
          </a:xfrm>
          <a:prstGeom prst="rect">
            <a:avLst/>
          </a:prstGeom>
          <a:noFill/>
          <a:ln w="9525">
            <a:noFill/>
          </a:ln>
        </p:spPr>
      </p:pic>
    </p:spTree>
  </p:cSld>
  <p:clrMapOvr>
    <a:masterClrMapping/>
  </p:clrMapOvr>
  <p:transition spd="med">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1" fontAlgn="auto" latinLnBrk="0" hangingPunct="1">
              <a:lnSpc>
                <a:spcPct val="100000"/>
              </a:lnSpc>
              <a:spcBef>
                <a:spcPct val="0"/>
              </a:spcBef>
              <a:spcAft>
                <a:spcPts val="0"/>
              </a:spcAft>
              <a:buClrTx/>
              <a:buSzTx/>
              <a:buFontTx/>
              <a:buNone/>
              <a:defRPr/>
            </a:pPr>
            <a:r>
              <a:rPr kumimoji="1" lang="en-US" altLang="zh-CN" sz="2800" b="1" i="0" u="none" strike="noStrike" kern="0" cap="none" spc="0" normalizeH="0" baseline="0" noProof="0" dirty="0" smtClean="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5.1</a:t>
            </a:r>
            <a:r>
              <a:rPr kumimoji="0" lang="zh-CN" altLang="zh-CN" sz="2800" b="1" i="0" u="none" strike="noStrike" kern="0" cap="none" spc="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rPr>
              <a:t>软件测试</a:t>
            </a:r>
            <a:r>
              <a:rPr kumimoji="0" lang="en-US" altLang="zh-CN" sz="2800" b="1" i="0" u="none" strike="noStrike" kern="0" cap="none" spc="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rPr>
              <a:t>V</a:t>
            </a:r>
            <a:r>
              <a:rPr kumimoji="0" lang="zh-CN" altLang="zh-CN" sz="2800" b="1" i="0" u="none" strike="noStrike" kern="0" cap="none" spc="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rPr>
              <a:t>模型</a:t>
            </a:r>
            <a:endParaRPr kumimoji="1"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p:txBody>
      </p:sp>
      <p:sp>
        <p:nvSpPr>
          <p:cNvPr id="43011"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43012" name="Rectangle 43"/>
          <p:cNvSpPr/>
          <p:nvPr/>
        </p:nvSpPr>
        <p:spPr>
          <a:xfrm>
            <a:off x="557213" y="1125538"/>
            <a:ext cx="8153400" cy="720725"/>
          </a:xfrm>
          <a:prstGeom prst="rect">
            <a:avLst/>
          </a:prstGeom>
          <a:noFill/>
          <a:ln w="9525">
            <a:noFill/>
          </a:ln>
        </p:spPr>
        <p:txBody>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342900" lvl="0" indent="-342900" algn="l" eaLnBrk="1" hangingPunct="1">
              <a:lnSpc>
                <a:spcPct val="100000"/>
              </a:lnSpc>
              <a:spcBef>
                <a:spcPct val="10000"/>
              </a:spcBef>
              <a:spcAft>
                <a:spcPct val="20000"/>
              </a:spcAft>
              <a:buClr>
                <a:srgbClr val="C47546"/>
              </a:buClr>
              <a:buSzPct val="80000"/>
            </a:pPr>
            <a:r>
              <a:rPr lang="zh-CN" altLang="en-US" sz="2400" dirty="0">
                <a:solidFill>
                  <a:srgbClr val="000000"/>
                </a:solidFill>
                <a:latin typeface="华文中宋" panose="02010600040101010101" pitchFamily="2" charset="-122"/>
                <a:ea typeface="华文中宋" panose="02010600040101010101" pitchFamily="2" charset="-122"/>
              </a:rPr>
              <a:t>软件测试</a:t>
            </a:r>
            <a:r>
              <a:rPr lang="en-US" altLang="zh-CN" sz="2400" dirty="0">
                <a:solidFill>
                  <a:srgbClr val="000000"/>
                </a:solidFill>
                <a:latin typeface="华文中宋" panose="02010600040101010101" pitchFamily="2" charset="-122"/>
                <a:ea typeface="华文中宋" panose="02010600040101010101" pitchFamily="2" charset="-122"/>
              </a:rPr>
              <a:t>V</a:t>
            </a:r>
            <a:r>
              <a:rPr lang="zh-CN" altLang="en-US" sz="2400" dirty="0">
                <a:solidFill>
                  <a:srgbClr val="000000"/>
                </a:solidFill>
                <a:latin typeface="华文中宋" panose="02010600040101010101" pitchFamily="2" charset="-122"/>
                <a:ea typeface="华文中宋" panose="02010600040101010101" pitchFamily="2" charset="-122"/>
              </a:rPr>
              <a:t>模型是在</a:t>
            </a:r>
            <a:r>
              <a:rPr lang="en-US" altLang="zh-CN" sz="2400" dirty="0">
                <a:solidFill>
                  <a:srgbClr val="000000"/>
                </a:solidFill>
                <a:latin typeface="华文中宋" panose="02010600040101010101" pitchFamily="2" charset="-122"/>
                <a:ea typeface="华文中宋" panose="02010600040101010101" pitchFamily="2" charset="-122"/>
              </a:rPr>
              <a:t>20 </a:t>
            </a:r>
            <a:r>
              <a:rPr lang="zh-CN" altLang="en-US" sz="2400" dirty="0">
                <a:solidFill>
                  <a:srgbClr val="000000"/>
                </a:solidFill>
                <a:latin typeface="华文中宋" panose="02010600040101010101" pitchFamily="2" charset="-122"/>
                <a:ea typeface="华文中宋" panose="02010600040101010101" pitchFamily="2" charset="-122"/>
              </a:rPr>
              <a:t>世纪</a:t>
            </a:r>
            <a:r>
              <a:rPr lang="en-US" altLang="zh-CN" sz="2400" dirty="0">
                <a:solidFill>
                  <a:srgbClr val="000000"/>
                </a:solidFill>
                <a:latin typeface="华文中宋" panose="02010600040101010101" pitchFamily="2" charset="-122"/>
                <a:ea typeface="华文中宋" panose="02010600040101010101" pitchFamily="2" charset="-122"/>
              </a:rPr>
              <a:t>80 </a:t>
            </a:r>
            <a:r>
              <a:rPr lang="zh-CN" altLang="en-US" sz="2400" dirty="0">
                <a:solidFill>
                  <a:srgbClr val="000000"/>
                </a:solidFill>
                <a:latin typeface="华文中宋" panose="02010600040101010101" pitchFamily="2" charset="-122"/>
                <a:ea typeface="华文中宋" panose="02010600040101010101" pitchFamily="2" charset="-122"/>
              </a:rPr>
              <a:t>年代后期提出的，目的是改进软件开发的效率和效果。</a:t>
            </a:r>
            <a:endParaRPr lang="en-US" altLang="zh-CN" sz="2400" dirty="0">
              <a:solidFill>
                <a:srgbClr val="000000"/>
              </a:solidFill>
              <a:latin typeface="华文中宋" panose="02010600040101010101" pitchFamily="2" charset="-122"/>
              <a:ea typeface="华文中宋" panose="02010600040101010101" pitchFamily="2" charset="-122"/>
            </a:endParaRPr>
          </a:p>
          <a:p>
            <a:pPr marL="342900" lvl="0" indent="-342900" algn="l" eaLnBrk="1" hangingPunct="1">
              <a:lnSpc>
                <a:spcPct val="100000"/>
              </a:lnSpc>
              <a:spcBef>
                <a:spcPct val="10000"/>
              </a:spcBef>
              <a:spcAft>
                <a:spcPct val="20000"/>
              </a:spcAft>
              <a:buClr>
                <a:srgbClr val="C47546"/>
              </a:buClr>
              <a:buSzPct val="80000"/>
            </a:pPr>
            <a:r>
              <a:rPr lang="en-US" altLang="zh-CN" sz="2400" dirty="0">
                <a:solidFill>
                  <a:srgbClr val="000000"/>
                </a:solidFill>
                <a:latin typeface="华文中宋" panose="02010600040101010101" pitchFamily="2" charset="-122"/>
                <a:ea typeface="华文中宋" panose="02010600040101010101" pitchFamily="2" charset="-122"/>
              </a:rPr>
              <a:t>V </a:t>
            </a:r>
            <a:r>
              <a:rPr lang="zh-CN" altLang="en-US" sz="2400" dirty="0">
                <a:solidFill>
                  <a:srgbClr val="000000"/>
                </a:solidFill>
                <a:latin typeface="华文中宋" panose="02010600040101010101" pitchFamily="2" charset="-122"/>
                <a:ea typeface="华文中宋" panose="02010600040101010101" pitchFamily="2" charset="-122"/>
              </a:rPr>
              <a:t>模型从左到右，描述了基本的开发过程和测试行为，明确地标明了测试工程中存在的不同级别的测试以及测试阶段和开发过程各阶段的对应关系。</a:t>
            </a:r>
            <a:endParaRPr lang="en-US" altLang="zh-CN" sz="2400" dirty="0">
              <a:solidFill>
                <a:srgbClr val="000000"/>
              </a:solidFill>
              <a:latin typeface="华文中宋" panose="02010600040101010101" pitchFamily="2" charset="-122"/>
              <a:ea typeface="华文中宋" panose="02010600040101010101" pitchFamily="2" charset="-122"/>
            </a:endParaRPr>
          </a:p>
        </p:txBody>
      </p:sp>
      <p:graphicFrame>
        <p:nvGraphicFramePr>
          <p:cNvPr id="43013" name="对象 2"/>
          <p:cNvGraphicFramePr>
            <a:graphicFrameLocks noChangeAspect="1"/>
          </p:cNvGraphicFramePr>
          <p:nvPr/>
        </p:nvGraphicFramePr>
        <p:xfrm>
          <a:off x="1457325" y="3379788"/>
          <a:ext cx="6119813" cy="3001962"/>
        </p:xfrm>
        <a:graphic>
          <a:graphicData uri="http://schemas.openxmlformats.org/presentationml/2006/ole">
            <mc:AlternateContent xmlns:mc="http://schemas.openxmlformats.org/markup-compatibility/2006">
              <mc:Choice xmlns:v="urn:schemas-microsoft-com:vml" Requires="v">
                <p:oleObj spid="_x0000_s3083" name="" r:id="rId1" imgW="5496560" imgH="2713355" progId="Visio.Drawing.15">
                  <p:embed/>
                </p:oleObj>
              </mc:Choice>
              <mc:Fallback>
                <p:oleObj name="" r:id="rId1" imgW="5496560" imgH="2713355" progId="Visio.Drawing.15">
                  <p:embed/>
                  <p:pic>
                    <p:nvPicPr>
                      <p:cNvPr id="0" name="图片 3082"/>
                      <p:cNvPicPr/>
                      <p:nvPr/>
                    </p:nvPicPr>
                    <p:blipFill>
                      <a:blip r:embed="rId2"/>
                      <a:stretch>
                        <a:fillRect/>
                      </a:stretch>
                    </p:blipFill>
                    <p:spPr>
                      <a:xfrm>
                        <a:off x="1457325" y="3379788"/>
                        <a:ext cx="6119813" cy="3001962"/>
                      </a:xfrm>
                      <a:prstGeom prst="rect">
                        <a:avLst/>
                      </a:prstGeom>
                      <a:noFill/>
                      <a:ln w="38100">
                        <a:noFill/>
                        <a:miter/>
                      </a:ln>
                    </p:spPr>
                  </p:pic>
                </p:oleObj>
              </mc:Fallback>
            </mc:AlternateContent>
          </a:graphicData>
        </a:graphic>
      </p:graphicFrame>
    </p:spTree>
  </p:cSld>
  <p:clrMapOvr>
    <a:masterClrMapping/>
  </p:clrMapOvr>
  <p:transition spd="med">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1" fontAlgn="auto" latinLnBrk="0" hangingPunct="1">
              <a:lnSpc>
                <a:spcPct val="100000"/>
              </a:lnSpc>
              <a:spcBef>
                <a:spcPct val="0"/>
              </a:spcBef>
              <a:spcAft>
                <a:spcPts val="0"/>
              </a:spcAft>
              <a:buClrTx/>
              <a:buSzTx/>
              <a:buFontTx/>
              <a:buNone/>
              <a:defRPr/>
            </a:pPr>
            <a:r>
              <a:rPr kumimoji="1" lang="en-US" altLang="zh-CN" sz="2800" b="1" i="0" u="none" strike="noStrike" kern="0" cap="none" spc="0" normalizeH="0" baseline="0" noProof="0" dirty="0" smtClean="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5.1</a:t>
            </a:r>
            <a:r>
              <a:rPr kumimoji="0" lang="zh-CN" altLang="zh-CN" sz="2800" b="1" i="0" u="none" strike="noStrike" kern="0" cap="none" spc="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rPr>
              <a:t>软件测试</a:t>
            </a:r>
            <a:r>
              <a:rPr kumimoji="0" lang="en-US" altLang="zh-CN" sz="2800" b="1" i="0" u="none" strike="noStrike" kern="0" cap="none" spc="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rPr>
              <a:t>V</a:t>
            </a:r>
            <a:r>
              <a:rPr kumimoji="0" lang="zh-CN" altLang="zh-CN" sz="2800" b="1" i="0" u="none" strike="noStrike" kern="0" cap="none" spc="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rPr>
              <a:t>模型</a:t>
            </a:r>
            <a:endParaRPr kumimoji="1"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p:txBody>
      </p:sp>
      <p:sp>
        <p:nvSpPr>
          <p:cNvPr id="44035"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44036" name="Rectangle 43"/>
          <p:cNvSpPr/>
          <p:nvPr/>
        </p:nvSpPr>
        <p:spPr>
          <a:xfrm>
            <a:off x="557213" y="1125538"/>
            <a:ext cx="8153400" cy="720725"/>
          </a:xfrm>
          <a:prstGeom prst="rect">
            <a:avLst/>
          </a:prstGeom>
          <a:noFill/>
          <a:ln w="9525">
            <a:noFill/>
          </a:ln>
        </p:spPr>
        <p:txBody>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342900" lvl="0" indent="-342900" algn="l" eaLnBrk="1" hangingPunct="1">
              <a:lnSpc>
                <a:spcPct val="150000"/>
              </a:lnSpc>
              <a:spcBef>
                <a:spcPct val="10000"/>
              </a:spcBef>
              <a:spcAft>
                <a:spcPct val="20000"/>
              </a:spcAft>
              <a:buClr>
                <a:srgbClr val="C47546"/>
              </a:buClr>
              <a:buSzPct val="80000"/>
            </a:pPr>
            <a:r>
              <a:rPr lang="en-US" altLang="zh-CN" sz="2400" dirty="0">
                <a:solidFill>
                  <a:srgbClr val="000000"/>
                </a:solidFill>
                <a:latin typeface="华文中宋" panose="02010600040101010101" pitchFamily="2" charset="-122"/>
                <a:ea typeface="华文中宋" panose="02010600040101010101" pitchFamily="2" charset="-122"/>
              </a:rPr>
              <a:t>V</a:t>
            </a:r>
            <a:r>
              <a:rPr lang="zh-CN" altLang="en-US" sz="2400" dirty="0">
                <a:solidFill>
                  <a:srgbClr val="000000"/>
                </a:solidFill>
                <a:latin typeface="华文中宋" panose="02010600040101010101" pitchFamily="2" charset="-122"/>
                <a:ea typeface="华文中宋" panose="02010600040101010101" pitchFamily="2" charset="-122"/>
              </a:rPr>
              <a:t>模型详细的描述了每个测试阶段所对应验证的对象，单元测试验收的对象是详细测试说明书、集成测试验证的对象是概要设计说明书，确认测试和系统测试验证的对象是需求说明书。</a:t>
            </a:r>
            <a:endParaRPr lang="en-US" altLang="zh-CN" sz="2400" dirty="0">
              <a:solidFill>
                <a:srgbClr val="000000"/>
              </a:solidFill>
              <a:latin typeface="华文中宋" panose="02010600040101010101" pitchFamily="2" charset="-122"/>
              <a:ea typeface="华文中宋" panose="02010600040101010101" pitchFamily="2" charset="-122"/>
            </a:endParaRPr>
          </a:p>
        </p:txBody>
      </p:sp>
    </p:spTree>
  </p:cSld>
  <p:clrMapOvr>
    <a:masterClrMapping/>
  </p:clrMapOvr>
  <p:transition spd="med">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2800" b="1" i="0" u="none" strike="noStrike" kern="0" cap="none" spc="0" normalizeH="0" baseline="0" noProof="0" dirty="0" smtClean="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5.2 </a:t>
            </a:r>
            <a:r>
              <a:rPr kumimoji="1" lang="zh-CN" altLang="en-US" sz="2800" b="1" i="0" u="none" strike="noStrike" kern="0" cap="none" spc="0" normalizeH="0" baseline="0" noProof="0" dirty="0" smtClean="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单元测试</a:t>
            </a:r>
            <a:endParaRPr kumimoji="1"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p:txBody>
      </p:sp>
      <p:sp>
        <p:nvSpPr>
          <p:cNvPr id="45059"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45060" name="Rectangle 4"/>
          <p:cNvSpPr/>
          <p:nvPr/>
        </p:nvSpPr>
        <p:spPr>
          <a:xfrm>
            <a:off x="684213" y="1484313"/>
            <a:ext cx="8135937" cy="831850"/>
          </a:xfrm>
          <a:prstGeom prst="rect">
            <a:avLst/>
          </a:prstGeom>
          <a:noFill/>
          <a:ln w="9525">
            <a:noFill/>
          </a:ln>
        </p:spPr>
        <p:txBody>
          <a:bodyPr anchor="ctr" anchorCtr="0">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0"/>
              </a:spcBef>
              <a:buClrTx/>
              <a:buSzTx/>
              <a:buFontTx/>
              <a:buNone/>
            </a:pPr>
            <a:r>
              <a:rPr lang="zh-CN" altLang="en-US" sz="2400" dirty="0">
                <a:solidFill>
                  <a:srgbClr val="000000"/>
                </a:solidFill>
                <a:latin typeface="华文中宋" panose="02010600040101010101" pitchFamily="2" charset="-122"/>
                <a:ea typeface="华文中宋" panose="02010600040101010101" pitchFamily="2" charset="-122"/>
              </a:rPr>
              <a:t>单元测试又称模块测试。每个程序模块完成一个相对独立的子功能，所以可以对该模块进行单独的测试。 </a:t>
            </a:r>
            <a:endParaRPr lang="zh-CN" altLang="en-US" sz="2400" dirty="0">
              <a:solidFill>
                <a:srgbClr val="000000"/>
              </a:solidFill>
              <a:latin typeface="华文中宋" panose="02010600040101010101" pitchFamily="2" charset="-122"/>
              <a:ea typeface="华文中宋" panose="02010600040101010101" pitchFamily="2" charset="-122"/>
            </a:endParaRPr>
          </a:p>
        </p:txBody>
      </p:sp>
      <p:sp>
        <p:nvSpPr>
          <p:cNvPr id="45061" name="Rectangle 5"/>
          <p:cNvSpPr/>
          <p:nvPr/>
        </p:nvSpPr>
        <p:spPr>
          <a:xfrm>
            <a:off x="850900" y="2420938"/>
            <a:ext cx="6915150" cy="3351212"/>
          </a:xfrm>
          <a:prstGeom prst="rect">
            <a:avLst/>
          </a:prstGeom>
          <a:noFill/>
          <a:ln w="9525">
            <a:noFill/>
          </a:ln>
        </p:spPr>
        <p:txBody>
          <a:bodyPr wrap="none" anchor="ctr" anchorCtr="0">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381000" algn="l" eaLnBrk="1" hangingPunct="1">
              <a:lnSpc>
                <a:spcPct val="150000"/>
              </a:lnSpc>
              <a:spcBef>
                <a:spcPct val="0"/>
              </a:spcBef>
              <a:buClrTx/>
              <a:buSzTx/>
              <a:buFontTx/>
              <a:buNone/>
            </a:pPr>
            <a:r>
              <a:rPr lang="zh-CN" altLang="en-US" sz="2400" dirty="0">
                <a:solidFill>
                  <a:srgbClr val="000000"/>
                </a:solidFill>
                <a:latin typeface="华文中宋" panose="02010600040101010101" pitchFamily="2" charset="-122"/>
                <a:ea typeface="华文中宋" panose="02010600040101010101" pitchFamily="2" charset="-122"/>
              </a:rPr>
              <a:t>在单元测试期间主要评价模块的下述</a:t>
            </a:r>
            <a:r>
              <a:rPr lang="en-US" altLang="zh-CN" sz="2400" dirty="0">
                <a:solidFill>
                  <a:srgbClr val="000000"/>
                </a:solidFill>
                <a:latin typeface="华文中宋" panose="02010600040101010101" pitchFamily="2" charset="-122"/>
                <a:ea typeface="华文中宋" panose="02010600040101010101" pitchFamily="2" charset="-122"/>
              </a:rPr>
              <a:t>5</a:t>
            </a:r>
            <a:r>
              <a:rPr lang="zh-CN" altLang="en-US" sz="2400" dirty="0">
                <a:solidFill>
                  <a:srgbClr val="000000"/>
                </a:solidFill>
                <a:latin typeface="华文中宋" panose="02010600040101010101" pitchFamily="2" charset="-122"/>
                <a:ea typeface="华文中宋" panose="02010600040101010101" pitchFamily="2" charset="-122"/>
              </a:rPr>
              <a:t>个特性：</a:t>
            </a:r>
            <a:endParaRPr lang="zh-CN" altLang="en-US" sz="2400" dirty="0">
              <a:solidFill>
                <a:srgbClr val="000000"/>
              </a:solidFill>
              <a:latin typeface="华文中宋" panose="02010600040101010101" pitchFamily="2" charset="-122"/>
              <a:ea typeface="华文中宋" panose="02010600040101010101" pitchFamily="2" charset="-122"/>
            </a:endParaRPr>
          </a:p>
          <a:p>
            <a:pPr marL="0" lvl="0" indent="381000" algn="l" eaLnBrk="1" hangingPunct="1">
              <a:lnSpc>
                <a:spcPct val="150000"/>
              </a:lnSpc>
              <a:spcBef>
                <a:spcPct val="0"/>
              </a:spcBef>
              <a:buClrTx/>
              <a:buSzTx/>
              <a:buFont typeface="Arial" panose="020B0604020202020204" pitchFamily="34" charset="0"/>
              <a:buChar char="•"/>
            </a:pPr>
            <a:r>
              <a:rPr lang="zh-CN" altLang="en-US" sz="2400" dirty="0">
                <a:solidFill>
                  <a:srgbClr val="000000"/>
                </a:solidFill>
                <a:latin typeface="华文中宋" panose="02010600040101010101" pitchFamily="2" charset="-122"/>
                <a:ea typeface="华文中宋" panose="02010600040101010101" pitchFamily="2" charset="-122"/>
              </a:rPr>
              <a:t>模块的接口</a:t>
            </a:r>
            <a:endParaRPr lang="zh-CN" altLang="en-US" sz="2400" dirty="0">
              <a:solidFill>
                <a:srgbClr val="000000"/>
              </a:solidFill>
              <a:latin typeface="华文中宋" panose="02010600040101010101" pitchFamily="2" charset="-122"/>
              <a:ea typeface="华文中宋" panose="02010600040101010101" pitchFamily="2" charset="-122"/>
            </a:endParaRPr>
          </a:p>
          <a:p>
            <a:pPr marL="0" lvl="0" indent="381000" algn="l" eaLnBrk="1" hangingPunct="1">
              <a:lnSpc>
                <a:spcPct val="150000"/>
              </a:lnSpc>
              <a:spcBef>
                <a:spcPct val="0"/>
              </a:spcBef>
              <a:buClrTx/>
              <a:buSzTx/>
              <a:buFont typeface="Arial" panose="020B0604020202020204" pitchFamily="34" charset="0"/>
              <a:buChar char="•"/>
            </a:pPr>
            <a:r>
              <a:rPr lang="zh-CN" altLang="en-US" sz="2400" dirty="0">
                <a:solidFill>
                  <a:srgbClr val="000000"/>
                </a:solidFill>
                <a:latin typeface="华文中宋" panose="02010600040101010101" pitchFamily="2" charset="-122"/>
                <a:ea typeface="华文中宋" panose="02010600040101010101" pitchFamily="2" charset="-122"/>
              </a:rPr>
              <a:t>局部数据结构</a:t>
            </a:r>
            <a:endParaRPr lang="zh-CN" altLang="en-US" sz="2400" dirty="0">
              <a:solidFill>
                <a:srgbClr val="000000"/>
              </a:solidFill>
              <a:latin typeface="华文中宋" panose="02010600040101010101" pitchFamily="2" charset="-122"/>
              <a:ea typeface="华文中宋" panose="02010600040101010101" pitchFamily="2" charset="-122"/>
            </a:endParaRPr>
          </a:p>
          <a:p>
            <a:pPr marL="0" lvl="0" indent="381000" algn="l" eaLnBrk="1" hangingPunct="1">
              <a:lnSpc>
                <a:spcPct val="150000"/>
              </a:lnSpc>
              <a:spcBef>
                <a:spcPct val="0"/>
              </a:spcBef>
              <a:buClrTx/>
              <a:buSzTx/>
              <a:buFont typeface="Arial" panose="020B0604020202020204" pitchFamily="34" charset="0"/>
              <a:buChar char="•"/>
            </a:pPr>
            <a:r>
              <a:rPr lang="zh-CN" altLang="en-US" sz="2400" dirty="0">
                <a:solidFill>
                  <a:srgbClr val="000000"/>
                </a:solidFill>
                <a:latin typeface="华文中宋" panose="02010600040101010101" pitchFamily="2" charset="-122"/>
                <a:ea typeface="华文中宋" panose="02010600040101010101" pitchFamily="2" charset="-122"/>
              </a:rPr>
              <a:t>重要的执行通路</a:t>
            </a:r>
            <a:endParaRPr lang="zh-CN" altLang="en-US" sz="2400" dirty="0">
              <a:solidFill>
                <a:srgbClr val="000000"/>
              </a:solidFill>
              <a:latin typeface="华文中宋" panose="02010600040101010101" pitchFamily="2" charset="-122"/>
              <a:ea typeface="华文中宋" panose="02010600040101010101" pitchFamily="2" charset="-122"/>
            </a:endParaRPr>
          </a:p>
          <a:p>
            <a:pPr marL="0" lvl="0" indent="381000" algn="l" eaLnBrk="1" hangingPunct="1">
              <a:lnSpc>
                <a:spcPct val="150000"/>
              </a:lnSpc>
              <a:spcBef>
                <a:spcPct val="0"/>
              </a:spcBef>
              <a:buClrTx/>
              <a:buSzTx/>
              <a:buFont typeface="Arial" panose="020B0604020202020204" pitchFamily="34" charset="0"/>
              <a:buChar char="•"/>
            </a:pPr>
            <a:r>
              <a:rPr lang="zh-CN" altLang="en-US" sz="2400" dirty="0">
                <a:solidFill>
                  <a:srgbClr val="000000"/>
                </a:solidFill>
                <a:latin typeface="华文中宋" panose="02010600040101010101" pitchFamily="2" charset="-122"/>
                <a:ea typeface="华文中宋" panose="02010600040101010101" pitchFamily="2" charset="-122"/>
              </a:rPr>
              <a:t>出错处理通路</a:t>
            </a:r>
            <a:endParaRPr lang="zh-CN" altLang="en-US" sz="2400" dirty="0">
              <a:solidFill>
                <a:srgbClr val="000000"/>
              </a:solidFill>
              <a:latin typeface="华文中宋" panose="02010600040101010101" pitchFamily="2" charset="-122"/>
              <a:ea typeface="华文中宋" panose="02010600040101010101" pitchFamily="2" charset="-122"/>
            </a:endParaRPr>
          </a:p>
          <a:p>
            <a:pPr marL="0" lvl="0" indent="381000" algn="l" eaLnBrk="1" hangingPunct="1">
              <a:lnSpc>
                <a:spcPct val="150000"/>
              </a:lnSpc>
              <a:spcBef>
                <a:spcPct val="0"/>
              </a:spcBef>
              <a:buClrTx/>
              <a:buSzTx/>
              <a:buFont typeface="Arial" panose="020B0604020202020204" pitchFamily="34" charset="0"/>
              <a:buChar char="•"/>
            </a:pPr>
            <a:r>
              <a:rPr lang="zh-CN" altLang="en-US" sz="2400" dirty="0">
                <a:solidFill>
                  <a:srgbClr val="000000"/>
                </a:solidFill>
                <a:latin typeface="华文中宋" panose="02010600040101010101" pitchFamily="2" charset="-122"/>
                <a:ea typeface="华文中宋" panose="02010600040101010101" pitchFamily="2" charset="-122"/>
              </a:rPr>
              <a:t>影响上述各方面特性的边界条件</a:t>
            </a:r>
            <a:endParaRPr lang="zh-CN" altLang="en-US" sz="2400" dirty="0">
              <a:solidFill>
                <a:srgbClr val="000000"/>
              </a:solidFill>
              <a:latin typeface="华文中宋" panose="02010600040101010101" pitchFamily="2" charset="-122"/>
              <a:ea typeface="华文中宋" panose="02010600040101010101" pitchFamily="2" charset="-122"/>
            </a:endParaRPr>
          </a:p>
        </p:txBody>
      </p:sp>
    </p:spTree>
  </p:cSld>
  <p:clrMapOvr>
    <a:masterClrMapping/>
  </p:clrMapOvr>
  <p:transition spd="med">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单元测试</a:t>
            </a:r>
            <a:endParaRPr kumimoji="1"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p:txBody>
      </p:sp>
      <p:sp>
        <p:nvSpPr>
          <p:cNvPr id="46083"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46084" name="Rectangle 4"/>
          <p:cNvSpPr/>
          <p:nvPr/>
        </p:nvSpPr>
        <p:spPr>
          <a:xfrm>
            <a:off x="446088" y="1412875"/>
            <a:ext cx="8424862" cy="4016375"/>
          </a:xfrm>
          <a:prstGeom prst="rect">
            <a:avLst/>
          </a:prstGeom>
          <a:noFill/>
          <a:ln w="9525">
            <a:noFill/>
          </a:ln>
        </p:spPr>
        <p:txBody>
          <a:bodyPr anchor="ctr" anchorCtr="0">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285750" algn="l" eaLnBrk="1" hangingPunct="1">
              <a:lnSpc>
                <a:spcPts val="3400"/>
              </a:lnSpc>
              <a:spcBef>
                <a:spcPct val="0"/>
              </a:spcBef>
              <a:buClrTx/>
              <a:buSzTx/>
              <a:buNone/>
            </a:pPr>
            <a:r>
              <a:rPr lang="zh-CN" altLang="en-US" sz="2400" dirty="0">
                <a:solidFill>
                  <a:srgbClr val="000000"/>
                </a:solidFill>
                <a:latin typeface="华文中宋" panose="02010600040101010101" pitchFamily="2" charset="-122"/>
                <a:ea typeface="华文中宋" panose="02010600040101010101" pitchFamily="2" charset="-122"/>
              </a:rPr>
              <a:t> 通常单元测试在编码阶段进行，并经过人工检查和计算机测试两种类型的测试。</a:t>
            </a:r>
            <a:endParaRPr lang="zh-CN" altLang="en-US" sz="2400" dirty="0">
              <a:solidFill>
                <a:srgbClr val="000000"/>
              </a:solidFill>
              <a:latin typeface="华文中宋" panose="02010600040101010101" pitchFamily="2" charset="-122"/>
              <a:ea typeface="华文中宋" panose="02010600040101010101" pitchFamily="2" charset="-122"/>
            </a:endParaRPr>
          </a:p>
          <a:p>
            <a:pPr marL="0" lvl="0" indent="285750" algn="l" eaLnBrk="1" hangingPunct="1">
              <a:lnSpc>
                <a:spcPts val="3400"/>
              </a:lnSpc>
              <a:spcBef>
                <a:spcPct val="0"/>
              </a:spcBef>
              <a:buClrTx/>
              <a:buSzTx/>
              <a:buFontTx/>
              <a:buNone/>
            </a:pPr>
            <a:r>
              <a:rPr lang="zh-CN" altLang="en-US" sz="2400" dirty="0">
                <a:solidFill>
                  <a:srgbClr val="000000"/>
                </a:solidFill>
                <a:latin typeface="华文中宋" panose="02010600040101010101" pitchFamily="2" charset="-122"/>
                <a:ea typeface="华文中宋" panose="02010600040101010101" pitchFamily="2" charset="-122"/>
              </a:rPr>
              <a:t>（</a:t>
            </a:r>
            <a:r>
              <a:rPr lang="en-US" altLang="zh-CN" sz="2400" dirty="0">
                <a:solidFill>
                  <a:srgbClr val="000000"/>
                </a:solidFill>
                <a:latin typeface="华文中宋" panose="02010600040101010101" pitchFamily="2" charset="-122"/>
                <a:ea typeface="华文中宋" panose="02010600040101010101" pitchFamily="2" charset="-122"/>
              </a:rPr>
              <a:t>1</a:t>
            </a:r>
            <a:r>
              <a:rPr lang="zh-CN" altLang="en-US" sz="2400" dirty="0">
                <a:solidFill>
                  <a:srgbClr val="000000"/>
                </a:solidFill>
                <a:latin typeface="华文中宋" panose="02010600040101010101" pitchFamily="2" charset="-122"/>
                <a:ea typeface="华文中宋" panose="02010600040101010101" pitchFamily="2" charset="-122"/>
              </a:rPr>
              <a:t>）人工检查</a:t>
            </a:r>
            <a:endParaRPr lang="zh-CN" altLang="en-US" sz="2400" dirty="0">
              <a:solidFill>
                <a:srgbClr val="000000"/>
              </a:solidFill>
              <a:latin typeface="华文中宋" panose="02010600040101010101" pitchFamily="2" charset="-122"/>
              <a:ea typeface="华文中宋" panose="02010600040101010101" pitchFamily="2" charset="-122"/>
            </a:endParaRPr>
          </a:p>
          <a:p>
            <a:pPr marL="0" lvl="0" indent="285750" algn="l" eaLnBrk="1" hangingPunct="1">
              <a:lnSpc>
                <a:spcPts val="3400"/>
              </a:lnSpc>
              <a:spcBef>
                <a:spcPct val="0"/>
              </a:spcBef>
              <a:buClrTx/>
              <a:buSzTx/>
              <a:buNone/>
            </a:pPr>
            <a:r>
              <a:rPr lang="zh-CN" altLang="en-US" sz="2400" dirty="0">
                <a:solidFill>
                  <a:srgbClr val="000000"/>
                </a:solidFill>
                <a:latin typeface="华文中宋" panose="02010600040101010101" pitchFamily="2" charset="-122"/>
                <a:ea typeface="华文中宋" panose="02010600040101010101" pitchFamily="2" charset="-122"/>
              </a:rPr>
              <a:t>人工检查源程序可以由编写者本人非正式的进行，也可以由审查小组正式进行，后者称为代码审查，是一种非常有效的程序验证技术，对于典型的程序来说，可以查处</a:t>
            </a:r>
            <a:r>
              <a:rPr lang="en-US" altLang="zh-CN" sz="2400" dirty="0">
                <a:solidFill>
                  <a:srgbClr val="000000"/>
                </a:solidFill>
                <a:latin typeface="华文中宋" panose="02010600040101010101" pitchFamily="2" charset="-122"/>
                <a:ea typeface="华文中宋" panose="02010600040101010101" pitchFamily="2" charset="-122"/>
              </a:rPr>
              <a:t>30-70%</a:t>
            </a:r>
            <a:r>
              <a:rPr lang="zh-CN" altLang="en-US" sz="2400" dirty="0">
                <a:solidFill>
                  <a:srgbClr val="000000"/>
                </a:solidFill>
                <a:latin typeface="华文中宋" panose="02010600040101010101" pitchFamily="2" charset="-122"/>
                <a:ea typeface="华文中宋" panose="02010600040101010101" pitchFamily="2" charset="-122"/>
              </a:rPr>
              <a:t>的逻辑设计错误和编码错误。</a:t>
            </a:r>
            <a:endParaRPr lang="en-US" altLang="zh-CN" sz="2400" dirty="0">
              <a:solidFill>
                <a:srgbClr val="000000"/>
              </a:solidFill>
              <a:latin typeface="华文中宋" panose="02010600040101010101" pitchFamily="2" charset="-122"/>
              <a:ea typeface="华文中宋" panose="02010600040101010101" pitchFamily="2" charset="-122"/>
            </a:endParaRPr>
          </a:p>
          <a:p>
            <a:pPr marL="0" lvl="0" indent="285750" algn="l" eaLnBrk="1" hangingPunct="1">
              <a:lnSpc>
                <a:spcPts val="3400"/>
              </a:lnSpc>
              <a:spcBef>
                <a:spcPct val="0"/>
              </a:spcBef>
              <a:buClrTx/>
              <a:buSzTx/>
              <a:buFontTx/>
              <a:buNone/>
            </a:pPr>
            <a:endParaRPr lang="zh-CN" altLang="en-US" sz="2400" dirty="0">
              <a:solidFill>
                <a:srgbClr val="000000"/>
              </a:solidFill>
              <a:latin typeface="华文中宋" panose="02010600040101010101" pitchFamily="2" charset="-122"/>
              <a:ea typeface="华文中宋" panose="02010600040101010101" pitchFamily="2" charset="-122"/>
            </a:endParaRPr>
          </a:p>
          <a:p>
            <a:pPr marL="0" lvl="0" indent="285750" algn="l" eaLnBrk="1" hangingPunct="1">
              <a:lnSpc>
                <a:spcPts val="3400"/>
              </a:lnSpc>
              <a:spcBef>
                <a:spcPct val="0"/>
              </a:spcBef>
              <a:buClrTx/>
              <a:buSzTx/>
              <a:buFontTx/>
              <a:buNone/>
            </a:pPr>
            <a:r>
              <a:rPr lang="zh-CN" altLang="en-US" sz="2400" dirty="0">
                <a:solidFill>
                  <a:srgbClr val="000000"/>
                </a:solidFill>
                <a:latin typeface="华文中宋" panose="02010600040101010101" pitchFamily="2" charset="-122"/>
                <a:ea typeface="华文中宋" panose="02010600040101010101" pitchFamily="2" charset="-122"/>
              </a:rPr>
              <a:t>审查小组的组成：组长；程序的设计者；编写者；测试者。</a:t>
            </a:r>
            <a:endParaRPr lang="zh-CN" altLang="en-US" sz="2400" dirty="0">
              <a:solidFill>
                <a:srgbClr val="000000"/>
              </a:solidFill>
              <a:latin typeface="华文中宋" panose="02010600040101010101" pitchFamily="2" charset="-122"/>
              <a:ea typeface="华文中宋" panose="02010600040101010101" pitchFamily="2" charset="-122"/>
            </a:endParaRPr>
          </a:p>
        </p:txBody>
      </p:sp>
    </p:spTree>
  </p:cSld>
  <p:clrMapOvr>
    <a:masterClrMapping/>
  </p:clrMapOvr>
  <p:transition spd="med">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计算机测试</a:t>
            </a:r>
            <a:endParaRPr kumimoji="1"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p:txBody>
      </p:sp>
      <p:sp>
        <p:nvSpPr>
          <p:cNvPr id="47107"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47108" name="Rectangle 4"/>
          <p:cNvSpPr/>
          <p:nvPr/>
        </p:nvSpPr>
        <p:spPr>
          <a:xfrm>
            <a:off x="611188" y="1268413"/>
            <a:ext cx="8248650" cy="2678112"/>
          </a:xfrm>
          <a:prstGeom prst="rect">
            <a:avLst/>
          </a:prstGeom>
          <a:noFill/>
          <a:ln w="9525">
            <a:noFill/>
          </a:ln>
        </p:spPr>
        <p:txBody>
          <a:bodyPr anchor="ctr" anchorCtr="0">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266700" algn="l" eaLnBrk="1" hangingPunct="1">
              <a:lnSpc>
                <a:spcPct val="100000"/>
              </a:lnSpc>
              <a:spcBef>
                <a:spcPct val="0"/>
              </a:spcBef>
              <a:buClrTx/>
              <a:buSzTx/>
              <a:buFont typeface="Arial" panose="020B0604020202020204" pitchFamily="34" charset="0"/>
              <a:buChar char="•"/>
            </a:pPr>
            <a:r>
              <a:rPr lang="zh-CN" altLang="en-US" sz="2400" dirty="0">
                <a:solidFill>
                  <a:srgbClr val="000000"/>
                </a:solidFill>
                <a:latin typeface="华文中宋" panose="02010600040101010101" pitchFamily="2" charset="-122"/>
                <a:ea typeface="华文中宋" panose="02010600040101010101" pitchFamily="2" charset="-122"/>
              </a:rPr>
              <a:t>在源程序代码编制完成，确认没有语法错误之后，就开始进行单元测试的测试用例设计。程序单元并不一定是一个独立的程序，在考虑测试单元时，同时要考虑它和外界的联系，用一些辅助单元去模拟与被测单元相联系的其它单元。</a:t>
            </a:r>
            <a:endParaRPr lang="en-US" altLang="zh-CN" sz="2400" dirty="0">
              <a:solidFill>
                <a:srgbClr val="000000"/>
              </a:solidFill>
              <a:latin typeface="华文中宋" panose="02010600040101010101" pitchFamily="2" charset="-122"/>
              <a:ea typeface="华文中宋" panose="02010600040101010101" pitchFamily="2" charset="-122"/>
            </a:endParaRPr>
          </a:p>
          <a:p>
            <a:pPr marL="0" lvl="0" indent="266700" algn="l" eaLnBrk="1" hangingPunct="1">
              <a:lnSpc>
                <a:spcPct val="100000"/>
              </a:lnSpc>
              <a:spcBef>
                <a:spcPct val="0"/>
              </a:spcBef>
              <a:buClrTx/>
              <a:buSzTx/>
              <a:buFont typeface="Arial" panose="020B0604020202020204" pitchFamily="34" charset="0"/>
              <a:buChar char="•"/>
            </a:pPr>
            <a:r>
              <a:rPr lang="zh-CN" altLang="en-US" sz="2400" dirty="0">
                <a:solidFill>
                  <a:srgbClr val="000000"/>
                </a:solidFill>
                <a:latin typeface="华文中宋" panose="02010600040101010101" pitchFamily="2" charset="-122"/>
                <a:ea typeface="华文中宋" panose="02010600040101010101" pitchFamily="2" charset="-122"/>
              </a:rPr>
              <a:t>这些辅助单元分为两种：驱动模块和桩模块。桩模块是指模拟被测试的模块所调用的模块，而不是软件产品的组成的部分。 驱动模块是模拟调用被测模块的模块。。 </a:t>
            </a:r>
            <a:endParaRPr lang="zh-CN" altLang="en-US" sz="2400" dirty="0">
              <a:solidFill>
                <a:srgbClr val="000000"/>
              </a:solidFill>
              <a:latin typeface="华文中宋" panose="02010600040101010101" pitchFamily="2" charset="-122"/>
              <a:ea typeface="华文中宋" panose="02010600040101010101" pitchFamily="2" charset="-122"/>
            </a:endParaRPr>
          </a:p>
        </p:txBody>
      </p:sp>
      <p:graphicFrame>
        <p:nvGraphicFramePr>
          <p:cNvPr id="47109" name="对象 2"/>
          <p:cNvGraphicFramePr>
            <a:graphicFrameLocks noChangeAspect="1"/>
          </p:cNvGraphicFramePr>
          <p:nvPr/>
        </p:nvGraphicFramePr>
        <p:xfrm>
          <a:off x="2098675" y="4156075"/>
          <a:ext cx="5273675" cy="2016125"/>
        </p:xfrm>
        <a:graphic>
          <a:graphicData uri="http://schemas.openxmlformats.org/presentationml/2006/ole">
            <mc:AlternateContent xmlns:mc="http://schemas.openxmlformats.org/markup-compatibility/2006">
              <mc:Choice xmlns:v="urn:schemas-microsoft-com:vml" Requires="v">
                <p:oleObj spid="_x0000_s3084" name="" r:id="rId1" imgW="5108575" imgH="1957705" progId="Visio.Drawing.15">
                  <p:embed/>
                </p:oleObj>
              </mc:Choice>
              <mc:Fallback>
                <p:oleObj name="" r:id="rId1" imgW="5108575" imgH="1957705" progId="Visio.Drawing.15">
                  <p:embed/>
                  <p:pic>
                    <p:nvPicPr>
                      <p:cNvPr id="0" name="图片 3083"/>
                      <p:cNvPicPr/>
                      <p:nvPr/>
                    </p:nvPicPr>
                    <p:blipFill>
                      <a:blip r:embed="rId2"/>
                      <a:stretch>
                        <a:fillRect/>
                      </a:stretch>
                    </p:blipFill>
                    <p:spPr>
                      <a:xfrm>
                        <a:off x="2098675" y="4156075"/>
                        <a:ext cx="5273675" cy="2016125"/>
                      </a:xfrm>
                      <a:prstGeom prst="rect">
                        <a:avLst/>
                      </a:prstGeom>
                      <a:noFill/>
                      <a:ln w="38100">
                        <a:noFill/>
                        <a:miter/>
                      </a:ln>
                    </p:spPr>
                  </p:pic>
                </p:oleObj>
              </mc:Fallback>
            </mc:AlternateContent>
          </a:graphicData>
        </a:graphic>
      </p:graphicFrame>
    </p:spTree>
  </p:cSld>
  <p:clrMapOvr>
    <a:masterClrMapping/>
  </p:clrMapOvr>
  <p:transition spd="med">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集成测试</a:t>
            </a:r>
            <a:endParaRPr kumimoji="1"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p:txBody>
      </p:sp>
      <p:sp>
        <p:nvSpPr>
          <p:cNvPr id="48131"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53252" name="Rectangle 4"/>
          <p:cNvSpPr>
            <a:spLocks noChangeArrowheads="1"/>
          </p:cNvSpPr>
          <p:nvPr/>
        </p:nvSpPr>
        <p:spPr bwMode="auto">
          <a:xfrm>
            <a:off x="684213" y="1063625"/>
            <a:ext cx="8135938" cy="3970338"/>
          </a:xfrm>
          <a:prstGeom prst="rect">
            <a:avLst/>
          </a:prstGeom>
          <a:noFill/>
          <a:ln>
            <a:noFill/>
          </a:ln>
        </p:spPr>
        <p:txBody>
          <a:bodyPr anchor="ctr">
            <a:spAutoFit/>
          </a:bodyPr>
          <a:lstStyle>
            <a:lvl1pPr indent="190500" algn="just">
              <a:lnSpc>
                <a:spcPct val="140000"/>
              </a:lnSpc>
              <a:spcBef>
                <a:spcPct val="20000"/>
              </a:spcBef>
              <a:buClr>
                <a:schemeClr val="accent2"/>
              </a:buClr>
              <a:buSzPct val="7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buChar char="è"/>
              <a:defRPr>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buChar char="Ø"/>
              <a:defRPr sz="16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buChar char="–"/>
              <a:defRPr sz="14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buChar char="»"/>
              <a:defRPr sz="12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9pPr>
          </a:lstStyle>
          <a:p>
            <a:pPr marL="0" marR="0" lvl="0" indent="190500" algn="l" defTabSz="914400" rtl="0" eaLnBrk="1" fontAlgn="base" latinLnBrk="0" hangingPunct="1">
              <a:lnSpc>
                <a:spcPct val="150000"/>
              </a:lnSpc>
              <a:spcBef>
                <a:spcPct val="0"/>
              </a:spcBef>
              <a:spcAft>
                <a:spcPct val="0"/>
              </a:spcAft>
              <a:buClrTx/>
              <a:buSzTx/>
              <a:buFontTx/>
              <a:buNone/>
              <a:defRPr/>
            </a:pPr>
            <a:r>
              <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集成测试也叫组装测试，是将多个模块集成起来成为一个功能进行整体测试，集成测试过程中要考虑如下问题</a:t>
            </a:r>
            <a:r>
              <a:rPr kumimoji="1" lang="zh-CN" altLang="en-US" sz="2400" b="0" i="0" u="none" strike="noStrike" kern="1200" cap="none" spc="0" normalizeH="0" baseline="0" noProof="0" dirty="0" smtClean="0">
                <a:ln>
                  <a:noFill/>
                </a:ln>
                <a:solidFill>
                  <a:srgbClr val="000000"/>
                </a:solidFill>
                <a:effectLst/>
                <a:uLnTx/>
                <a:uFillTx/>
                <a:latin typeface="华文中宋" panose="02010600040101010101" pitchFamily="2" charset="-122"/>
                <a:ea typeface="华文中宋" panose="02010600040101010101" pitchFamily="2" charset="-122"/>
                <a:cs typeface="+mn-cs"/>
              </a:rPr>
              <a:t>：</a:t>
            </a:r>
            <a:endPar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a:p>
            <a:pPr marL="0" marR="0" lvl="0" indent="190500" algn="l" defTabSz="914400" rtl="0" eaLnBrk="1" fontAlgn="base" latinLnBrk="0" hangingPunct="1">
              <a:lnSpc>
                <a:spcPct val="150000"/>
              </a:lnSpc>
              <a:spcBef>
                <a:spcPct val="0"/>
              </a:spcBef>
              <a:spcAft>
                <a:spcPct val="0"/>
              </a:spcAft>
              <a:buClr>
                <a:schemeClr val="accent2">
                  <a:lumMod val="75000"/>
                </a:schemeClr>
              </a:buClr>
              <a:buSzTx/>
              <a:buFont typeface="Wingdings" panose="05000000000000000000" pitchFamily="2" charset="2"/>
              <a:buChar char="l"/>
              <a:defRPr/>
            </a:pPr>
            <a:r>
              <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数据穿过模块接口时是否会丢失；</a:t>
            </a:r>
            <a:endPar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a:p>
            <a:pPr marL="0" marR="0" lvl="0" indent="190500" algn="l" defTabSz="914400" rtl="0" eaLnBrk="1" fontAlgn="base" latinLnBrk="0" hangingPunct="1">
              <a:lnSpc>
                <a:spcPct val="150000"/>
              </a:lnSpc>
              <a:spcBef>
                <a:spcPct val="0"/>
              </a:spcBef>
              <a:spcAft>
                <a:spcPct val="0"/>
              </a:spcAft>
              <a:buClr>
                <a:schemeClr val="accent2">
                  <a:lumMod val="75000"/>
                </a:schemeClr>
              </a:buClr>
              <a:buSzTx/>
              <a:buFont typeface="Wingdings" panose="05000000000000000000" pitchFamily="2" charset="2"/>
              <a:buChar char="l"/>
              <a:defRPr/>
            </a:pPr>
            <a:r>
              <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模块的功能是否会对其它模块的功能产生不利的影响；</a:t>
            </a:r>
            <a:endPar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a:p>
            <a:pPr marL="0" marR="0" lvl="0" indent="190500" algn="l" defTabSz="914400" rtl="0" eaLnBrk="1" fontAlgn="base" latinLnBrk="0" hangingPunct="1">
              <a:lnSpc>
                <a:spcPct val="150000"/>
              </a:lnSpc>
              <a:spcBef>
                <a:spcPct val="0"/>
              </a:spcBef>
              <a:spcAft>
                <a:spcPct val="0"/>
              </a:spcAft>
              <a:buClr>
                <a:schemeClr val="accent2">
                  <a:lumMod val="75000"/>
                </a:schemeClr>
              </a:buClr>
              <a:buSzTx/>
              <a:buFont typeface="Wingdings" panose="05000000000000000000" pitchFamily="2" charset="2"/>
              <a:buChar char="l"/>
              <a:defRPr/>
            </a:pPr>
            <a:r>
              <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把子功能组合起来，能否达到预期的主功能要求；</a:t>
            </a:r>
            <a:endPar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a:p>
            <a:pPr marL="0" marR="0" lvl="0" indent="190500" algn="l" defTabSz="914400" rtl="0" eaLnBrk="1" fontAlgn="base" latinLnBrk="0" hangingPunct="1">
              <a:lnSpc>
                <a:spcPct val="150000"/>
              </a:lnSpc>
              <a:spcBef>
                <a:spcPct val="0"/>
              </a:spcBef>
              <a:spcAft>
                <a:spcPct val="0"/>
              </a:spcAft>
              <a:buClr>
                <a:schemeClr val="accent2">
                  <a:lumMod val="75000"/>
                </a:schemeClr>
              </a:buClr>
              <a:buSzTx/>
              <a:buFont typeface="Wingdings" panose="05000000000000000000" pitchFamily="2" charset="2"/>
              <a:buChar char="l"/>
              <a:defRPr/>
            </a:pPr>
            <a:r>
              <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单个模块的误差累积起来是否会放大到不能接受的程度；</a:t>
            </a:r>
            <a:endPar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a:p>
            <a:pPr marL="0" marR="0" lvl="0" indent="190500" algn="l" defTabSz="914400" rtl="0" eaLnBrk="1" fontAlgn="base" latinLnBrk="0" hangingPunct="1">
              <a:lnSpc>
                <a:spcPct val="150000"/>
              </a:lnSpc>
              <a:spcBef>
                <a:spcPct val="0"/>
              </a:spcBef>
              <a:spcAft>
                <a:spcPct val="0"/>
              </a:spcAft>
              <a:buClr>
                <a:schemeClr val="accent2">
                  <a:lumMod val="75000"/>
                </a:schemeClr>
              </a:buClr>
              <a:buSzTx/>
              <a:buFont typeface="Wingdings" panose="05000000000000000000" pitchFamily="2" charset="2"/>
              <a:buChar char="l"/>
              <a:defRPr/>
            </a:pPr>
            <a:r>
              <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全局数据结构是否有问题。</a:t>
            </a:r>
            <a:endPar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p:txBody>
      </p:sp>
    </p:spTree>
  </p:cSld>
  <p:clrMapOvr>
    <a:masterClrMapping/>
  </p:clrMapOvr>
  <p:transition spd="med">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集成测试</a:t>
            </a:r>
            <a:endParaRPr kumimoji="1"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p:txBody>
      </p:sp>
      <p:sp>
        <p:nvSpPr>
          <p:cNvPr id="49155"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56324" name="Text Box 2"/>
          <p:cNvSpPr txBox="1">
            <a:spLocks noChangeArrowheads="1"/>
          </p:cNvSpPr>
          <p:nvPr/>
        </p:nvSpPr>
        <p:spPr bwMode="auto">
          <a:xfrm>
            <a:off x="608013" y="1196975"/>
            <a:ext cx="8102600" cy="4802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lnSpc>
                <a:spcPct val="140000"/>
              </a:lnSpc>
              <a:spcBef>
                <a:spcPct val="20000"/>
              </a:spcBef>
              <a:buClr>
                <a:schemeClr val="accent2"/>
              </a:buClr>
              <a:buSzPct val="7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buChar char="è"/>
              <a:defRPr>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buChar char="Ø"/>
              <a:defRPr sz="16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buChar char="–"/>
              <a:defRPr sz="14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buChar char="»"/>
              <a:defRPr sz="12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ts val="3500"/>
              </a:lnSpc>
              <a:spcBef>
                <a:spcPct val="20000"/>
              </a:spcBef>
              <a:spcAft>
                <a:spcPct val="0"/>
              </a:spcAft>
              <a:buClrTx/>
              <a:buSzTx/>
              <a:buFontTx/>
              <a:buNone/>
              <a:defRPr/>
            </a:pPr>
            <a:r>
              <a:rPr kumimoji="1" lang="zh-CN" altLang="en-US" sz="2400" b="0" i="0" u="none" strike="noStrike" kern="1200" cap="none" spc="0" normalizeH="0" baseline="0" noProof="0" dirty="0" smtClean="0">
                <a:ln>
                  <a:noFill/>
                </a:ln>
                <a:solidFill>
                  <a:srgbClr val="000000"/>
                </a:solidFill>
                <a:effectLst/>
                <a:uLnTx/>
                <a:uFillTx/>
                <a:latin typeface="华文中宋" panose="02010600040101010101" pitchFamily="2" charset="-122"/>
                <a:ea typeface="华文中宋" panose="02010600040101010101" pitchFamily="2" charset="-122"/>
                <a:cs typeface="+mn-cs"/>
              </a:rPr>
              <a:t>集成是组装软件的系统技术；模块组装成程序时有两种方法：</a:t>
            </a:r>
            <a:endParaRPr kumimoji="1" lang="zh-CN" altLang="en-US" sz="2400" b="0" i="0" u="none" strike="noStrike" kern="1200" cap="none" spc="0" normalizeH="0" baseline="0" noProof="0" dirty="0" smtClean="0">
              <a:ln>
                <a:noFill/>
              </a:ln>
              <a:solidFill>
                <a:srgbClr val="000000"/>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1" fontAlgn="base" latinLnBrk="0" hangingPunct="1">
              <a:lnSpc>
                <a:spcPts val="3500"/>
              </a:lnSpc>
              <a:spcBef>
                <a:spcPct val="20000"/>
              </a:spcBef>
              <a:spcAft>
                <a:spcPct val="0"/>
              </a:spcAft>
              <a:buClrTx/>
              <a:buSzTx/>
              <a:buFontTx/>
              <a:buNone/>
              <a:defRPr/>
            </a:pPr>
            <a:r>
              <a:rPr kumimoji="1" lang="zh-CN" altLang="en-US" sz="2400" b="0" i="0" u="none" strike="noStrike" kern="1200" cap="none" spc="0" normalizeH="0" baseline="0" noProof="0" dirty="0" smtClean="0">
                <a:ln>
                  <a:noFill/>
                </a:ln>
                <a:solidFill>
                  <a:srgbClr val="000000"/>
                </a:solidFill>
                <a:effectLst/>
                <a:uLnTx/>
                <a:uFillTx/>
                <a:latin typeface="华文中宋" panose="02010600040101010101" pitchFamily="2" charset="-122"/>
                <a:ea typeface="华文中宋" panose="02010600040101010101" pitchFamily="2" charset="-122"/>
                <a:cs typeface="+mn-cs"/>
              </a:rPr>
              <a:t>1、先分别测试每个模块，再把所有模块按设计要求放在一起结合成所要的程序，称为</a:t>
            </a:r>
            <a:r>
              <a:rPr kumimoji="1" lang="zh-CN" altLang="en-US" sz="2400" b="0" i="0" u="none" strike="noStrike" kern="1200" cap="none" spc="0" normalizeH="0" baseline="0" noProof="0" dirty="0" smtClean="0">
                <a:ln>
                  <a:noFill/>
                </a:ln>
                <a:solidFill>
                  <a:srgbClr val="C00000"/>
                </a:solidFill>
                <a:effectLst/>
                <a:uLnTx/>
                <a:uFillTx/>
                <a:latin typeface="华文中宋" panose="02010600040101010101" pitchFamily="2" charset="-122"/>
                <a:ea typeface="华文中宋" panose="02010600040101010101" pitchFamily="2" charset="-122"/>
                <a:cs typeface="+mn-cs"/>
              </a:rPr>
              <a:t>非渐增式测试方法</a:t>
            </a:r>
            <a:r>
              <a:rPr kumimoji="1" lang="zh-CN" altLang="en-US" sz="2400" b="0" i="0" u="none" strike="noStrike" kern="1200" cap="none" spc="0" normalizeH="0" baseline="0" noProof="0" dirty="0" smtClean="0">
                <a:ln>
                  <a:noFill/>
                </a:ln>
                <a:solidFill>
                  <a:srgbClr val="000000"/>
                </a:solidFill>
                <a:effectLst/>
                <a:uLnTx/>
                <a:uFillTx/>
                <a:latin typeface="华文中宋" panose="02010600040101010101" pitchFamily="2" charset="-122"/>
                <a:ea typeface="华文中宋" panose="02010600040101010101" pitchFamily="2" charset="-122"/>
                <a:cs typeface="+mn-cs"/>
              </a:rPr>
              <a:t>；</a:t>
            </a:r>
            <a:endParaRPr kumimoji="1" lang="zh-CN" altLang="en-US" sz="2400" b="0" i="0" u="none" strike="noStrike" kern="1200" cap="none" spc="0" normalizeH="0" baseline="0" noProof="0" dirty="0" smtClean="0">
              <a:ln>
                <a:noFill/>
              </a:ln>
              <a:solidFill>
                <a:srgbClr val="000000"/>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1" fontAlgn="base" latinLnBrk="0" hangingPunct="1">
              <a:lnSpc>
                <a:spcPts val="3500"/>
              </a:lnSpc>
              <a:spcBef>
                <a:spcPct val="20000"/>
              </a:spcBef>
              <a:spcAft>
                <a:spcPct val="0"/>
              </a:spcAft>
              <a:buClrTx/>
              <a:buSzTx/>
              <a:buFontTx/>
              <a:buNone/>
              <a:defRPr/>
            </a:pPr>
            <a:r>
              <a:rPr kumimoji="1" lang="zh-CN" altLang="en-US" sz="2400" b="0" i="0" u="none" strike="noStrike" kern="1200" cap="none" spc="0" normalizeH="0" baseline="0" noProof="0" dirty="0" smtClean="0">
                <a:ln>
                  <a:noFill/>
                </a:ln>
                <a:solidFill>
                  <a:srgbClr val="000000"/>
                </a:solidFill>
                <a:effectLst/>
                <a:uLnTx/>
                <a:uFillTx/>
                <a:latin typeface="华文中宋" panose="02010600040101010101" pitchFamily="2" charset="-122"/>
                <a:ea typeface="华文中宋" panose="02010600040101010101" pitchFamily="2" charset="-122"/>
                <a:cs typeface="+mn-cs"/>
              </a:rPr>
              <a:t>2、把下一个要测试的模块同已经测试好的那些模块结合起来进行测试，测试完以后再把下一个该测试的模块结合进来测试，这种每次增加一个模块的方法称为</a:t>
            </a:r>
            <a:r>
              <a:rPr kumimoji="1" lang="zh-CN" altLang="en-US" sz="2400" b="0" i="0" u="none" strike="noStrike" kern="1200" cap="none" spc="0" normalizeH="0" baseline="0" noProof="0" dirty="0" smtClean="0">
                <a:ln>
                  <a:noFill/>
                </a:ln>
                <a:solidFill>
                  <a:srgbClr val="C00000"/>
                </a:solidFill>
                <a:effectLst/>
                <a:uLnTx/>
                <a:uFillTx/>
                <a:latin typeface="华文中宋" panose="02010600040101010101" pitchFamily="2" charset="-122"/>
                <a:ea typeface="华文中宋" panose="02010600040101010101" pitchFamily="2" charset="-122"/>
                <a:cs typeface="+mn-cs"/>
              </a:rPr>
              <a:t>渐增式测试</a:t>
            </a:r>
            <a:r>
              <a:rPr kumimoji="1" lang="zh-CN" altLang="en-US" sz="2400" b="0" i="0" u="none" strike="noStrike" kern="1200" cap="none" spc="0" normalizeH="0" baseline="0" noProof="0" dirty="0" smtClean="0">
                <a:ln>
                  <a:noFill/>
                </a:ln>
                <a:solidFill>
                  <a:srgbClr val="000000"/>
                </a:solidFill>
                <a:effectLst/>
                <a:uLnTx/>
                <a:uFillTx/>
                <a:latin typeface="华文中宋" panose="02010600040101010101" pitchFamily="2" charset="-122"/>
                <a:ea typeface="华文中宋" panose="02010600040101010101" pitchFamily="2" charset="-122"/>
                <a:cs typeface="+mn-cs"/>
              </a:rPr>
              <a:t>（实际上同时完成了单元测试和集成测试）。</a:t>
            </a:r>
            <a:endParaRPr kumimoji="1" lang="zh-CN" altLang="en-US" sz="2400" b="0" i="0" u="none" strike="noStrike" kern="1200" cap="none" spc="0" normalizeH="0" baseline="0" noProof="0" dirty="0" smtClean="0">
              <a:ln>
                <a:noFill/>
              </a:ln>
              <a:solidFill>
                <a:srgbClr val="000000"/>
              </a:solidFill>
              <a:effectLst/>
              <a:uLnTx/>
              <a:uFillTx/>
              <a:latin typeface="华文中宋" panose="02010600040101010101" pitchFamily="2" charset="-122"/>
              <a:ea typeface="华文中宋" panose="02010600040101010101" pitchFamily="2" charset="-122"/>
              <a:cs typeface="+mn-cs"/>
            </a:endParaRPr>
          </a:p>
          <a:p>
            <a:pPr marL="342900" marR="0" lvl="0" indent="-342900" algn="just" defTabSz="914400" rtl="0" eaLnBrk="1" fontAlgn="base" latinLnBrk="0" hangingPunct="1">
              <a:lnSpc>
                <a:spcPts val="3500"/>
              </a:lnSpc>
              <a:spcBef>
                <a:spcPct val="20000"/>
              </a:spcBef>
              <a:spcAft>
                <a:spcPct val="0"/>
              </a:spcAft>
              <a:buClrTx/>
              <a:buSzTx/>
              <a:buFont typeface="Arial" panose="020B0604020202020204" pitchFamily="34" charset="0"/>
              <a:buChar char="•"/>
              <a:defRPr/>
            </a:pPr>
            <a:r>
              <a:rPr kumimoji="1" lang="zh-CN" altLang="en-US" sz="2400" b="0" i="0" u="none" strike="noStrike" kern="1200" cap="none" spc="0" normalizeH="0" baseline="0" noProof="0" dirty="0" smtClean="0">
                <a:ln>
                  <a:noFill/>
                </a:ln>
                <a:solidFill>
                  <a:srgbClr val="000000"/>
                </a:solidFill>
                <a:effectLst/>
                <a:uLnTx/>
                <a:uFillTx/>
                <a:latin typeface="华文中宋" panose="02010600040101010101" pitchFamily="2" charset="-122"/>
                <a:ea typeface="华文中宋" panose="02010600040101010101" pitchFamily="2" charset="-122"/>
                <a:cs typeface="+mn-cs"/>
              </a:rPr>
              <a:t>当使用渐增式的测试方法把模块结合到软件系统中去时，有自顶向下和自底向上两种方法。 </a:t>
            </a:r>
            <a:endParaRPr kumimoji="1" lang="zh-CN" altLang="en-US" sz="2400" b="0" i="0" u="none" strike="noStrike" kern="1200" cap="none" spc="0" normalizeH="0" baseline="0" noProof="0" dirty="0" smtClean="0">
              <a:ln>
                <a:noFill/>
              </a:ln>
              <a:solidFill>
                <a:srgbClr val="000000"/>
              </a:solidFill>
              <a:effectLst/>
              <a:uLnTx/>
              <a:uFillTx/>
              <a:latin typeface="华文中宋" panose="02010600040101010101" pitchFamily="2" charset="-122"/>
              <a:ea typeface="华文中宋" panose="02010600040101010101" pitchFamily="2" charset="-122"/>
              <a:cs typeface="+mn-cs"/>
            </a:endParaRPr>
          </a:p>
        </p:txBody>
      </p:sp>
    </p:spTree>
  </p:cSld>
  <p:clrMapOvr>
    <a:masterClrMapping/>
  </p:clrMapOvr>
  <p:transition spd="med">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集成测试</a:t>
            </a:r>
            <a:endParaRPr kumimoji="1"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p:txBody>
      </p:sp>
      <p:sp>
        <p:nvSpPr>
          <p:cNvPr id="50179"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50180" name="Text Box 4"/>
          <p:cNvSpPr txBox="1"/>
          <p:nvPr/>
        </p:nvSpPr>
        <p:spPr>
          <a:xfrm>
            <a:off x="323850" y="4149725"/>
            <a:ext cx="8569325" cy="1631950"/>
          </a:xfrm>
          <a:prstGeom prst="rect">
            <a:avLst/>
          </a:prstGeom>
          <a:noFill/>
          <a:ln w="9525">
            <a:noFill/>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50000"/>
              </a:spcBef>
              <a:buClrTx/>
              <a:buSzTx/>
              <a:buFontTx/>
              <a:buNone/>
            </a:pPr>
            <a:r>
              <a:rPr lang="zh-CN" altLang="en-US" dirty="0">
                <a:solidFill>
                  <a:srgbClr val="000000"/>
                </a:solidFill>
                <a:latin typeface="华文中宋" panose="02010600040101010101" pitchFamily="2" charset="-122"/>
                <a:ea typeface="华文中宋" panose="02010600040101010101" pitchFamily="2" charset="-122"/>
              </a:rPr>
              <a:t>进行单元测试，这时需配以桩模块</a:t>
            </a:r>
            <a:r>
              <a:rPr lang="en-US" altLang="zh-CN" dirty="0">
                <a:solidFill>
                  <a:srgbClr val="000000"/>
                </a:solidFill>
                <a:latin typeface="华文中宋" panose="02010600040101010101" pitchFamily="2" charset="-122"/>
                <a:ea typeface="华文中宋" panose="02010600040101010101" pitchFamily="2" charset="-122"/>
              </a:rPr>
              <a:t>sub1</a:t>
            </a:r>
            <a:r>
              <a:rPr lang="zh-CN" altLang="en-US" dirty="0">
                <a:solidFill>
                  <a:srgbClr val="000000"/>
                </a:solidFill>
                <a:latin typeface="华文中宋" panose="02010600040101010101" pitchFamily="2" charset="-122"/>
                <a:ea typeface="华文中宋" panose="02010600040101010101" pitchFamily="2" charset="-122"/>
              </a:rPr>
              <a:t>、</a:t>
            </a:r>
            <a:r>
              <a:rPr lang="en-US" altLang="zh-CN" dirty="0">
                <a:solidFill>
                  <a:srgbClr val="000000"/>
                </a:solidFill>
                <a:latin typeface="华文中宋" panose="02010600040101010101" pitchFamily="2" charset="-122"/>
                <a:ea typeface="华文中宋" panose="02010600040101010101" pitchFamily="2" charset="-122"/>
              </a:rPr>
              <a:t>sub2</a:t>
            </a:r>
            <a:r>
              <a:rPr lang="zh-CN" altLang="en-US" dirty="0">
                <a:solidFill>
                  <a:srgbClr val="000000"/>
                </a:solidFill>
                <a:latin typeface="华文中宋" panose="02010600040101010101" pitchFamily="2" charset="-122"/>
                <a:ea typeface="华文中宋" panose="02010600040101010101" pitchFamily="2" charset="-122"/>
              </a:rPr>
              <a:t>和</a:t>
            </a:r>
            <a:r>
              <a:rPr lang="en-US" altLang="zh-CN" dirty="0">
                <a:solidFill>
                  <a:srgbClr val="000000"/>
                </a:solidFill>
                <a:latin typeface="华文中宋" panose="02010600040101010101" pitchFamily="2" charset="-122"/>
                <a:ea typeface="华文中宋" panose="02010600040101010101" pitchFamily="2" charset="-122"/>
              </a:rPr>
              <a:t>sub3</a:t>
            </a:r>
            <a:r>
              <a:rPr lang="zh-CN" altLang="en-US" dirty="0">
                <a:solidFill>
                  <a:srgbClr val="000000"/>
                </a:solidFill>
                <a:latin typeface="华文中宋" panose="02010600040101010101" pitchFamily="2" charset="-122"/>
                <a:ea typeface="华文中宋" panose="02010600040101010101" pitchFamily="2" charset="-122"/>
              </a:rPr>
              <a:t>（见图（</a:t>
            </a:r>
            <a:r>
              <a:rPr lang="en-US" altLang="zh-CN" dirty="0">
                <a:solidFill>
                  <a:srgbClr val="000000"/>
                </a:solidFill>
                <a:latin typeface="华文中宋" panose="02010600040101010101" pitchFamily="2" charset="-122"/>
                <a:ea typeface="华文中宋" panose="02010600040101010101" pitchFamily="2" charset="-122"/>
              </a:rPr>
              <a:t>a</a:t>
            </a:r>
            <a:r>
              <a:rPr lang="zh-CN" altLang="en-US" dirty="0">
                <a:solidFill>
                  <a:srgbClr val="000000"/>
                </a:solidFill>
                <a:latin typeface="华文中宋" panose="02010600040101010101" pitchFamily="2" charset="-122"/>
                <a:ea typeface="华文中宋" panose="02010600040101010101" pitchFamily="2" charset="-122"/>
              </a:rPr>
              <a:t>）），以模拟被它调用的模块</a:t>
            </a:r>
            <a:r>
              <a:rPr lang="en-US" altLang="zh-CN" dirty="0">
                <a:solidFill>
                  <a:srgbClr val="000000"/>
                </a:solidFill>
                <a:latin typeface="华文中宋" panose="02010600040101010101" pitchFamily="2" charset="-122"/>
                <a:ea typeface="华文中宋" panose="02010600040101010101" pitchFamily="2" charset="-122"/>
              </a:rPr>
              <a:t>B</a:t>
            </a:r>
            <a:r>
              <a:rPr lang="zh-CN" altLang="en-US" dirty="0">
                <a:solidFill>
                  <a:srgbClr val="000000"/>
                </a:solidFill>
                <a:latin typeface="华文中宋" panose="02010600040101010101" pitchFamily="2" charset="-122"/>
                <a:ea typeface="华文中宋" panose="02010600040101010101" pitchFamily="2" charset="-122"/>
              </a:rPr>
              <a:t>、</a:t>
            </a:r>
            <a:r>
              <a:rPr lang="en-US" altLang="zh-CN" dirty="0">
                <a:solidFill>
                  <a:srgbClr val="000000"/>
                </a:solidFill>
                <a:latin typeface="华文中宋" panose="02010600040101010101" pitchFamily="2" charset="-122"/>
                <a:ea typeface="华文中宋" panose="02010600040101010101" pitchFamily="2" charset="-122"/>
              </a:rPr>
              <a:t>C</a:t>
            </a:r>
            <a:r>
              <a:rPr lang="zh-CN" altLang="en-US" dirty="0">
                <a:solidFill>
                  <a:srgbClr val="000000"/>
                </a:solidFill>
                <a:latin typeface="华文中宋" panose="02010600040101010101" pitchFamily="2" charset="-122"/>
                <a:ea typeface="华文中宋" panose="02010600040101010101" pitchFamily="2" charset="-122"/>
              </a:rPr>
              <a:t>和</a:t>
            </a:r>
            <a:r>
              <a:rPr lang="en-US" altLang="zh-CN" dirty="0">
                <a:solidFill>
                  <a:srgbClr val="000000"/>
                </a:solidFill>
                <a:latin typeface="华文中宋" panose="02010600040101010101" pitchFamily="2" charset="-122"/>
                <a:ea typeface="华文中宋" panose="02010600040101010101" pitchFamily="2" charset="-122"/>
              </a:rPr>
              <a:t>D</a:t>
            </a:r>
            <a:r>
              <a:rPr lang="zh-CN" altLang="en-US" dirty="0">
                <a:solidFill>
                  <a:srgbClr val="000000"/>
                </a:solidFill>
                <a:latin typeface="华文中宋" panose="02010600040101010101" pitchFamily="2" charset="-122"/>
                <a:ea typeface="华文中宋" panose="02010600040101010101" pitchFamily="2" charset="-122"/>
              </a:rPr>
              <a:t>。其后，把模块</a:t>
            </a:r>
            <a:r>
              <a:rPr lang="en-US" altLang="zh-CN" dirty="0">
                <a:solidFill>
                  <a:srgbClr val="000000"/>
                </a:solidFill>
                <a:latin typeface="华文中宋" panose="02010600040101010101" pitchFamily="2" charset="-122"/>
                <a:ea typeface="华文中宋" panose="02010600040101010101" pitchFamily="2" charset="-122"/>
              </a:rPr>
              <a:t>B</a:t>
            </a:r>
            <a:r>
              <a:rPr lang="zh-CN" altLang="en-US" dirty="0">
                <a:solidFill>
                  <a:srgbClr val="000000"/>
                </a:solidFill>
                <a:latin typeface="华文中宋" panose="02010600040101010101" pitchFamily="2" charset="-122"/>
                <a:ea typeface="华文中宋" panose="02010600040101010101" pitchFamily="2" charset="-122"/>
              </a:rPr>
              <a:t>、</a:t>
            </a:r>
            <a:r>
              <a:rPr lang="en-US" altLang="zh-CN" dirty="0">
                <a:solidFill>
                  <a:srgbClr val="000000"/>
                </a:solidFill>
                <a:latin typeface="华文中宋" panose="02010600040101010101" pitchFamily="2" charset="-122"/>
                <a:ea typeface="华文中宋" panose="02010600040101010101" pitchFamily="2" charset="-122"/>
              </a:rPr>
              <a:t>C</a:t>
            </a:r>
            <a:r>
              <a:rPr lang="zh-CN" altLang="en-US" dirty="0">
                <a:solidFill>
                  <a:srgbClr val="000000"/>
                </a:solidFill>
                <a:latin typeface="华文中宋" panose="02010600040101010101" pitchFamily="2" charset="-122"/>
                <a:ea typeface="华文中宋" panose="02010600040101010101" pitchFamily="2" charset="-122"/>
              </a:rPr>
              <a:t>和</a:t>
            </a:r>
            <a:r>
              <a:rPr lang="en-US" altLang="zh-CN" dirty="0">
                <a:solidFill>
                  <a:srgbClr val="000000"/>
                </a:solidFill>
                <a:latin typeface="华文中宋" panose="02010600040101010101" pitchFamily="2" charset="-122"/>
                <a:ea typeface="华文中宋" panose="02010600040101010101" pitchFamily="2" charset="-122"/>
              </a:rPr>
              <a:t>D</a:t>
            </a:r>
            <a:r>
              <a:rPr lang="zh-CN" altLang="en-US" dirty="0">
                <a:solidFill>
                  <a:srgbClr val="000000"/>
                </a:solidFill>
                <a:latin typeface="华文中宋" panose="02010600040101010101" pitchFamily="2" charset="-122"/>
                <a:ea typeface="华文中宋" panose="02010600040101010101" pitchFamily="2" charset="-122"/>
              </a:rPr>
              <a:t>与顶层模块</a:t>
            </a:r>
            <a:r>
              <a:rPr lang="en-US" altLang="zh-CN" dirty="0">
                <a:solidFill>
                  <a:srgbClr val="000000"/>
                </a:solidFill>
                <a:latin typeface="华文中宋" panose="02010600040101010101" pitchFamily="2" charset="-122"/>
                <a:ea typeface="华文中宋" panose="02010600040101010101" pitchFamily="2" charset="-122"/>
              </a:rPr>
              <a:t>A</a:t>
            </a:r>
            <a:r>
              <a:rPr lang="zh-CN" altLang="en-US" dirty="0">
                <a:solidFill>
                  <a:srgbClr val="000000"/>
                </a:solidFill>
                <a:latin typeface="华文中宋" panose="02010600040101010101" pitchFamily="2" charset="-122"/>
                <a:ea typeface="华文中宋" panose="02010600040101010101" pitchFamily="2" charset="-122"/>
              </a:rPr>
              <a:t>连接起来，再对模块</a:t>
            </a:r>
            <a:r>
              <a:rPr lang="en-US" altLang="zh-CN" dirty="0">
                <a:solidFill>
                  <a:srgbClr val="000000"/>
                </a:solidFill>
                <a:latin typeface="华文中宋" panose="02010600040101010101" pitchFamily="2" charset="-122"/>
                <a:ea typeface="华文中宋" panose="02010600040101010101" pitchFamily="2" charset="-122"/>
              </a:rPr>
              <a:t>B</a:t>
            </a:r>
            <a:r>
              <a:rPr lang="zh-CN" altLang="en-US" dirty="0">
                <a:solidFill>
                  <a:srgbClr val="000000"/>
                </a:solidFill>
                <a:latin typeface="华文中宋" panose="02010600040101010101" pitchFamily="2" charset="-122"/>
                <a:ea typeface="华文中宋" panose="02010600040101010101" pitchFamily="2" charset="-122"/>
              </a:rPr>
              <a:t>和</a:t>
            </a:r>
            <a:r>
              <a:rPr lang="en-US" altLang="zh-CN" dirty="0">
                <a:solidFill>
                  <a:srgbClr val="000000"/>
                </a:solidFill>
                <a:latin typeface="华文中宋" panose="02010600040101010101" pitchFamily="2" charset="-122"/>
                <a:ea typeface="华文中宋" panose="02010600040101010101" pitchFamily="2" charset="-122"/>
              </a:rPr>
              <a:t>D</a:t>
            </a:r>
            <a:r>
              <a:rPr lang="zh-CN" altLang="en-US" dirty="0">
                <a:solidFill>
                  <a:srgbClr val="000000"/>
                </a:solidFill>
                <a:latin typeface="华文中宋" panose="02010600040101010101" pitchFamily="2" charset="-122"/>
                <a:ea typeface="华文中宋" panose="02010600040101010101" pitchFamily="2" charset="-122"/>
              </a:rPr>
              <a:t>配以桩模块</a:t>
            </a:r>
            <a:r>
              <a:rPr lang="en-US" altLang="zh-CN" dirty="0">
                <a:solidFill>
                  <a:srgbClr val="000000"/>
                </a:solidFill>
                <a:latin typeface="华文中宋" panose="02010600040101010101" pitchFamily="2" charset="-122"/>
                <a:ea typeface="华文中宋" panose="02010600040101010101" pitchFamily="2" charset="-122"/>
              </a:rPr>
              <a:t>sub4</a:t>
            </a:r>
            <a:r>
              <a:rPr lang="zh-CN" altLang="en-US" dirty="0">
                <a:solidFill>
                  <a:srgbClr val="000000"/>
                </a:solidFill>
                <a:latin typeface="华文中宋" panose="02010600040101010101" pitchFamily="2" charset="-122"/>
                <a:ea typeface="华文中宋" panose="02010600040101010101" pitchFamily="2" charset="-122"/>
              </a:rPr>
              <a:t>和</a:t>
            </a:r>
            <a:r>
              <a:rPr lang="en-US" altLang="zh-CN" dirty="0">
                <a:solidFill>
                  <a:srgbClr val="000000"/>
                </a:solidFill>
                <a:latin typeface="华文中宋" panose="02010600040101010101" pitchFamily="2" charset="-122"/>
                <a:ea typeface="华文中宋" panose="02010600040101010101" pitchFamily="2" charset="-122"/>
              </a:rPr>
              <a:t>sub5</a:t>
            </a:r>
            <a:r>
              <a:rPr lang="zh-CN" altLang="en-US" dirty="0">
                <a:solidFill>
                  <a:srgbClr val="000000"/>
                </a:solidFill>
                <a:latin typeface="华文中宋" panose="02010600040101010101" pitchFamily="2" charset="-122"/>
                <a:ea typeface="华文中宋" panose="02010600040101010101" pitchFamily="2" charset="-122"/>
              </a:rPr>
              <a:t>以模拟对模块</a:t>
            </a:r>
            <a:r>
              <a:rPr lang="en-US" altLang="zh-CN" dirty="0">
                <a:solidFill>
                  <a:srgbClr val="000000"/>
                </a:solidFill>
                <a:latin typeface="华文中宋" panose="02010600040101010101" pitchFamily="2" charset="-122"/>
                <a:ea typeface="华文中宋" panose="02010600040101010101" pitchFamily="2" charset="-122"/>
              </a:rPr>
              <a:t>E</a:t>
            </a:r>
            <a:r>
              <a:rPr lang="zh-CN" altLang="en-US" dirty="0">
                <a:solidFill>
                  <a:srgbClr val="000000"/>
                </a:solidFill>
                <a:latin typeface="华文中宋" panose="02010600040101010101" pitchFamily="2" charset="-122"/>
                <a:ea typeface="华文中宋" panose="02010600040101010101" pitchFamily="2" charset="-122"/>
              </a:rPr>
              <a:t>和</a:t>
            </a:r>
            <a:r>
              <a:rPr lang="en-US" altLang="zh-CN" dirty="0">
                <a:solidFill>
                  <a:srgbClr val="000000"/>
                </a:solidFill>
                <a:latin typeface="华文中宋" panose="02010600040101010101" pitchFamily="2" charset="-122"/>
                <a:ea typeface="华文中宋" panose="02010600040101010101" pitchFamily="2" charset="-122"/>
              </a:rPr>
              <a:t>F</a:t>
            </a:r>
            <a:r>
              <a:rPr lang="zh-CN" altLang="en-US" dirty="0">
                <a:solidFill>
                  <a:srgbClr val="000000"/>
                </a:solidFill>
                <a:latin typeface="华文中宋" panose="02010600040101010101" pitchFamily="2" charset="-122"/>
                <a:ea typeface="华文中宋" panose="02010600040101010101" pitchFamily="2" charset="-122"/>
              </a:rPr>
              <a:t>的调用。这样按图（</a:t>
            </a:r>
            <a:r>
              <a:rPr lang="en-US" altLang="zh-CN" dirty="0">
                <a:solidFill>
                  <a:srgbClr val="000000"/>
                </a:solidFill>
                <a:latin typeface="华文中宋" panose="02010600040101010101" pitchFamily="2" charset="-122"/>
                <a:ea typeface="华文中宋" panose="02010600040101010101" pitchFamily="2" charset="-122"/>
              </a:rPr>
              <a:t>b</a:t>
            </a:r>
            <a:r>
              <a:rPr lang="zh-CN" altLang="en-US" dirty="0">
                <a:solidFill>
                  <a:srgbClr val="000000"/>
                </a:solidFill>
                <a:latin typeface="华文中宋" panose="02010600040101010101" pitchFamily="2" charset="-122"/>
                <a:ea typeface="华文中宋" panose="02010600040101010101" pitchFamily="2" charset="-122"/>
              </a:rPr>
              <a:t>）的形式完成测试。最后，去掉桩模块</a:t>
            </a:r>
            <a:r>
              <a:rPr lang="en-US" altLang="zh-CN" dirty="0">
                <a:solidFill>
                  <a:srgbClr val="000000"/>
                </a:solidFill>
                <a:latin typeface="华文中宋" panose="02010600040101010101" pitchFamily="2" charset="-122"/>
                <a:ea typeface="华文中宋" panose="02010600040101010101" pitchFamily="2" charset="-122"/>
              </a:rPr>
              <a:t>sub4</a:t>
            </a:r>
            <a:r>
              <a:rPr lang="zh-CN" altLang="en-US" dirty="0">
                <a:solidFill>
                  <a:srgbClr val="000000"/>
                </a:solidFill>
                <a:latin typeface="华文中宋" panose="02010600040101010101" pitchFamily="2" charset="-122"/>
                <a:ea typeface="华文中宋" panose="02010600040101010101" pitchFamily="2" charset="-122"/>
              </a:rPr>
              <a:t>和</a:t>
            </a:r>
            <a:r>
              <a:rPr lang="en-US" altLang="zh-CN" dirty="0">
                <a:solidFill>
                  <a:srgbClr val="000000"/>
                </a:solidFill>
                <a:latin typeface="华文中宋" panose="02010600040101010101" pitchFamily="2" charset="-122"/>
                <a:ea typeface="华文中宋" panose="02010600040101010101" pitchFamily="2" charset="-122"/>
              </a:rPr>
              <a:t>sub5</a:t>
            </a:r>
            <a:r>
              <a:rPr lang="zh-CN" altLang="en-US" dirty="0">
                <a:solidFill>
                  <a:srgbClr val="000000"/>
                </a:solidFill>
                <a:latin typeface="华文中宋" panose="02010600040101010101" pitchFamily="2" charset="-122"/>
                <a:ea typeface="华文中宋" panose="02010600040101010101" pitchFamily="2" charset="-122"/>
              </a:rPr>
              <a:t>，把模块</a:t>
            </a:r>
            <a:r>
              <a:rPr lang="en-US" altLang="zh-CN" dirty="0">
                <a:solidFill>
                  <a:srgbClr val="000000"/>
                </a:solidFill>
                <a:latin typeface="华文中宋" panose="02010600040101010101" pitchFamily="2" charset="-122"/>
                <a:ea typeface="华文中宋" panose="02010600040101010101" pitchFamily="2" charset="-122"/>
              </a:rPr>
              <a:t>E</a:t>
            </a:r>
            <a:r>
              <a:rPr lang="zh-CN" altLang="en-US" dirty="0">
                <a:solidFill>
                  <a:srgbClr val="000000"/>
                </a:solidFill>
                <a:latin typeface="华文中宋" panose="02010600040101010101" pitchFamily="2" charset="-122"/>
                <a:ea typeface="华文中宋" panose="02010600040101010101" pitchFamily="2" charset="-122"/>
              </a:rPr>
              <a:t>和</a:t>
            </a:r>
            <a:r>
              <a:rPr lang="en-US" altLang="zh-CN" dirty="0">
                <a:solidFill>
                  <a:srgbClr val="000000"/>
                </a:solidFill>
                <a:latin typeface="华文中宋" panose="02010600040101010101" pitchFamily="2" charset="-122"/>
                <a:ea typeface="华文中宋" panose="02010600040101010101" pitchFamily="2" charset="-122"/>
              </a:rPr>
              <a:t>F</a:t>
            </a:r>
            <a:r>
              <a:rPr lang="zh-CN" altLang="en-US" dirty="0">
                <a:solidFill>
                  <a:srgbClr val="000000"/>
                </a:solidFill>
                <a:latin typeface="华文中宋" panose="02010600040101010101" pitchFamily="2" charset="-122"/>
                <a:ea typeface="华文中宋" panose="02010600040101010101" pitchFamily="2" charset="-122"/>
              </a:rPr>
              <a:t>连上即对完整的结构图（见图（</a:t>
            </a:r>
            <a:r>
              <a:rPr lang="en-US" altLang="zh-CN" dirty="0">
                <a:solidFill>
                  <a:srgbClr val="000000"/>
                </a:solidFill>
                <a:latin typeface="华文中宋" panose="02010600040101010101" pitchFamily="2" charset="-122"/>
                <a:ea typeface="华文中宋" panose="02010600040101010101" pitchFamily="2" charset="-122"/>
              </a:rPr>
              <a:t>c</a:t>
            </a:r>
            <a:r>
              <a:rPr lang="zh-CN" altLang="en-US" dirty="0">
                <a:solidFill>
                  <a:srgbClr val="000000"/>
                </a:solidFill>
                <a:latin typeface="华文中宋" panose="02010600040101010101" pitchFamily="2" charset="-122"/>
                <a:ea typeface="华文中宋" panose="02010600040101010101" pitchFamily="2" charset="-122"/>
              </a:rPr>
              <a:t>））进行测试。</a:t>
            </a:r>
            <a:endParaRPr lang="zh-CN" altLang="en-US" dirty="0">
              <a:solidFill>
                <a:srgbClr val="000000"/>
              </a:solidFill>
              <a:latin typeface="华文中宋" panose="02010600040101010101" pitchFamily="2" charset="-122"/>
              <a:ea typeface="华文中宋" panose="02010600040101010101" pitchFamily="2" charset="-122"/>
            </a:endParaRPr>
          </a:p>
        </p:txBody>
      </p:sp>
      <p:sp>
        <p:nvSpPr>
          <p:cNvPr id="56326" name="Rectangle 2"/>
          <p:cNvSpPr>
            <a:spLocks noGrp="1" noChangeArrowheads="1"/>
          </p:cNvSpPr>
          <p:nvPr>
            <p:ph idx="1"/>
          </p:nvPr>
        </p:nvSpPr>
        <p:spPr>
          <a:xfrm>
            <a:off x="280988" y="1008063"/>
            <a:ext cx="8229600" cy="630238"/>
          </a:xfrm>
        </p:spPr>
        <p:txBody>
          <a:bodyPr vert="horz" wrap="square" lIns="91440" tIns="45720" rIns="91440" bIns="45720" numCol="1" anchor="t" anchorCtr="0" compatLnSpc="1">
            <a:spAutoFit/>
          </a:bodyPr>
          <a:lstStyle/>
          <a:p>
            <a:pPr marL="195580" marR="0" lvl="0" indent="-195580" algn="just" defTabSz="914400" rtl="0" eaLnBrk="1" fontAlgn="base" latinLnBrk="0" hangingPunct="1">
              <a:lnSpc>
                <a:spcPct val="140000"/>
              </a:lnSpc>
              <a:spcBef>
                <a:spcPct val="20000"/>
              </a:spcBef>
              <a:spcAft>
                <a:spcPct val="0"/>
              </a:spcAft>
              <a:buClr>
                <a:schemeClr val="accent2"/>
              </a:buClr>
              <a:buSzPct val="70000"/>
              <a:buFont typeface="Wingdings" panose="05000000000000000000" pitchFamily="2" charset="2"/>
              <a:buChar char="l"/>
              <a:defRPr/>
            </a:pPr>
            <a:r>
              <a:rPr kumimoji="1" lang="zh-CN" altLang="en-US" sz="28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自顶向下增式集成测试</a:t>
            </a:r>
            <a:endParaRPr kumimoji="1" lang="zh-CN" altLang="en-US" sz="28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p:txBody>
      </p:sp>
      <p:graphicFrame>
        <p:nvGraphicFramePr>
          <p:cNvPr id="50182" name="对象 2"/>
          <p:cNvGraphicFramePr>
            <a:graphicFrameLocks noChangeAspect="1"/>
          </p:cNvGraphicFramePr>
          <p:nvPr/>
        </p:nvGraphicFramePr>
        <p:xfrm>
          <a:off x="755650" y="1916113"/>
          <a:ext cx="7569200" cy="1873250"/>
        </p:xfrm>
        <a:graphic>
          <a:graphicData uri="http://schemas.openxmlformats.org/presentationml/2006/ole">
            <mc:AlternateContent xmlns:mc="http://schemas.openxmlformats.org/markup-compatibility/2006">
              <mc:Choice xmlns:v="urn:schemas-microsoft-com:vml" Requires="v">
                <p:oleObj spid="_x0000_s3086" name="" r:id="rId1" imgW="7076440" imgH="1758950" progId="Visio.Drawing.15">
                  <p:embed/>
                </p:oleObj>
              </mc:Choice>
              <mc:Fallback>
                <p:oleObj name="" r:id="rId1" imgW="7076440" imgH="1758950" progId="Visio.Drawing.15">
                  <p:embed/>
                  <p:pic>
                    <p:nvPicPr>
                      <p:cNvPr id="0" name="图片 3085"/>
                      <p:cNvPicPr/>
                      <p:nvPr/>
                    </p:nvPicPr>
                    <p:blipFill>
                      <a:blip r:embed="rId2"/>
                      <a:stretch>
                        <a:fillRect/>
                      </a:stretch>
                    </p:blipFill>
                    <p:spPr>
                      <a:xfrm>
                        <a:off x="755650" y="1916113"/>
                        <a:ext cx="7569200" cy="1873250"/>
                      </a:xfrm>
                      <a:prstGeom prst="rect">
                        <a:avLst/>
                      </a:prstGeom>
                      <a:noFill/>
                      <a:ln w="38100">
                        <a:noFill/>
                        <a:miter/>
                      </a:ln>
                    </p:spPr>
                  </p:pic>
                </p:oleObj>
              </mc:Fallback>
            </mc:AlternateContent>
          </a:graphicData>
        </a:graphic>
      </p:graphicFrame>
    </p:spTree>
  </p:cSld>
  <p:clrMapOvr>
    <a:masterClrMapping/>
  </p:clrMapOvr>
  <p:transition spd="med">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集成测试</a:t>
            </a:r>
            <a:endParaRPr kumimoji="1"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p:txBody>
      </p:sp>
      <p:sp>
        <p:nvSpPr>
          <p:cNvPr id="51203"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57348" name="Rectangle 2"/>
          <p:cNvSpPr txBox="1">
            <a:spLocks noChangeArrowheads="1"/>
          </p:cNvSpPr>
          <p:nvPr/>
        </p:nvSpPr>
        <p:spPr bwMode="auto">
          <a:xfrm>
            <a:off x="381000" y="1114425"/>
            <a:ext cx="8229600" cy="504825"/>
          </a:xfrm>
          <a:prstGeom prst="rect">
            <a:avLst/>
          </a:prstGeom>
          <a:noFill/>
          <a:ln>
            <a:noFill/>
          </a:ln>
        </p:spPr>
        <p:txBody>
          <a:bodyPr/>
          <a:lstStyle>
            <a:lvl1pPr marL="342900" indent="-342900" algn="just">
              <a:lnSpc>
                <a:spcPct val="140000"/>
              </a:lnSpc>
              <a:spcBef>
                <a:spcPct val="20000"/>
              </a:spcBef>
              <a:buClr>
                <a:schemeClr val="accent2"/>
              </a:buClr>
              <a:buSzPct val="7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buChar char="è"/>
              <a:defRPr>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buChar char="Ø"/>
              <a:defRPr sz="16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buChar char="–"/>
              <a:defRPr sz="14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buChar char="»"/>
              <a:defRPr sz="12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20000"/>
              </a:spcBef>
              <a:spcAft>
                <a:spcPct val="0"/>
              </a:spcAft>
              <a:buClr>
                <a:schemeClr val="accent2">
                  <a:lumMod val="75000"/>
                </a:schemeClr>
              </a:buClr>
              <a:buSzPct val="50000"/>
              <a:buFont typeface="Wingdings" panose="05000000000000000000" pitchFamily="2" charset="2"/>
              <a:buChar char="l"/>
              <a:defRPr/>
            </a:pPr>
            <a:r>
              <a:rPr kumimoji="1" lang="zh-CN" altLang="en-US" sz="28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自底向上增式集成测试</a:t>
            </a:r>
            <a:endParaRPr kumimoji="1" lang="zh-CN" altLang="en-US" sz="28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p:txBody>
      </p:sp>
      <p:sp>
        <p:nvSpPr>
          <p:cNvPr id="51205" name="Text Box 4"/>
          <p:cNvSpPr txBox="1"/>
          <p:nvPr/>
        </p:nvSpPr>
        <p:spPr>
          <a:xfrm>
            <a:off x="211138" y="4429125"/>
            <a:ext cx="8569325" cy="1920875"/>
          </a:xfrm>
          <a:prstGeom prst="rect">
            <a:avLst/>
          </a:prstGeom>
          <a:noFill/>
          <a:ln w="9525">
            <a:noFill/>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50000"/>
              </a:spcBef>
              <a:buClrTx/>
              <a:buSzTx/>
              <a:buFontTx/>
              <a:buNone/>
            </a:pPr>
            <a:r>
              <a:rPr lang="zh-CN" altLang="en-US" b="1" dirty="0">
                <a:solidFill>
                  <a:srgbClr val="000000"/>
                </a:solidFill>
                <a:latin typeface="Garamond" panose="02020404030301010803" pitchFamily="18" charset="0"/>
              </a:rPr>
              <a:t>图（</a:t>
            </a:r>
            <a:r>
              <a:rPr lang="en-US" altLang="zh-CN" b="1" dirty="0">
                <a:solidFill>
                  <a:srgbClr val="000000"/>
                </a:solidFill>
                <a:latin typeface="Garamond" panose="02020404030301010803" pitchFamily="18" charset="0"/>
              </a:rPr>
              <a:t>a</a:t>
            </a:r>
            <a:r>
              <a:rPr lang="zh-CN" altLang="en-US" b="1" dirty="0">
                <a:solidFill>
                  <a:srgbClr val="000000"/>
                </a:solidFill>
                <a:latin typeface="Garamond" panose="02020404030301010803" pitchFamily="18" charset="0"/>
              </a:rPr>
              <a:t>）、（</a:t>
            </a:r>
            <a:r>
              <a:rPr lang="en-US" altLang="zh-CN" b="1" dirty="0">
                <a:solidFill>
                  <a:srgbClr val="000000"/>
                </a:solidFill>
                <a:latin typeface="Garamond" panose="02020404030301010803" pitchFamily="18" charset="0"/>
              </a:rPr>
              <a:t>b</a:t>
            </a:r>
            <a:r>
              <a:rPr lang="zh-CN" altLang="en-US" b="1" dirty="0">
                <a:solidFill>
                  <a:srgbClr val="000000"/>
                </a:solidFill>
                <a:latin typeface="Garamond" panose="02020404030301010803" pitchFamily="18" charset="0"/>
              </a:rPr>
              <a:t>）和（</a:t>
            </a:r>
            <a:r>
              <a:rPr lang="en-US" altLang="zh-CN" b="1" dirty="0">
                <a:solidFill>
                  <a:srgbClr val="000000"/>
                </a:solidFill>
                <a:latin typeface="Garamond" panose="02020404030301010803" pitchFamily="18" charset="0"/>
              </a:rPr>
              <a:t>c</a:t>
            </a:r>
            <a:r>
              <a:rPr lang="zh-CN" altLang="en-US" b="1" dirty="0">
                <a:solidFill>
                  <a:srgbClr val="000000"/>
                </a:solidFill>
                <a:latin typeface="Garamond" panose="02020404030301010803" pitchFamily="18" charset="0"/>
              </a:rPr>
              <a:t>）表示：树状结构图中处在最下层的叶结点模块</a:t>
            </a:r>
            <a:r>
              <a:rPr lang="en-US" altLang="zh-CN" b="1" dirty="0">
                <a:solidFill>
                  <a:srgbClr val="000000"/>
                </a:solidFill>
                <a:latin typeface="Garamond" panose="02020404030301010803" pitchFamily="18" charset="0"/>
              </a:rPr>
              <a:t>E</a:t>
            </a:r>
            <a:r>
              <a:rPr lang="zh-CN" altLang="en-US" b="1" dirty="0">
                <a:solidFill>
                  <a:srgbClr val="000000"/>
                </a:solidFill>
                <a:latin typeface="Garamond" panose="02020404030301010803" pitchFamily="18" charset="0"/>
              </a:rPr>
              <a:t>、</a:t>
            </a:r>
            <a:r>
              <a:rPr lang="en-US" altLang="zh-CN" b="1" dirty="0">
                <a:solidFill>
                  <a:srgbClr val="000000"/>
                </a:solidFill>
                <a:latin typeface="Garamond" panose="02020404030301010803" pitchFamily="18" charset="0"/>
              </a:rPr>
              <a:t>C</a:t>
            </a:r>
            <a:r>
              <a:rPr lang="zh-CN" altLang="en-US" b="1" dirty="0">
                <a:solidFill>
                  <a:srgbClr val="000000"/>
                </a:solidFill>
                <a:latin typeface="Garamond" panose="02020404030301010803" pitchFamily="18" charset="0"/>
              </a:rPr>
              <a:t>和</a:t>
            </a:r>
            <a:r>
              <a:rPr lang="en-US" altLang="zh-CN" b="1" dirty="0">
                <a:solidFill>
                  <a:srgbClr val="000000"/>
                </a:solidFill>
                <a:latin typeface="Garamond" panose="02020404030301010803" pitchFamily="18" charset="0"/>
              </a:rPr>
              <a:t>F</a:t>
            </a:r>
            <a:r>
              <a:rPr lang="zh-CN" altLang="en-US" b="1" dirty="0">
                <a:solidFill>
                  <a:srgbClr val="000000"/>
                </a:solidFill>
                <a:latin typeface="Garamond" panose="02020404030301010803" pitchFamily="18" charset="0"/>
              </a:rPr>
              <a:t>，由于它们不再调用其他模块，对它们进行单元测试时，只需配以驱动模块</a:t>
            </a:r>
            <a:r>
              <a:rPr lang="en-US" altLang="zh-CN" b="1" dirty="0">
                <a:solidFill>
                  <a:srgbClr val="000000"/>
                </a:solidFill>
                <a:latin typeface="Garamond" panose="02020404030301010803" pitchFamily="18" charset="0"/>
              </a:rPr>
              <a:t>drv1</a:t>
            </a:r>
            <a:r>
              <a:rPr lang="zh-CN" altLang="en-US" b="1" dirty="0">
                <a:solidFill>
                  <a:srgbClr val="000000"/>
                </a:solidFill>
                <a:latin typeface="Garamond" panose="02020404030301010803" pitchFamily="18" charset="0"/>
              </a:rPr>
              <a:t>、</a:t>
            </a:r>
            <a:r>
              <a:rPr lang="en-US" altLang="zh-CN" b="1" dirty="0">
                <a:solidFill>
                  <a:srgbClr val="000000"/>
                </a:solidFill>
                <a:latin typeface="Garamond" panose="02020404030301010803" pitchFamily="18" charset="0"/>
              </a:rPr>
              <a:t>drv2</a:t>
            </a:r>
            <a:r>
              <a:rPr lang="zh-CN" altLang="en-US" b="1" dirty="0">
                <a:solidFill>
                  <a:srgbClr val="000000"/>
                </a:solidFill>
                <a:latin typeface="Garamond" panose="02020404030301010803" pitchFamily="18" charset="0"/>
              </a:rPr>
              <a:t>和</a:t>
            </a:r>
            <a:r>
              <a:rPr lang="en-US" altLang="zh-CN" b="1" dirty="0">
                <a:solidFill>
                  <a:srgbClr val="000000"/>
                </a:solidFill>
                <a:latin typeface="Garamond" panose="02020404030301010803" pitchFamily="18" charset="0"/>
              </a:rPr>
              <a:t>drv3</a:t>
            </a:r>
            <a:r>
              <a:rPr lang="zh-CN" altLang="en-US" b="1" dirty="0">
                <a:solidFill>
                  <a:srgbClr val="000000"/>
                </a:solidFill>
                <a:latin typeface="Garamond" panose="02020404030301010803" pitchFamily="18" charset="0"/>
              </a:rPr>
              <a:t>，用来模拟</a:t>
            </a:r>
            <a:r>
              <a:rPr lang="en-US" altLang="zh-CN" b="1" dirty="0">
                <a:solidFill>
                  <a:srgbClr val="000000"/>
                </a:solidFill>
                <a:latin typeface="Garamond" panose="02020404030301010803" pitchFamily="18" charset="0"/>
              </a:rPr>
              <a:t>B</a:t>
            </a:r>
            <a:r>
              <a:rPr lang="zh-CN" altLang="en-US" b="1" dirty="0">
                <a:solidFill>
                  <a:srgbClr val="000000"/>
                </a:solidFill>
                <a:latin typeface="Garamond" panose="02020404030301010803" pitchFamily="18" charset="0"/>
              </a:rPr>
              <a:t>、</a:t>
            </a:r>
            <a:r>
              <a:rPr lang="en-US" altLang="zh-CN" b="1" dirty="0">
                <a:solidFill>
                  <a:srgbClr val="000000"/>
                </a:solidFill>
                <a:latin typeface="Garamond" panose="02020404030301010803" pitchFamily="18" charset="0"/>
              </a:rPr>
              <a:t>A</a:t>
            </a:r>
            <a:r>
              <a:rPr lang="zh-CN" altLang="en-US" b="1" dirty="0">
                <a:solidFill>
                  <a:srgbClr val="000000"/>
                </a:solidFill>
                <a:latin typeface="Garamond" panose="02020404030301010803" pitchFamily="18" charset="0"/>
              </a:rPr>
              <a:t>和</a:t>
            </a:r>
            <a:r>
              <a:rPr lang="en-US" altLang="zh-CN" b="1" dirty="0">
                <a:solidFill>
                  <a:srgbClr val="000000"/>
                </a:solidFill>
                <a:latin typeface="Garamond" panose="02020404030301010803" pitchFamily="18" charset="0"/>
              </a:rPr>
              <a:t>D</a:t>
            </a:r>
            <a:r>
              <a:rPr lang="zh-CN" altLang="en-US" b="1" dirty="0">
                <a:solidFill>
                  <a:srgbClr val="000000"/>
                </a:solidFill>
                <a:latin typeface="Garamond" panose="02020404030301010803" pitchFamily="18" charset="0"/>
              </a:rPr>
              <a:t>对它们的调用。完成这三个单元测试以后，再按图（</a:t>
            </a:r>
            <a:r>
              <a:rPr lang="en-US" altLang="zh-CN" b="1" dirty="0">
                <a:solidFill>
                  <a:srgbClr val="000000"/>
                </a:solidFill>
                <a:latin typeface="Garamond" panose="02020404030301010803" pitchFamily="18" charset="0"/>
              </a:rPr>
              <a:t>d</a:t>
            </a:r>
            <a:r>
              <a:rPr lang="zh-CN" altLang="en-US" b="1" dirty="0">
                <a:solidFill>
                  <a:srgbClr val="000000"/>
                </a:solidFill>
                <a:latin typeface="Garamond" panose="02020404030301010803" pitchFamily="18" charset="0"/>
              </a:rPr>
              <a:t>）和（</a:t>
            </a:r>
            <a:r>
              <a:rPr lang="en-US" altLang="zh-CN" b="1" dirty="0">
                <a:solidFill>
                  <a:srgbClr val="000000"/>
                </a:solidFill>
                <a:latin typeface="Garamond" panose="02020404030301010803" pitchFamily="18" charset="0"/>
              </a:rPr>
              <a:t>e</a:t>
            </a:r>
            <a:r>
              <a:rPr lang="zh-CN" altLang="en-US" b="1" dirty="0">
                <a:solidFill>
                  <a:srgbClr val="000000"/>
                </a:solidFill>
                <a:latin typeface="Garamond" panose="02020404030301010803" pitchFamily="18" charset="0"/>
              </a:rPr>
              <a:t>）的形式，分别将模块</a:t>
            </a:r>
            <a:r>
              <a:rPr lang="en-US" altLang="zh-CN" b="1" dirty="0">
                <a:solidFill>
                  <a:srgbClr val="000000"/>
                </a:solidFill>
                <a:latin typeface="Garamond" panose="02020404030301010803" pitchFamily="18" charset="0"/>
              </a:rPr>
              <a:t>B</a:t>
            </a:r>
            <a:r>
              <a:rPr lang="zh-CN" altLang="en-US" b="1" dirty="0">
                <a:solidFill>
                  <a:srgbClr val="000000"/>
                </a:solidFill>
                <a:latin typeface="Garamond" panose="02020404030301010803" pitchFamily="18" charset="0"/>
              </a:rPr>
              <a:t>和</a:t>
            </a:r>
            <a:r>
              <a:rPr lang="en-US" altLang="zh-CN" b="1" dirty="0">
                <a:solidFill>
                  <a:srgbClr val="000000"/>
                </a:solidFill>
                <a:latin typeface="Garamond" panose="02020404030301010803" pitchFamily="18" charset="0"/>
              </a:rPr>
              <a:t>E</a:t>
            </a:r>
            <a:r>
              <a:rPr lang="zh-CN" altLang="en-US" b="1" dirty="0">
                <a:solidFill>
                  <a:srgbClr val="000000"/>
                </a:solidFill>
                <a:latin typeface="Garamond" panose="02020404030301010803" pitchFamily="18" charset="0"/>
              </a:rPr>
              <a:t>及模块</a:t>
            </a:r>
            <a:r>
              <a:rPr lang="en-US" altLang="zh-CN" b="1" dirty="0">
                <a:solidFill>
                  <a:srgbClr val="000000"/>
                </a:solidFill>
                <a:latin typeface="Garamond" panose="02020404030301010803" pitchFamily="18" charset="0"/>
              </a:rPr>
              <a:t>D</a:t>
            </a:r>
            <a:r>
              <a:rPr lang="zh-CN" altLang="en-US" b="1" dirty="0">
                <a:solidFill>
                  <a:srgbClr val="000000"/>
                </a:solidFill>
                <a:latin typeface="Garamond" panose="02020404030301010803" pitchFamily="18" charset="0"/>
              </a:rPr>
              <a:t>和</a:t>
            </a:r>
            <a:r>
              <a:rPr lang="en-US" altLang="zh-CN" b="1" dirty="0">
                <a:solidFill>
                  <a:srgbClr val="000000"/>
                </a:solidFill>
                <a:latin typeface="Garamond" panose="02020404030301010803" pitchFamily="18" charset="0"/>
              </a:rPr>
              <a:t>F</a:t>
            </a:r>
            <a:r>
              <a:rPr lang="zh-CN" altLang="en-US" b="1" dirty="0">
                <a:solidFill>
                  <a:srgbClr val="000000"/>
                </a:solidFill>
                <a:latin typeface="Garamond" panose="02020404030301010803" pitchFamily="18" charset="0"/>
              </a:rPr>
              <a:t>连接起来，在配以驱动模块</a:t>
            </a:r>
            <a:r>
              <a:rPr lang="en-US" altLang="zh-CN" b="1" dirty="0">
                <a:solidFill>
                  <a:srgbClr val="000000"/>
                </a:solidFill>
                <a:latin typeface="Garamond" panose="02020404030301010803" pitchFamily="18" charset="0"/>
              </a:rPr>
              <a:t>drv4</a:t>
            </a:r>
            <a:r>
              <a:rPr lang="zh-CN" altLang="en-US" b="1" dirty="0">
                <a:solidFill>
                  <a:srgbClr val="000000"/>
                </a:solidFill>
                <a:latin typeface="Garamond" panose="02020404030301010803" pitchFamily="18" charset="0"/>
              </a:rPr>
              <a:t>和</a:t>
            </a:r>
            <a:r>
              <a:rPr lang="en-US" altLang="zh-CN" b="1" dirty="0">
                <a:solidFill>
                  <a:srgbClr val="000000"/>
                </a:solidFill>
                <a:latin typeface="Garamond" panose="02020404030301010803" pitchFamily="18" charset="0"/>
              </a:rPr>
              <a:t>drv5</a:t>
            </a:r>
            <a:r>
              <a:rPr lang="zh-CN" altLang="en-US" b="1" dirty="0">
                <a:solidFill>
                  <a:srgbClr val="000000"/>
                </a:solidFill>
                <a:latin typeface="Garamond" panose="02020404030301010803" pitchFamily="18" charset="0"/>
              </a:rPr>
              <a:t>的条件下实施部分集成测试。最后再按图（</a:t>
            </a:r>
            <a:r>
              <a:rPr lang="en-US" altLang="zh-CN" b="1" dirty="0">
                <a:solidFill>
                  <a:srgbClr val="000000"/>
                </a:solidFill>
                <a:latin typeface="Garamond" panose="02020404030301010803" pitchFamily="18" charset="0"/>
              </a:rPr>
              <a:t>f</a:t>
            </a:r>
            <a:r>
              <a:rPr lang="zh-CN" altLang="en-US" b="1" dirty="0">
                <a:solidFill>
                  <a:srgbClr val="000000"/>
                </a:solidFill>
                <a:latin typeface="Garamond" panose="02020404030301010803" pitchFamily="18" charset="0"/>
              </a:rPr>
              <a:t>）的形式完成整体的集成测试。</a:t>
            </a:r>
            <a:endParaRPr lang="zh-CN" altLang="en-US" b="1" dirty="0">
              <a:solidFill>
                <a:srgbClr val="000000"/>
              </a:solidFill>
              <a:latin typeface="Garamond" panose="02020404030301010803" pitchFamily="18" charset="0"/>
            </a:endParaRPr>
          </a:p>
        </p:txBody>
      </p:sp>
      <p:graphicFrame>
        <p:nvGraphicFramePr>
          <p:cNvPr id="51206" name="对象 2"/>
          <p:cNvGraphicFramePr>
            <a:graphicFrameLocks noChangeAspect="1"/>
          </p:cNvGraphicFramePr>
          <p:nvPr/>
        </p:nvGraphicFramePr>
        <p:xfrm>
          <a:off x="755650" y="1989138"/>
          <a:ext cx="7651750" cy="2001837"/>
        </p:xfrm>
        <a:graphic>
          <a:graphicData uri="http://schemas.openxmlformats.org/presentationml/2006/ole">
            <mc:AlternateContent xmlns:mc="http://schemas.openxmlformats.org/markup-compatibility/2006">
              <mc:Choice xmlns:v="urn:schemas-microsoft-com:vml" Requires="v">
                <p:oleObj spid="_x0000_s3085" name="" r:id="rId1" imgW="6420485" imgH="1689735" progId="Visio.Drawing.15">
                  <p:embed/>
                </p:oleObj>
              </mc:Choice>
              <mc:Fallback>
                <p:oleObj name="" r:id="rId1" imgW="6420485" imgH="1689735" progId="Visio.Drawing.15">
                  <p:embed/>
                  <p:pic>
                    <p:nvPicPr>
                      <p:cNvPr id="0" name="图片 3084"/>
                      <p:cNvPicPr/>
                      <p:nvPr/>
                    </p:nvPicPr>
                    <p:blipFill>
                      <a:blip r:embed="rId2"/>
                      <a:stretch>
                        <a:fillRect/>
                      </a:stretch>
                    </p:blipFill>
                    <p:spPr>
                      <a:xfrm>
                        <a:off x="755650" y="1989138"/>
                        <a:ext cx="7651750" cy="2001837"/>
                      </a:xfrm>
                      <a:prstGeom prst="rect">
                        <a:avLst/>
                      </a:prstGeom>
                      <a:noFill/>
                      <a:ln w="38100">
                        <a:noFill/>
                        <a:miter/>
                      </a:ln>
                    </p:spPr>
                  </p:pic>
                </p:oleObj>
              </mc:Fallback>
            </mc:AlternateContent>
          </a:graphicData>
        </a:graphic>
      </p:graphicFrame>
      <p:sp>
        <p:nvSpPr>
          <p:cNvPr id="4" name="矩形 3"/>
          <p:cNvSpPr/>
          <p:nvPr/>
        </p:nvSpPr>
        <p:spPr>
          <a:xfrm>
            <a:off x="1697038" y="3938588"/>
            <a:ext cx="6619875" cy="461963"/>
          </a:xfrm>
          <a:prstGeom prst="rect">
            <a:avLst/>
          </a:prstGeom>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zh-CN" sz="2400" b="1" i="0" u="none" strike="noStrike" kern="0" cap="none" spc="0" normalizeH="0" baseline="0" noProof="0" dirty="0">
                <a:ln>
                  <a:noFill/>
                </a:ln>
                <a:solidFill>
                  <a:schemeClr val="accent2"/>
                </a:solidFill>
                <a:effectLst/>
                <a:uLnTx/>
                <a:uFillTx/>
                <a:latin typeface="华文中宋" panose="02010600040101010101" pitchFamily="2" charset="-122"/>
                <a:ea typeface="宋体" panose="02010600030101010101" pitchFamily="2" charset="-122"/>
                <a:cs typeface="宋体" panose="02010600030101010101" pitchFamily="2" charset="-122"/>
              </a:rPr>
              <a:t>（</a:t>
            </a:r>
            <a:r>
              <a:rPr kumimoji="0" lang="en-US" altLang="zh-CN" sz="2400" b="1" i="0" u="none" strike="noStrike" kern="0" cap="none" spc="0" normalizeH="0" baseline="0" noProof="0" dirty="0">
                <a:ln>
                  <a:noFill/>
                </a:ln>
                <a:solidFill>
                  <a:schemeClr val="accent2"/>
                </a:solidFill>
                <a:effectLst/>
                <a:uLnTx/>
                <a:uFillTx/>
                <a:latin typeface="华文中宋" panose="02010600040101010101" pitchFamily="2" charset="-122"/>
                <a:ea typeface="宋体" panose="02010600030101010101" pitchFamily="2" charset="-122"/>
                <a:cs typeface="宋体" panose="02010600030101010101" pitchFamily="2" charset="-122"/>
              </a:rPr>
              <a:t>a</a:t>
            </a:r>
            <a:r>
              <a:rPr kumimoji="0" lang="zh-CN" altLang="zh-CN" sz="2400" b="1" i="0" u="none" strike="noStrike" kern="0" cap="none" spc="0" normalizeH="0" baseline="0" noProof="0" dirty="0">
                <a:ln>
                  <a:noFill/>
                </a:ln>
                <a:solidFill>
                  <a:schemeClr val="accent2"/>
                </a:solidFill>
                <a:effectLst/>
                <a:uLnTx/>
                <a:uFillTx/>
                <a:latin typeface="华文中宋" panose="02010600040101010101" pitchFamily="2" charset="-122"/>
                <a:ea typeface="宋体" panose="02010600030101010101" pitchFamily="2" charset="-122"/>
                <a:cs typeface="宋体" panose="02010600030101010101" pitchFamily="2" charset="-122"/>
              </a:rPr>
              <a:t>）</a:t>
            </a:r>
            <a:r>
              <a:rPr kumimoji="0" lang="en-US" altLang="zh-CN" sz="2400" b="1" i="0" u="none" strike="noStrike" kern="0" cap="none" spc="0" normalizeH="0" baseline="0" noProof="0" dirty="0">
                <a:ln>
                  <a:noFill/>
                </a:ln>
                <a:solidFill>
                  <a:schemeClr val="accent2"/>
                </a:solidFill>
                <a:effectLst/>
                <a:uLnTx/>
                <a:uFillTx/>
                <a:latin typeface="华文中宋" panose="02010600040101010101" pitchFamily="2" charset="-122"/>
                <a:ea typeface="宋体" panose="02010600030101010101" pitchFamily="2" charset="-122"/>
                <a:cs typeface="宋体" panose="02010600030101010101" pitchFamily="2" charset="-122"/>
              </a:rPr>
              <a:t>               </a:t>
            </a:r>
            <a:r>
              <a:rPr kumimoji="0" lang="zh-CN" altLang="zh-CN" sz="2400" b="1" i="0" u="none" strike="noStrike" kern="0" cap="none" spc="0" normalizeH="0" baseline="0" noProof="0" dirty="0">
                <a:ln>
                  <a:noFill/>
                </a:ln>
                <a:solidFill>
                  <a:schemeClr val="accent2"/>
                </a:solidFill>
                <a:effectLst/>
                <a:uLnTx/>
                <a:uFillTx/>
                <a:latin typeface="华文中宋" panose="02010600040101010101" pitchFamily="2" charset="-122"/>
                <a:ea typeface="宋体" panose="02010600030101010101" pitchFamily="2" charset="-122"/>
                <a:cs typeface="宋体" panose="02010600030101010101" pitchFamily="2" charset="-122"/>
              </a:rPr>
              <a:t>（</a:t>
            </a:r>
            <a:r>
              <a:rPr kumimoji="0" lang="en-US" altLang="zh-CN" sz="2400" b="1" i="0" u="none" strike="noStrike" kern="0" cap="none" spc="0" normalizeH="0" baseline="0" noProof="0" dirty="0">
                <a:ln>
                  <a:noFill/>
                </a:ln>
                <a:solidFill>
                  <a:schemeClr val="accent2"/>
                </a:solidFill>
                <a:effectLst/>
                <a:uLnTx/>
                <a:uFillTx/>
                <a:latin typeface="华文中宋" panose="02010600040101010101" pitchFamily="2" charset="-122"/>
                <a:ea typeface="宋体" panose="02010600030101010101" pitchFamily="2" charset="-122"/>
                <a:cs typeface="宋体" panose="02010600030101010101" pitchFamily="2" charset="-122"/>
              </a:rPr>
              <a:t>b</a:t>
            </a:r>
            <a:r>
              <a:rPr kumimoji="0" lang="zh-CN" altLang="zh-CN" sz="2400" b="1" i="0" u="none" strike="noStrike" kern="0" cap="none" spc="0" normalizeH="0" baseline="0" noProof="0" dirty="0">
                <a:ln>
                  <a:noFill/>
                </a:ln>
                <a:solidFill>
                  <a:schemeClr val="accent2"/>
                </a:solidFill>
                <a:effectLst/>
                <a:uLnTx/>
                <a:uFillTx/>
                <a:latin typeface="华文中宋" panose="02010600040101010101" pitchFamily="2" charset="-122"/>
                <a:ea typeface="宋体" panose="02010600030101010101" pitchFamily="2" charset="-122"/>
                <a:cs typeface="宋体" panose="02010600030101010101" pitchFamily="2" charset="-122"/>
              </a:rPr>
              <a:t>）</a:t>
            </a:r>
            <a:r>
              <a:rPr kumimoji="0" lang="en-US" altLang="zh-CN" sz="2400" b="1" i="0" u="none" strike="noStrike" kern="0" cap="none" spc="0" normalizeH="0" baseline="0" noProof="0" dirty="0">
                <a:ln>
                  <a:noFill/>
                </a:ln>
                <a:solidFill>
                  <a:schemeClr val="accent2"/>
                </a:solidFill>
                <a:effectLst/>
                <a:uLnTx/>
                <a:uFillTx/>
                <a:latin typeface="华文中宋" panose="02010600040101010101" pitchFamily="2" charset="-122"/>
                <a:ea typeface="宋体" panose="02010600030101010101" pitchFamily="2" charset="-122"/>
                <a:cs typeface="宋体" panose="02010600030101010101" pitchFamily="2" charset="-122"/>
              </a:rPr>
              <a:t>                   </a:t>
            </a:r>
            <a:r>
              <a:rPr kumimoji="0" lang="zh-CN" altLang="zh-CN" sz="2400" b="1" i="0" u="none" strike="noStrike" kern="0" cap="none" spc="0" normalizeH="0" baseline="0" noProof="0" dirty="0">
                <a:ln>
                  <a:noFill/>
                </a:ln>
                <a:solidFill>
                  <a:schemeClr val="accent2"/>
                </a:solidFill>
                <a:effectLst/>
                <a:uLnTx/>
                <a:uFillTx/>
                <a:latin typeface="华文中宋" panose="02010600040101010101" pitchFamily="2" charset="-122"/>
                <a:ea typeface="宋体" panose="02010600030101010101" pitchFamily="2" charset="-122"/>
                <a:cs typeface="宋体" panose="02010600030101010101" pitchFamily="2" charset="-122"/>
              </a:rPr>
              <a:t>（</a:t>
            </a:r>
            <a:r>
              <a:rPr kumimoji="0" lang="en-US" altLang="zh-CN" sz="2400" b="1" i="0" u="none" strike="noStrike" kern="0" cap="none" spc="0" normalizeH="0" baseline="0" noProof="0" dirty="0">
                <a:ln>
                  <a:noFill/>
                </a:ln>
                <a:solidFill>
                  <a:schemeClr val="accent2"/>
                </a:solidFill>
                <a:effectLst/>
                <a:uLnTx/>
                <a:uFillTx/>
                <a:latin typeface="华文中宋" panose="02010600040101010101" pitchFamily="2" charset="-122"/>
                <a:ea typeface="宋体" panose="02010600030101010101" pitchFamily="2" charset="-122"/>
                <a:cs typeface="宋体" panose="02010600030101010101" pitchFamily="2" charset="-122"/>
              </a:rPr>
              <a:t>c</a:t>
            </a:r>
            <a:r>
              <a:rPr kumimoji="0" lang="zh-CN" altLang="zh-CN" sz="2400" b="1" i="0" u="none" strike="noStrike" kern="0" cap="none" spc="0" normalizeH="0" baseline="0" noProof="0" dirty="0">
                <a:ln>
                  <a:noFill/>
                </a:ln>
                <a:solidFill>
                  <a:schemeClr val="accent2"/>
                </a:solidFill>
                <a:effectLst/>
                <a:uLnTx/>
                <a:uFillTx/>
                <a:latin typeface="华文中宋" panose="02010600040101010101" pitchFamily="2" charset="-122"/>
                <a:ea typeface="宋体" panose="02010600030101010101" pitchFamily="2" charset="-122"/>
                <a:cs typeface="宋体" panose="02010600030101010101" pitchFamily="2" charset="-122"/>
              </a:rPr>
              <a:t>）</a:t>
            </a:r>
            <a:endParaRPr kumimoji="0" lang="zh-CN" altLang="en-US" sz="2400" b="1" i="0" u="none" strike="noStrike" kern="1200" cap="none" spc="0" normalizeH="0" baseline="0" noProof="0" dirty="0">
              <a:ln>
                <a:noFill/>
              </a:ln>
              <a:solidFill>
                <a:schemeClr val="accent2"/>
              </a:solidFill>
              <a:effectLst/>
              <a:uLnTx/>
              <a:uFillTx/>
              <a:latin typeface="华文中宋" panose="02010600040101010101" pitchFamily="2" charset="-122"/>
              <a:ea typeface="华文中宋" panose="02010600040101010101" pitchFamily="2" charset="-122"/>
              <a:cs typeface="+mn-cs"/>
            </a:endParaRPr>
          </a:p>
        </p:txBody>
      </p:sp>
    </p:spTree>
  </p:cSld>
  <p:clrMapOvr>
    <a:masterClrMapping/>
  </p:clrMapOvr>
  <p:transition spd="med">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2800" b="1" i="0" u="none" strike="noStrike" kern="0" cap="none" spc="0" normalizeH="0" baseline="0" noProof="0" dirty="0" smtClean="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5.4 </a:t>
            </a:r>
            <a:r>
              <a:rPr kumimoji="1" lang="zh-CN" altLang="en-US" sz="2800" b="1" i="0" u="none" strike="noStrike" kern="0" cap="none" spc="0" normalizeH="0" baseline="0" noProof="0" dirty="0" smtClean="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确认测试</a:t>
            </a:r>
            <a:endParaRPr kumimoji="0" lang="zh-CN" altLang="en-US" sz="2800" b="1" i="0" u="none" strike="noStrike" kern="0" cap="none" spc="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endParaRPr>
          </a:p>
        </p:txBody>
      </p:sp>
      <p:sp>
        <p:nvSpPr>
          <p:cNvPr id="52227"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60420" name="Text Box 2"/>
          <p:cNvSpPr txBox="1">
            <a:spLocks noChangeArrowheads="1"/>
          </p:cNvSpPr>
          <p:nvPr/>
        </p:nvSpPr>
        <p:spPr bwMode="auto">
          <a:xfrm>
            <a:off x="395288" y="1484313"/>
            <a:ext cx="8299450" cy="323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lnSpc>
                <a:spcPct val="140000"/>
              </a:lnSpc>
              <a:spcBef>
                <a:spcPct val="20000"/>
              </a:spcBef>
              <a:buClr>
                <a:schemeClr val="accent2"/>
              </a:buClr>
              <a:buSzPct val="7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buChar char="è"/>
              <a:defRPr>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buChar char="Ø"/>
              <a:defRPr sz="16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buChar char="–"/>
              <a:defRPr sz="14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buChar char="»"/>
              <a:defRPr sz="12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9pPr>
          </a:lstStyle>
          <a:p>
            <a:pPr marL="342900" marR="0" lvl="0" indent="-342900" algn="just" defTabSz="914400" rtl="0" eaLnBrk="1" fontAlgn="base" latinLnBrk="0" hangingPunct="1">
              <a:lnSpc>
                <a:spcPct val="100000"/>
              </a:lnSpc>
              <a:spcBef>
                <a:spcPct val="50000"/>
              </a:spcBef>
              <a:spcAft>
                <a:spcPct val="0"/>
              </a:spcAft>
              <a:buClrTx/>
              <a:buSzTx/>
              <a:buFont typeface="Arial" panose="020B0604020202020204" pitchFamily="34" charset="0"/>
              <a:buChar char="•"/>
              <a:defRPr/>
            </a:pPr>
            <a:r>
              <a:rPr kumimoji="1" lang="zh-CN" altLang="en-US" sz="2400" b="0" i="0" u="none" strike="noStrike" kern="1200" cap="none" spc="0" normalizeH="0" baseline="0" noProof="0" dirty="0" smtClean="0">
                <a:ln>
                  <a:noFill/>
                </a:ln>
                <a:solidFill>
                  <a:srgbClr val="000000"/>
                </a:solidFill>
                <a:effectLst/>
                <a:uLnTx/>
                <a:uFillTx/>
                <a:latin typeface="华文中宋" panose="02010600040101010101" pitchFamily="2" charset="-122"/>
                <a:ea typeface="华文中宋" panose="02010600040101010101" pitchFamily="2" charset="-122"/>
                <a:cs typeface="+mn-cs"/>
              </a:rPr>
              <a:t>确认测试又称有效性测试，目的是向未来的用户表明系统能够象预定要求那样工作，即确认“是否构造了正确的产品？”</a:t>
            </a:r>
            <a:endParaRPr kumimoji="1" lang="en-US" altLang="zh-CN" sz="2400" b="0" i="0" u="none" strike="noStrike" kern="1200" cap="none" spc="0" normalizeH="0" baseline="0" noProof="0" dirty="0" smtClean="0">
              <a:ln>
                <a:noFill/>
              </a:ln>
              <a:solidFill>
                <a:srgbClr val="000000"/>
              </a:solidFill>
              <a:effectLst/>
              <a:uLnTx/>
              <a:uFillTx/>
              <a:latin typeface="华文中宋" panose="02010600040101010101" pitchFamily="2" charset="-122"/>
              <a:ea typeface="华文中宋" panose="02010600040101010101" pitchFamily="2" charset="-122"/>
              <a:cs typeface="+mn-cs"/>
            </a:endParaRPr>
          </a:p>
          <a:p>
            <a:pPr marL="342900" marR="0" lvl="0" indent="-342900" algn="just" defTabSz="914400" rtl="0" eaLnBrk="1" fontAlgn="base" latinLnBrk="0" hangingPunct="1">
              <a:lnSpc>
                <a:spcPct val="100000"/>
              </a:lnSpc>
              <a:spcBef>
                <a:spcPct val="50000"/>
              </a:spcBef>
              <a:spcAft>
                <a:spcPct val="0"/>
              </a:spcAft>
              <a:buClrTx/>
              <a:buSzTx/>
              <a:buFont typeface="Arial" panose="020B0604020202020204" pitchFamily="34" charset="0"/>
              <a:buChar char="•"/>
              <a:defRPr/>
            </a:pPr>
            <a:r>
              <a:rPr kumimoji="1" lang="zh-CN" altLang="en-US" sz="2400" b="0" i="0" u="none" strike="noStrike" kern="1200" cap="none" spc="0" normalizeH="0" baseline="0" noProof="0" dirty="0" smtClean="0">
                <a:ln>
                  <a:noFill/>
                </a:ln>
                <a:solidFill>
                  <a:srgbClr val="000000"/>
                </a:solidFill>
                <a:effectLst/>
                <a:uLnTx/>
                <a:uFillTx/>
                <a:latin typeface="华文中宋" panose="02010600040101010101" pitchFamily="2" charset="-122"/>
                <a:ea typeface="华文中宋" panose="02010600040101010101" pitchFamily="2" charset="-122"/>
                <a:cs typeface="+mn-cs"/>
              </a:rPr>
              <a:t>确认测试一般采用黑盒测试法，测试数据采用用户的真实数据。确认测试有两种可能的结果：</a:t>
            </a:r>
            <a:endParaRPr kumimoji="1" lang="zh-CN" altLang="en-US" sz="2400" b="0" i="0" u="none" strike="noStrike" kern="1200" cap="none" spc="0" normalizeH="0" baseline="0" noProof="0" dirty="0" smtClean="0">
              <a:ln>
                <a:noFill/>
              </a:ln>
              <a:solidFill>
                <a:srgbClr val="000000"/>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1" fontAlgn="base" latinLnBrk="0" hangingPunct="1">
              <a:lnSpc>
                <a:spcPct val="100000"/>
              </a:lnSpc>
              <a:spcBef>
                <a:spcPct val="50000"/>
              </a:spcBef>
              <a:spcAft>
                <a:spcPct val="0"/>
              </a:spcAft>
              <a:buClrTx/>
              <a:buSzTx/>
              <a:buFontTx/>
              <a:buNone/>
              <a:defRPr/>
            </a:pPr>
            <a:r>
              <a:rPr kumimoji="1" lang="zh-CN" altLang="en-US" sz="2400" b="0" i="0" u="none" strike="noStrike" kern="1200" cap="none" spc="0" normalizeH="0" baseline="0" noProof="0" dirty="0" smtClean="0">
                <a:ln>
                  <a:noFill/>
                </a:ln>
                <a:solidFill>
                  <a:srgbClr val="000000"/>
                </a:solidFill>
                <a:effectLst/>
                <a:uLnTx/>
                <a:uFillTx/>
                <a:latin typeface="华文中宋" panose="02010600040101010101" pitchFamily="2" charset="-122"/>
                <a:ea typeface="华文中宋" panose="02010600040101010101" pitchFamily="2" charset="-122"/>
                <a:cs typeface="+mn-cs"/>
              </a:rPr>
              <a:t>（</a:t>
            </a:r>
            <a:r>
              <a:rPr kumimoji="1" lang="en-US" altLang="zh-CN" sz="2400" b="0" i="0" u="none" strike="noStrike" kern="1200" cap="none" spc="0" normalizeH="0" baseline="0" noProof="0" dirty="0" smtClean="0">
                <a:ln>
                  <a:noFill/>
                </a:ln>
                <a:solidFill>
                  <a:srgbClr val="000000"/>
                </a:solidFill>
                <a:effectLst/>
                <a:uLnTx/>
                <a:uFillTx/>
                <a:latin typeface="华文中宋" panose="02010600040101010101" pitchFamily="2" charset="-122"/>
                <a:ea typeface="华文中宋" panose="02010600040101010101" pitchFamily="2" charset="-122"/>
                <a:cs typeface="+mn-cs"/>
              </a:rPr>
              <a:t>1</a:t>
            </a:r>
            <a:r>
              <a:rPr kumimoji="1" lang="zh-CN" altLang="en-US" sz="2400" b="0" i="0" u="none" strike="noStrike" kern="1200" cap="none" spc="0" normalizeH="0" baseline="0" noProof="0" dirty="0" smtClean="0">
                <a:ln>
                  <a:noFill/>
                </a:ln>
                <a:solidFill>
                  <a:srgbClr val="000000"/>
                </a:solidFill>
                <a:effectLst/>
                <a:uLnTx/>
                <a:uFillTx/>
                <a:latin typeface="华文中宋" panose="02010600040101010101" pitchFamily="2" charset="-122"/>
                <a:ea typeface="华文中宋" panose="02010600040101010101" pitchFamily="2" charset="-122"/>
                <a:cs typeface="+mn-cs"/>
              </a:rPr>
              <a:t>）功能和性能与用户需求一致，软件是可以接受的；</a:t>
            </a:r>
            <a:endParaRPr kumimoji="1" lang="zh-CN" altLang="en-US" sz="2400" b="0" i="0" u="none" strike="noStrike" kern="1200" cap="none" spc="0" normalizeH="0" baseline="0" noProof="0" dirty="0" smtClean="0">
              <a:ln>
                <a:noFill/>
              </a:ln>
              <a:solidFill>
                <a:srgbClr val="000000"/>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1" fontAlgn="base" latinLnBrk="0" hangingPunct="1">
              <a:lnSpc>
                <a:spcPct val="100000"/>
              </a:lnSpc>
              <a:spcBef>
                <a:spcPct val="50000"/>
              </a:spcBef>
              <a:spcAft>
                <a:spcPct val="0"/>
              </a:spcAft>
              <a:buClrTx/>
              <a:buSzTx/>
              <a:buFontTx/>
              <a:buNone/>
              <a:defRPr/>
            </a:pPr>
            <a:r>
              <a:rPr kumimoji="1" lang="zh-CN" altLang="en-US" sz="2400" b="0" i="0" u="none" strike="noStrike" kern="1200" cap="none" spc="0" normalizeH="0" baseline="0" noProof="0" dirty="0" smtClean="0">
                <a:ln>
                  <a:noFill/>
                </a:ln>
                <a:solidFill>
                  <a:srgbClr val="000000"/>
                </a:solidFill>
                <a:effectLst/>
                <a:uLnTx/>
                <a:uFillTx/>
                <a:latin typeface="华文中宋" panose="02010600040101010101" pitchFamily="2" charset="-122"/>
                <a:ea typeface="华文中宋" panose="02010600040101010101" pitchFamily="2" charset="-122"/>
                <a:cs typeface="+mn-cs"/>
              </a:rPr>
              <a:t>（</a:t>
            </a:r>
            <a:r>
              <a:rPr kumimoji="1" lang="en-US" altLang="zh-CN" sz="2400" b="0" i="0" u="none" strike="noStrike" kern="1200" cap="none" spc="0" normalizeH="0" baseline="0" noProof="0" dirty="0" smtClean="0">
                <a:ln>
                  <a:noFill/>
                </a:ln>
                <a:solidFill>
                  <a:srgbClr val="000000"/>
                </a:solidFill>
                <a:effectLst/>
                <a:uLnTx/>
                <a:uFillTx/>
                <a:latin typeface="华文中宋" panose="02010600040101010101" pitchFamily="2" charset="-122"/>
                <a:ea typeface="华文中宋" panose="02010600040101010101" pitchFamily="2" charset="-122"/>
                <a:cs typeface="+mn-cs"/>
              </a:rPr>
              <a:t>2</a:t>
            </a:r>
            <a:r>
              <a:rPr kumimoji="1" lang="zh-CN" altLang="en-US" sz="2400" b="0" i="0" u="none" strike="noStrike" kern="1200" cap="none" spc="0" normalizeH="0" baseline="0" noProof="0" dirty="0" smtClean="0">
                <a:ln>
                  <a:noFill/>
                </a:ln>
                <a:solidFill>
                  <a:srgbClr val="000000"/>
                </a:solidFill>
                <a:effectLst/>
                <a:uLnTx/>
                <a:uFillTx/>
                <a:latin typeface="华文中宋" panose="02010600040101010101" pitchFamily="2" charset="-122"/>
                <a:ea typeface="华文中宋" panose="02010600040101010101" pitchFamily="2" charset="-122"/>
                <a:cs typeface="+mn-cs"/>
              </a:rPr>
              <a:t>）功能和性能与用户的要求有差距。</a:t>
            </a:r>
            <a:endParaRPr kumimoji="1" lang="zh-CN" altLang="en-US" sz="2400" b="0" i="0" u="none" strike="noStrike" kern="1200" cap="none" spc="0" normalizeH="0" baseline="0" noProof="0" dirty="0" smtClean="0">
              <a:ln>
                <a:noFill/>
              </a:ln>
              <a:solidFill>
                <a:srgbClr val="000000"/>
              </a:solidFill>
              <a:effectLst/>
              <a:uLnTx/>
              <a:uFillTx/>
              <a:latin typeface="华文中宋" panose="02010600040101010101" pitchFamily="2" charset="-122"/>
              <a:ea typeface="华文中宋" panose="02010600040101010101" pitchFamily="2" charset="-122"/>
              <a:cs typeface="+mn-cs"/>
            </a:endParaRPr>
          </a:p>
        </p:txBody>
      </p:sp>
    </p:spTree>
  </p:cSld>
  <p:clrMapOvr>
    <a:masterClrMapping/>
  </p:clrMapOvr>
  <p:transition spd="med">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2800" b="1" i="0" u="none" strike="noStrike" kern="0" cap="none" spc="0" normalizeH="0" baseline="0" noProof="0" dirty="0" smtClean="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5.5 </a:t>
            </a:r>
            <a:r>
              <a:rPr kumimoji="1" lang="zh-CN" altLang="en-US" sz="2800" b="1" i="0" u="none" strike="noStrike" kern="0" cap="none" spc="0" normalizeH="0" baseline="0" noProof="0" dirty="0" smtClean="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系统测试</a:t>
            </a:r>
            <a:endParaRPr kumimoji="0" lang="zh-CN" altLang="en-US" sz="2800" b="1" i="0" u="none" strike="noStrike" kern="0" cap="none" spc="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endParaRPr>
          </a:p>
        </p:txBody>
      </p:sp>
      <p:sp>
        <p:nvSpPr>
          <p:cNvPr id="53251"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62469" name="Rectangle 3"/>
          <p:cNvSpPr txBox="1">
            <a:spLocks noChangeArrowheads="1"/>
          </p:cNvSpPr>
          <p:nvPr/>
        </p:nvSpPr>
        <p:spPr bwMode="auto">
          <a:xfrm>
            <a:off x="735013" y="1412875"/>
            <a:ext cx="7848600" cy="4319588"/>
          </a:xfrm>
          <a:prstGeom prst="rect">
            <a:avLst/>
          </a:prstGeom>
          <a:noFill/>
          <a:ln>
            <a:noFill/>
          </a:ln>
        </p:spPr>
        <p:txBody>
          <a:bodyPr/>
          <a:lstStyle>
            <a:lvl1pPr marL="342900" indent="-342900" algn="just">
              <a:lnSpc>
                <a:spcPct val="140000"/>
              </a:lnSpc>
              <a:spcBef>
                <a:spcPct val="20000"/>
              </a:spcBef>
              <a:buClr>
                <a:schemeClr val="accent2"/>
              </a:buClr>
              <a:buSzPct val="7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buChar char="è"/>
              <a:defRPr>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buChar char="Ø"/>
              <a:defRPr sz="16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buChar char="–"/>
              <a:defRPr sz="14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buChar char="»"/>
              <a:defRPr sz="12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50000"/>
              </a:lnSpc>
              <a:spcBef>
                <a:spcPct val="0"/>
              </a:spcBef>
              <a:spcAft>
                <a:spcPct val="0"/>
              </a:spcAft>
              <a:buClr>
                <a:schemeClr val="accent2">
                  <a:lumMod val="75000"/>
                </a:schemeClr>
              </a:buClr>
              <a:buSzPct val="50000"/>
              <a:buFont typeface="Wingdings" panose="05000000000000000000" pitchFamily="2" charset="2"/>
              <a:buChar char="l"/>
              <a:defRPr/>
            </a:pPr>
            <a:r>
              <a:rPr kumimoji="1" lang="zh-CN" altLang="en-US" sz="2400" b="0" i="0" u="none" strike="noStrike" kern="1200" cap="none" spc="0" normalizeH="0" baseline="0" noProof="0" dirty="0" smtClean="0">
                <a:ln>
                  <a:noFill/>
                </a:ln>
                <a:solidFill>
                  <a:srgbClr val="000000"/>
                </a:solidFill>
                <a:effectLst/>
                <a:uLnTx/>
                <a:uFillTx/>
                <a:latin typeface="华文中宋" panose="02010600040101010101" pitchFamily="2" charset="-122"/>
                <a:ea typeface="华文中宋" panose="02010600040101010101" pitchFamily="2" charset="-122"/>
                <a:cs typeface="+mn-cs"/>
              </a:rPr>
              <a:t>系统测试是</a:t>
            </a:r>
            <a:r>
              <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将通过确认测试的软件，作为整个基于计算机系统的一个元素，与计算机硬件、外设、某些支持软件、数据和人员等其它系统元素结合在一起，在实际运行环境下，对计算机系统进行一系列的组装测试和确认测试。</a:t>
            </a:r>
            <a:endPar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a:p>
            <a:pPr marL="342900" marR="0" lvl="0" indent="-342900" algn="l" defTabSz="914400" rtl="0" eaLnBrk="1" fontAlgn="base" latinLnBrk="0" hangingPunct="1">
              <a:lnSpc>
                <a:spcPct val="150000"/>
              </a:lnSpc>
              <a:spcBef>
                <a:spcPct val="0"/>
              </a:spcBef>
              <a:spcAft>
                <a:spcPct val="0"/>
              </a:spcAft>
              <a:buClr>
                <a:schemeClr val="accent2">
                  <a:lumMod val="75000"/>
                </a:schemeClr>
              </a:buClr>
              <a:buSzPct val="50000"/>
              <a:buFont typeface="Wingdings" panose="05000000000000000000" pitchFamily="2" charset="2"/>
              <a:buChar char="l"/>
              <a:defRPr/>
            </a:pPr>
            <a:r>
              <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系统测试的目的在于通过与系统的需求定义作比较</a:t>
            </a:r>
            <a:r>
              <a:rPr kumimoji="1" lang="en-US" altLang="zh-CN"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  </a:t>
            </a:r>
            <a:r>
              <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发现软件与系统的定义不符合或与之矛盾的地方。</a:t>
            </a:r>
            <a:endPar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p:txBody>
      </p:sp>
    </p:spTree>
  </p:cSld>
  <p:clrMapOvr>
    <a:masterClrMapping/>
  </p:clrMapOvr>
  <p:transition spd="med">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系统测试</a:t>
            </a:r>
            <a:endParaRPr kumimoji="0" lang="zh-CN" altLang="en-US" sz="2800" b="1" i="0" u="none" strike="noStrike" kern="0" cap="none" spc="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endParaRPr>
          </a:p>
        </p:txBody>
      </p:sp>
      <p:sp>
        <p:nvSpPr>
          <p:cNvPr id="54275"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54276" name="Text Box 5"/>
          <p:cNvSpPr txBox="1"/>
          <p:nvPr/>
        </p:nvSpPr>
        <p:spPr>
          <a:xfrm>
            <a:off x="430213" y="1196975"/>
            <a:ext cx="8458200" cy="4560888"/>
          </a:xfrm>
          <a:prstGeom prst="rect">
            <a:avLst/>
          </a:prstGeom>
          <a:noFill/>
          <a:ln w="9525">
            <a:noFill/>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10000"/>
              </a:lnSpc>
              <a:spcBef>
                <a:spcPct val="0"/>
              </a:spcBef>
              <a:buClrTx/>
              <a:buSzTx/>
              <a:buFontTx/>
              <a:buNone/>
            </a:pPr>
            <a:r>
              <a:rPr lang="zh-CN" altLang="en-US" sz="2400" dirty="0">
                <a:solidFill>
                  <a:srgbClr val="000000"/>
                </a:solidFill>
                <a:latin typeface="华文中宋" panose="02010600040101010101" pitchFamily="2" charset="-122"/>
                <a:ea typeface="华文中宋" panose="02010600040101010101" pitchFamily="2" charset="-122"/>
              </a:rPr>
              <a:t>（</a:t>
            </a:r>
            <a:r>
              <a:rPr lang="en-US" altLang="zh-CN" sz="2400" dirty="0">
                <a:solidFill>
                  <a:srgbClr val="000000"/>
                </a:solidFill>
                <a:latin typeface="华文中宋" panose="02010600040101010101" pitchFamily="2" charset="-122"/>
                <a:ea typeface="华文中宋" panose="02010600040101010101" pitchFamily="2" charset="-122"/>
              </a:rPr>
              <a:t>1</a:t>
            </a:r>
            <a:r>
              <a:rPr lang="zh-CN" altLang="en-US" sz="2400" dirty="0">
                <a:solidFill>
                  <a:srgbClr val="000000"/>
                </a:solidFill>
                <a:latin typeface="华文中宋" panose="02010600040101010101" pitchFamily="2" charset="-122"/>
                <a:ea typeface="华文中宋" panose="02010600040101010101" pitchFamily="2" charset="-122"/>
              </a:rPr>
              <a:t>）性能测试</a:t>
            </a:r>
            <a:endParaRPr lang="zh-CN" altLang="en-US" sz="2400" dirty="0">
              <a:solidFill>
                <a:srgbClr val="000000"/>
              </a:solidFill>
              <a:latin typeface="华文中宋" panose="02010600040101010101" pitchFamily="2" charset="-122"/>
              <a:ea typeface="华文中宋" panose="02010600040101010101" pitchFamily="2" charset="-122"/>
            </a:endParaRPr>
          </a:p>
          <a:p>
            <a:pPr marL="0" lvl="0" indent="0" algn="l" eaLnBrk="1" hangingPunct="1">
              <a:lnSpc>
                <a:spcPct val="110000"/>
              </a:lnSpc>
              <a:spcBef>
                <a:spcPct val="0"/>
              </a:spcBef>
              <a:buClrTx/>
              <a:buSzTx/>
              <a:buFontTx/>
              <a:buNone/>
            </a:pPr>
            <a:r>
              <a:rPr lang="zh-CN" altLang="en-US" sz="2400" dirty="0">
                <a:solidFill>
                  <a:srgbClr val="000000"/>
                </a:solidFill>
                <a:latin typeface="华文中宋" panose="02010600040101010101" pitchFamily="2" charset="-122"/>
                <a:ea typeface="华文中宋" panose="02010600040101010101" pitchFamily="2" charset="-122"/>
              </a:rPr>
              <a:t>    性能测试用来测试软件在集成系统中的运行性能，特别是针对实时系统、嵌入式系统。</a:t>
            </a:r>
            <a:endParaRPr lang="zh-CN" altLang="en-US" sz="2400" dirty="0">
              <a:solidFill>
                <a:srgbClr val="000000"/>
              </a:solidFill>
              <a:latin typeface="华文中宋" panose="02010600040101010101" pitchFamily="2" charset="-122"/>
              <a:ea typeface="华文中宋" panose="02010600040101010101" pitchFamily="2" charset="-122"/>
            </a:endParaRPr>
          </a:p>
          <a:p>
            <a:pPr marL="0" lvl="0" indent="0" algn="l" eaLnBrk="1" hangingPunct="1">
              <a:lnSpc>
                <a:spcPct val="110000"/>
              </a:lnSpc>
              <a:spcBef>
                <a:spcPct val="0"/>
              </a:spcBef>
              <a:buClrTx/>
              <a:buSzTx/>
              <a:buFontTx/>
              <a:buNone/>
            </a:pPr>
            <a:r>
              <a:rPr lang="zh-CN" altLang="en-US" sz="2400" dirty="0">
                <a:solidFill>
                  <a:srgbClr val="000000"/>
                </a:solidFill>
                <a:latin typeface="华文中宋" panose="02010600040101010101" pitchFamily="2" charset="-122"/>
                <a:ea typeface="华文中宋" panose="02010600040101010101" pitchFamily="2" charset="-122"/>
              </a:rPr>
              <a:t>（</a:t>
            </a:r>
            <a:r>
              <a:rPr lang="en-US" altLang="zh-CN" sz="2400" dirty="0">
                <a:solidFill>
                  <a:srgbClr val="000000"/>
                </a:solidFill>
                <a:latin typeface="华文中宋" panose="02010600040101010101" pitchFamily="2" charset="-122"/>
                <a:ea typeface="华文中宋" panose="02010600040101010101" pitchFamily="2" charset="-122"/>
              </a:rPr>
              <a:t>2</a:t>
            </a:r>
            <a:r>
              <a:rPr lang="zh-CN" altLang="en-US" sz="2400" dirty="0">
                <a:solidFill>
                  <a:srgbClr val="000000"/>
                </a:solidFill>
                <a:latin typeface="华文中宋" panose="02010600040101010101" pitchFamily="2" charset="-122"/>
                <a:ea typeface="华文中宋" panose="02010600040101010101" pitchFamily="2" charset="-122"/>
              </a:rPr>
              <a:t>）强度测试</a:t>
            </a:r>
            <a:endParaRPr lang="zh-CN" altLang="en-US" sz="2400" dirty="0">
              <a:solidFill>
                <a:srgbClr val="000000"/>
              </a:solidFill>
              <a:latin typeface="华文中宋" panose="02010600040101010101" pitchFamily="2" charset="-122"/>
              <a:ea typeface="华文中宋" panose="02010600040101010101" pitchFamily="2" charset="-122"/>
            </a:endParaRPr>
          </a:p>
          <a:p>
            <a:pPr marL="0" lvl="0" indent="0" algn="l" eaLnBrk="1" hangingPunct="1">
              <a:lnSpc>
                <a:spcPct val="110000"/>
              </a:lnSpc>
              <a:spcBef>
                <a:spcPct val="0"/>
              </a:spcBef>
              <a:buClrTx/>
              <a:buSzTx/>
              <a:buFontTx/>
              <a:buNone/>
            </a:pPr>
            <a:r>
              <a:rPr lang="zh-CN" altLang="en-US" sz="2400" dirty="0">
                <a:solidFill>
                  <a:srgbClr val="000000"/>
                </a:solidFill>
                <a:latin typeface="华文中宋" panose="02010600040101010101" pitchFamily="2" charset="-122"/>
                <a:ea typeface="华文中宋" panose="02010600040101010101" pitchFamily="2" charset="-122"/>
              </a:rPr>
              <a:t>  强度测试是检查当系统运行在高负荷、高并发等情况下，系统可以运行到何种程度的测试。</a:t>
            </a:r>
            <a:endParaRPr lang="en-US" altLang="zh-CN" sz="2400" dirty="0">
              <a:solidFill>
                <a:srgbClr val="000000"/>
              </a:solidFill>
              <a:latin typeface="华文中宋" panose="02010600040101010101" pitchFamily="2" charset="-122"/>
              <a:ea typeface="华文中宋" panose="02010600040101010101" pitchFamily="2" charset="-122"/>
            </a:endParaRPr>
          </a:p>
          <a:p>
            <a:pPr marL="0" lvl="0" indent="0" algn="l" eaLnBrk="1" hangingPunct="1">
              <a:lnSpc>
                <a:spcPct val="110000"/>
              </a:lnSpc>
              <a:spcBef>
                <a:spcPct val="0"/>
              </a:spcBef>
              <a:buClrTx/>
              <a:buSzTx/>
              <a:buFontTx/>
              <a:buNone/>
            </a:pPr>
            <a:r>
              <a:rPr lang="zh-CN" altLang="en-US" sz="2400" dirty="0">
                <a:solidFill>
                  <a:srgbClr val="000000"/>
                </a:solidFill>
                <a:latin typeface="华文中宋" panose="02010600040101010101" pitchFamily="2" charset="-122"/>
                <a:ea typeface="华文中宋" panose="02010600040101010101" pitchFamily="2" charset="-122"/>
              </a:rPr>
              <a:t>（</a:t>
            </a:r>
            <a:r>
              <a:rPr lang="en-US" altLang="zh-CN" sz="2400" dirty="0">
                <a:solidFill>
                  <a:srgbClr val="000000"/>
                </a:solidFill>
                <a:latin typeface="华文中宋" panose="02010600040101010101" pitchFamily="2" charset="-122"/>
                <a:ea typeface="华文中宋" panose="02010600040101010101" pitchFamily="2" charset="-122"/>
              </a:rPr>
              <a:t>3</a:t>
            </a:r>
            <a:r>
              <a:rPr lang="zh-CN" altLang="en-US" sz="2400" dirty="0">
                <a:solidFill>
                  <a:srgbClr val="000000"/>
                </a:solidFill>
                <a:latin typeface="华文中宋" panose="02010600040101010101" pitchFamily="2" charset="-122"/>
                <a:ea typeface="华文中宋" panose="02010600040101010101" pitchFamily="2" charset="-122"/>
              </a:rPr>
              <a:t>）安全性测试          </a:t>
            </a:r>
            <a:endParaRPr lang="zh-CN" altLang="en-US" sz="2400" dirty="0">
              <a:solidFill>
                <a:srgbClr val="000000"/>
              </a:solidFill>
              <a:latin typeface="华文中宋" panose="02010600040101010101" pitchFamily="2" charset="-122"/>
              <a:ea typeface="华文中宋" panose="02010600040101010101" pitchFamily="2" charset="-122"/>
            </a:endParaRPr>
          </a:p>
          <a:p>
            <a:pPr marL="0" lvl="0" indent="0" algn="l" eaLnBrk="1" hangingPunct="1">
              <a:lnSpc>
                <a:spcPct val="110000"/>
              </a:lnSpc>
              <a:spcBef>
                <a:spcPct val="0"/>
              </a:spcBef>
              <a:buClrTx/>
              <a:buSzTx/>
              <a:buFontTx/>
              <a:buNone/>
            </a:pPr>
            <a:r>
              <a:rPr lang="zh-CN" altLang="en-US" sz="2400" dirty="0">
                <a:solidFill>
                  <a:srgbClr val="000000"/>
                </a:solidFill>
                <a:latin typeface="华文中宋" panose="02010600040101010101" pitchFamily="2" charset="-122"/>
                <a:ea typeface="华文中宋" panose="02010600040101010101" pitchFamily="2" charset="-122"/>
              </a:rPr>
              <a:t>    安全测试的目的在于验证安装在系统内的保护机制能否在实际中保护系统且不受非法侵入，不受各种非法的干扰。</a:t>
            </a:r>
            <a:endParaRPr lang="zh-CN" altLang="en-US" sz="2400" dirty="0">
              <a:solidFill>
                <a:srgbClr val="000000"/>
              </a:solidFill>
              <a:latin typeface="华文中宋" panose="02010600040101010101" pitchFamily="2" charset="-122"/>
              <a:ea typeface="华文中宋" panose="02010600040101010101" pitchFamily="2" charset="-122"/>
            </a:endParaRPr>
          </a:p>
          <a:p>
            <a:pPr marL="0" lvl="0" indent="0" algn="l" eaLnBrk="1" hangingPunct="1">
              <a:lnSpc>
                <a:spcPct val="110000"/>
              </a:lnSpc>
              <a:spcBef>
                <a:spcPct val="0"/>
              </a:spcBef>
              <a:buClrTx/>
              <a:buSzTx/>
              <a:buFontTx/>
              <a:buNone/>
            </a:pPr>
            <a:r>
              <a:rPr lang="zh-CN" altLang="en-US" sz="2400" dirty="0">
                <a:solidFill>
                  <a:srgbClr val="000000"/>
                </a:solidFill>
                <a:latin typeface="华文中宋" panose="02010600040101010101" pitchFamily="2" charset="-122"/>
                <a:ea typeface="华文中宋" panose="02010600040101010101" pitchFamily="2" charset="-122"/>
              </a:rPr>
              <a:t>（</a:t>
            </a:r>
            <a:r>
              <a:rPr lang="en-US" altLang="zh-CN" sz="2400" dirty="0">
                <a:solidFill>
                  <a:srgbClr val="000000"/>
                </a:solidFill>
                <a:latin typeface="华文中宋" panose="02010600040101010101" pitchFamily="2" charset="-122"/>
                <a:ea typeface="华文中宋" panose="02010600040101010101" pitchFamily="2" charset="-122"/>
              </a:rPr>
              <a:t>4</a:t>
            </a:r>
            <a:r>
              <a:rPr lang="zh-CN" altLang="en-US" sz="2400" dirty="0">
                <a:solidFill>
                  <a:srgbClr val="000000"/>
                </a:solidFill>
                <a:latin typeface="华文中宋" panose="02010600040101010101" pitchFamily="2" charset="-122"/>
                <a:ea typeface="华文中宋" panose="02010600040101010101" pitchFamily="2" charset="-122"/>
              </a:rPr>
              <a:t>）安装测试。</a:t>
            </a:r>
            <a:endParaRPr lang="en-US" altLang="zh-CN" sz="2400" dirty="0">
              <a:solidFill>
                <a:srgbClr val="000000"/>
              </a:solidFill>
              <a:latin typeface="华文中宋" panose="02010600040101010101" pitchFamily="2" charset="-122"/>
              <a:ea typeface="华文中宋" panose="02010600040101010101" pitchFamily="2" charset="-122"/>
            </a:endParaRPr>
          </a:p>
          <a:p>
            <a:pPr marL="0" lvl="0" indent="0" algn="l" eaLnBrk="1" hangingPunct="1">
              <a:lnSpc>
                <a:spcPct val="110000"/>
              </a:lnSpc>
              <a:spcBef>
                <a:spcPct val="0"/>
              </a:spcBef>
              <a:buClrTx/>
              <a:buSzTx/>
              <a:buFontTx/>
              <a:buNone/>
            </a:pPr>
            <a:r>
              <a:rPr lang="zh-CN" altLang="zh-CN" sz="2400" dirty="0">
                <a:solidFill>
                  <a:srgbClr val="000000"/>
                </a:solidFill>
                <a:latin typeface="华文中宋" panose="02010600040101010101" pitchFamily="2" charset="-122"/>
                <a:ea typeface="华文中宋" panose="02010600040101010101" pitchFamily="2" charset="-122"/>
              </a:rPr>
              <a:t>确保该软件在正常情况和异常情况下都能进行安装</a:t>
            </a:r>
            <a:r>
              <a:rPr lang="zh-CN" altLang="en-US" sz="2400" b="1" dirty="0"/>
              <a:t>。</a:t>
            </a:r>
            <a:endParaRPr lang="en-US" altLang="zh-CN" sz="2400" dirty="0">
              <a:solidFill>
                <a:srgbClr val="000000"/>
              </a:solidFill>
              <a:latin typeface="华文中宋" panose="02010600040101010101" pitchFamily="2" charset="-122"/>
              <a:ea typeface="华文中宋" panose="02010600040101010101" pitchFamily="2" charset="-122"/>
            </a:endParaRPr>
          </a:p>
        </p:txBody>
      </p:sp>
    </p:spTree>
  </p:cSld>
  <p:clrMapOvr>
    <a:masterClrMapping/>
  </p:clrMapOvr>
  <p:transition spd="med">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系统测试</a:t>
            </a:r>
            <a:endParaRPr kumimoji="0" lang="zh-CN" altLang="en-US" sz="2800" b="1" i="0" u="none" strike="noStrike" kern="0" cap="none" spc="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endParaRPr>
          </a:p>
        </p:txBody>
      </p:sp>
      <p:sp>
        <p:nvSpPr>
          <p:cNvPr id="55299"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55300" name="Text Box 5"/>
          <p:cNvSpPr txBox="1"/>
          <p:nvPr/>
        </p:nvSpPr>
        <p:spPr>
          <a:xfrm>
            <a:off x="430213" y="1341438"/>
            <a:ext cx="8458200" cy="3784600"/>
          </a:xfrm>
          <a:prstGeom prst="rect">
            <a:avLst/>
          </a:prstGeom>
          <a:noFill/>
          <a:ln w="9525">
            <a:noFill/>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10000"/>
              </a:lnSpc>
              <a:spcBef>
                <a:spcPct val="0"/>
              </a:spcBef>
              <a:buClrTx/>
              <a:buSzTx/>
              <a:buFontTx/>
              <a:buNone/>
            </a:pPr>
            <a:r>
              <a:rPr lang="zh-CN" altLang="en-US" sz="2400" dirty="0">
                <a:solidFill>
                  <a:srgbClr val="000000"/>
                </a:solidFill>
                <a:latin typeface="华文中宋" panose="02010600040101010101" pitchFamily="2" charset="-122"/>
                <a:ea typeface="华文中宋" panose="02010600040101010101" pitchFamily="2" charset="-122"/>
              </a:rPr>
              <a:t>（</a:t>
            </a:r>
            <a:r>
              <a:rPr lang="en-US" altLang="zh-CN" sz="2400" dirty="0">
                <a:solidFill>
                  <a:srgbClr val="000000"/>
                </a:solidFill>
                <a:latin typeface="华文中宋" panose="02010600040101010101" pitchFamily="2" charset="-122"/>
                <a:ea typeface="华文中宋" panose="02010600040101010101" pitchFamily="2" charset="-122"/>
              </a:rPr>
              <a:t>5</a:t>
            </a:r>
            <a:r>
              <a:rPr lang="zh-CN" altLang="en-US" sz="2400" dirty="0">
                <a:solidFill>
                  <a:srgbClr val="000000"/>
                </a:solidFill>
                <a:latin typeface="华文中宋" panose="02010600040101010101" pitchFamily="2" charset="-122"/>
                <a:ea typeface="华文中宋" panose="02010600040101010101" pitchFamily="2" charset="-122"/>
              </a:rPr>
              <a:t>）恢复测试         </a:t>
            </a:r>
            <a:endParaRPr lang="zh-CN" altLang="en-US" sz="2400" dirty="0">
              <a:solidFill>
                <a:srgbClr val="000000"/>
              </a:solidFill>
              <a:latin typeface="华文中宋" panose="02010600040101010101" pitchFamily="2" charset="-122"/>
              <a:ea typeface="华文中宋" panose="02010600040101010101" pitchFamily="2" charset="-122"/>
            </a:endParaRPr>
          </a:p>
          <a:p>
            <a:pPr marL="0" lvl="0" indent="0" algn="l" eaLnBrk="1" hangingPunct="1">
              <a:lnSpc>
                <a:spcPct val="110000"/>
              </a:lnSpc>
              <a:spcBef>
                <a:spcPct val="0"/>
              </a:spcBef>
              <a:buClrTx/>
              <a:buSzTx/>
              <a:buFontTx/>
              <a:buNone/>
            </a:pPr>
            <a:r>
              <a:rPr lang="zh-CN" altLang="en-US" sz="2400" dirty="0">
                <a:solidFill>
                  <a:srgbClr val="000000"/>
                </a:solidFill>
                <a:latin typeface="华文中宋" panose="02010600040101010101" pitchFamily="2" charset="-122"/>
                <a:ea typeface="华文中宋" panose="02010600040101010101" pitchFamily="2" charset="-122"/>
              </a:rPr>
              <a:t>通过各种手段，强制性地使软件出错，检查软件的恢复能力。</a:t>
            </a:r>
            <a:endParaRPr lang="en-US" altLang="zh-CN" sz="2400" dirty="0">
              <a:solidFill>
                <a:srgbClr val="000000"/>
              </a:solidFill>
              <a:latin typeface="华文中宋" panose="02010600040101010101" pitchFamily="2" charset="-122"/>
              <a:ea typeface="华文中宋" panose="02010600040101010101" pitchFamily="2" charset="-122"/>
            </a:endParaRPr>
          </a:p>
          <a:p>
            <a:pPr marL="0" lvl="0" indent="0">
              <a:buNone/>
            </a:pPr>
            <a:r>
              <a:rPr lang="zh-CN" altLang="zh-CN" sz="2400" dirty="0">
                <a:solidFill>
                  <a:srgbClr val="000000"/>
                </a:solidFill>
                <a:latin typeface="华文中宋" panose="02010600040101010101" pitchFamily="2" charset="-122"/>
                <a:ea typeface="华文中宋" panose="02010600040101010101" pitchFamily="2" charset="-122"/>
              </a:rPr>
              <a:t>（</a:t>
            </a:r>
            <a:r>
              <a:rPr lang="en-US" altLang="zh-CN" sz="2400" dirty="0">
                <a:solidFill>
                  <a:srgbClr val="000000"/>
                </a:solidFill>
                <a:latin typeface="华文中宋" panose="02010600040101010101" pitchFamily="2" charset="-122"/>
                <a:ea typeface="华文中宋" panose="02010600040101010101" pitchFamily="2" charset="-122"/>
              </a:rPr>
              <a:t>6</a:t>
            </a:r>
            <a:r>
              <a:rPr lang="zh-CN" altLang="zh-CN" sz="2400" dirty="0">
                <a:solidFill>
                  <a:srgbClr val="000000"/>
                </a:solidFill>
                <a:latin typeface="华文中宋" panose="02010600040101010101" pitchFamily="2" charset="-122"/>
                <a:ea typeface="华文中宋" panose="02010600040101010101" pitchFamily="2" charset="-122"/>
              </a:rPr>
              <a:t>）互连测试</a:t>
            </a:r>
            <a:endParaRPr lang="zh-CN" altLang="zh-CN" sz="2400" dirty="0">
              <a:solidFill>
                <a:srgbClr val="000000"/>
              </a:solidFill>
              <a:latin typeface="华文中宋" panose="02010600040101010101" pitchFamily="2" charset="-122"/>
              <a:ea typeface="华文中宋" panose="02010600040101010101" pitchFamily="2" charset="-122"/>
            </a:endParaRPr>
          </a:p>
          <a:p>
            <a:pPr marL="0" lvl="0" indent="0">
              <a:buNone/>
            </a:pPr>
            <a:r>
              <a:rPr lang="zh-CN" altLang="zh-CN" sz="2400" dirty="0">
                <a:solidFill>
                  <a:srgbClr val="000000"/>
                </a:solidFill>
                <a:latin typeface="华文中宋" panose="02010600040101010101" pitchFamily="2" charset="-122"/>
                <a:ea typeface="华文中宋" panose="02010600040101010101" pitchFamily="2" charset="-122"/>
              </a:rPr>
              <a:t>互连测试是要验证两个或多个不同的系统之间的互连性。</a:t>
            </a:r>
            <a:endParaRPr lang="zh-CN" altLang="zh-CN" sz="2400" dirty="0">
              <a:solidFill>
                <a:srgbClr val="000000"/>
              </a:solidFill>
              <a:latin typeface="华文中宋" panose="02010600040101010101" pitchFamily="2" charset="-122"/>
              <a:ea typeface="华文中宋" panose="02010600040101010101" pitchFamily="2" charset="-122"/>
            </a:endParaRPr>
          </a:p>
          <a:p>
            <a:pPr marL="0" lvl="0" indent="0">
              <a:buNone/>
            </a:pPr>
            <a:r>
              <a:rPr lang="zh-CN" altLang="zh-CN" sz="2400" dirty="0">
                <a:solidFill>
                  <a:srgbClr val="000000"/>
                </a:solidFill>
                <a:latin typeface="华文中宋" panose="02010600040101010101" pitchFamily="2" charset="-122"/>
                <a:ea typeface="华文中宋" panose="02010600040101010101" pitchFamily="2" charset="-122"/>
              </a:rPr>
              <a:t>（</a:t>
            </a:r>
            <a:r>
              <a:rPr lang="en-US" altLang="zh-CN" sz="2400" dirty="0">
                <a:solidFill>
                  <a:srgbClr val="000000"/>
                </a:solidFill>
                <a:latin typeface="华文中宋" panose="02010600040101010101" pitchFamily="2" charset="-122"/>
                <a:ea typeface="华文中宋" panose="02010600040101010101" pitchFamily="2" charset="-122"/>
              </a:rPr>
              <a:t>7</a:t>
            </a:r>
            <a:r>
              <a:rPr lang="zh-CN" altLang="zh-CN" sz="2400" dirty="0">
                <a:solidFill>
                  <a:srgbClr val="000000"/>
                </a:solidFill>
                <a:latin typeface="华文中宋" panose="02010600040101010101" pitchFamily="2" charset="-122"/>
                <a:ea typeface="华文中宋" panose="02010600040101010101" pitchFamily="2" charset="-122"/>
              </a:rPr>
              <a:t>）兼容性测试</a:t>
            </a:r>
            <a:endParaRPr lang="zh-CN" altLang="zh-CN" sz="2400" dirty="0">
              <a:solidFill>
                <a:srgbClr val="000000"/>
              </a:solidFill>
              <a:latin typeface="华文中宋" panose="02010600040101010101" pitchFamily="2" charset="-122"/>
              <a:ea typeface="华文中宋" panose="02010600040101010101" pitchFamily="2" charset="-122"/>
            </a:endParaRPr>
          </a:p>
          <a:p>
            <a:pPr marL="0" lvl="0" indent="0">
              <a:buNone/>
            </a:pPr>
            <a:r>
              <a:rPr lang="zh-CN" altLang="zh-CN" sz="2400" dirty="0">
                <a:solidFill>
                  <a:srgbClr val="000000"/>
                </a:solidFill>
                <a:latin typeface="华文中宋" panose="02010600040101010101" pitchFamily="2" charset="-122"/>
                <a:ea typeface="华文中宋" panose="02010600040101010101" pitchFamily="2" charset="-122"/>
              </a:rPr>
              <a:t>兼容性测试验证软件产品在不同版本之间的兼容性。有两类基本的兼容性测试：向下兼容和交错兼容。</a:t>
            </a:r>
            <a:endParaRPr lang="zh-CN" altLang="en-US" sz="2400" dirty="0">
              <a:solidFill>
                <a:srgbClr val="000000"/>
              </a:solidFill>
              <a:latin typeface="华文中宋" panose="02010600040101010101" pitchFamily="2" charset="-122"/>
              <a:ea typeface="华文中宋" panose="02010600040101010101" pitchFamily="2" charset="-122"/>
            </a:endParaRPr>
          </a:p>
        </p:txBody>
      </p:sp>
    </p:spTree>
  </p:cSld>
  <p:clrMapOvr>
    <a:masterClrMapping/>
  </p:clrMapOvr>
  <p:transition spd="med">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性能测试</a:t>
            </a:r>
            <a:endParaRPr kumimoji="1"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p:txBody>
      </p:sp>
      <p:sp>
        <p:nvSpPr>
          <p:cNvPr id="56323"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66564" name="Rectangle 2"/>
          <p:cNvSpPr txBox="1">
            <a:spLocks noChangeArrowheads="1"/>
          </p:cNvSpPr>
          <p:nvPr/>
        </p:nvSpPr>
        <p:spPr bwMode="auto">
          <a:xfrm>
            <a:off x="811213" y="1328738"/>
            <a:ext cx="7696200" cy="5268913"/>
          </a:xfrm>
          <a:prstGeom prst="rect">
            <a:avLst/>
          </a:prstGeom>
          <a:noFill/>
          <a:ln>
            <a:noFill/>
          </a:ln>
        </p:spPr>
        <p:txBody>
          <a:bodyPr/>
          <a:lstStyle>
            <a:lvl1pPr marL="342900" indent="-342900" algn="just">
              <a:lnSpc>
                <a:spcPct val="140000"/>
              </a:lnSpc>
              <a:spcBef>
                <a:spcPct val="20000"/>
              </a:spcBef>
              <a:buClr>
                <a:schemeClr val="accent2"/>
              </a:buClr>
              <a:buSzPct val="7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buChar char="è"/>
              <a:defRPr>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buChar char="Ø"/>
              <a:defRPr sz="16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buChar char="–"/>
              <a:defRPr sz="14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buChar char="»"/>
              <a:defRPr sz="12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50000"/>
              </a:lnSpc>
              <a:spcBef>
                <a:spcPct val="10000"/>
              </a:spcBef>
              <a:spcAft>
                <a:spcPct val="0"/>
              </a:spcAft>
              <a:buClr>
                <a:schemeClr val="accent2">
                  <a:lumMod val="75000"/>
                </a:schemeClr>
              </a:buClr>
              <a:buSzPct val="50000"/>
              <a:buFont typeface="Wingdings" panose="05000000000000000000" pitchFamily="2" charset="2"/>
              <a:buChar char="l"/>
              <a:defRPr/>
            </a:pPr>
            <a:r>
              <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性能测试是要检查系统是否满足在需求说明书中规定的性能。特别是对于实时系统或嵌入式系统。</a:t>
            </a:r>
            <a:endPar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a:p>
            <a:pPr marL="342900" marR="0" lvl="0" indent="-342900" algn="l" defTabSz="914400" rtl="0" eaLnBrk="1" fontAlgn="base" latinLnBrk="0" hangingPunct="1">
              <a:lnSpc>
                <a:spcPct val="150000"/>
              </a:lnSpc>
              <a:spcBef>
                <a:spcPct val="10000"/>
              </a:spcBef>
              <a:spcAft>
                <a:spcPct val="0"/>
              </a:spcAft>
              <a:buClr>
                <a:schemeClr val="accent2">
                  <a:lumMod val="75000"/>
                </a:schemeClr>
              </a:buClr>
              <a:buSzPct val="50000"/>
              <a:buFont typeface="Wingdings" panose="05000000000000000000" pitchFamily="2" charset="2"/>
              <a:buChar char="l"/>
              <a:defRPr/>
            </a:pPr>
            <a:r>
              <a:rPr kumimoji="1" lang="zh-CN" altLang="en-US" sz="2400" b="0" i="0" u="none" strike="noStrike" kern="1200" cap="none" spc="0" normalizeH="0" baseline="0" noProof="0" dirty="0">
                <a:ln>
                  <a:noFill/>
                </a:ln>
                <a:solidFill>
                  <a:schemeClr val="accent6"/>
                </a:solidFill>
                <a:effectLst/>
                <a:uLnTx/>
                <a:uFillTx/>
                <a:latin typeface="华文中宋" panose="02010600040101010101" pitchFamily="2" charset="-122"/>
                <a:ea typeface="华文中宋" panose="02010600040101010101" pitchFamily="2" charset="-122"/>
                <a:cs typeface="+mn-cs"/>
              </a:rPr>
              <a:t>性能测试常常需要与强度测试结合起来进行</a:t>
            </a:r>
            <a:r>
              <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，并常常要求同时进行硬件和软件检测。</a:t>
            </a:r>
            <a:endPar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a:p>
            <a:pPr marL="342900" marR="0" lvl="0" indent="-342900" algn="l" defTabSz="914400" rtl="0" eaLnBrk="1" fontAlgn="base" latinLnBrk="0" hangingPunct="1">
              <a:lnSpc>
                <a:spcPct val="150000"/>
              </a:lnSpc>
              <a:spcBef>
                <a:spcPct val="10000"/>
              </a:spcBef>
              <a:spcAft>
                <a:spcPct val="0"/>
              </a:spcAft>
              <a:buClr>
                <a:schemeClr val="accent2">
                  <a:lumMod val="75000"/>
                </a:schemeClr>
              </a:buClr>
              <a:buSzPct val="50000"/>
              <a:buFont typeface="Wingdings" panose="05000000000000000000" pitchFamily="2" charset="2"/>
              <a:buChar char="l"/>
              <a:defRPr/>
            </a:pPr>
            <a:r>
              <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通常，对软件性能的检测表现在以下几个方面：响应时间、吞吐量、辅助存储区，例如缓冲区，工作区的大小等、处理精度，等等。</a:t>
            </a:r>
            <a:endPar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p:txBody>
      </p:sp>
    </p:spTree>
  </p:cSld>
  <p:clrMapOvr>
    <a:masterClrMapping/>
  </p:clrMapOvr>
  <p:transition spd="med">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20000"/>
              </a:lnSpc>
              <a:spcBef>
                <a:spcPct val="0"/>
              </a:spcBef>
              <a:spcAft>
                <a:spcPct val="0"/>
              </a:spcAft>
              <a:buClrTx/>
              <a:buSzTx/>
              <a:buFont typeface="Wingdings" panose="05000000000000000000" pitchFamily="2" charset="2"/>
              <a:buNone/>
              <a:defRPr/>
            </a:pPr>
            <a:r>
              <a:rPr kumimoji="1" lang="zh-CN" altLang="en-US" sz="28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强度测试</a:t>
            </a:r>
            <a:endParaRPr kumimoji="1" lang="zh-CN" altLang="en-US" sz="28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endParaRPr>
          </a:p>
        </p:txBody>
      </p:sp>
      <p:sp>
        <p:nvSpPr>
          <p:cNvPr id="58371"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65540" name="Rectangle 2"/>
          <p:cNvSpPr>
            <a:spLocks noGrp="1" noChangeArrowheads="1"/>
          </p:cNvSpPr>
          <p:nvPr>
            <p:ph idx="1"/>
          </p:nvPr>
        </p:nvSpPr>
        <p:spPr>
          <a:xfrm>
            <a:off x="395288" y="984250"/>
            <a:ext cx="8280400" cy="5299075"/>
          </a:xfrm>
        </p:spPr>
        <p:txBody>
          <a:bodyPr vert="horz" wrap="square" lIns="91440" tIns="45720" rIns="91440" bIns="45720" numCol="1" anchor="t" anchorCtr="0" compatLnSpc="1">
            <a:spAutoFit/>
          </a:bodyPr>
          <a:lstStyle/>
          <a:p>
            <a:pPr marL="195580" marR="0" lvl="0" indent="-195580" algn="just" defTabSz="914400" rtl="0" eaLnBrk="1" fontAlgn="base" latinLnBrk="0" hangingPunct="1">
              <a:lnSpc>
                <a:spcPct val="120000"/>
              </a:lnSpc>
              <a:spcBef>
                <a:spcPct val="20000"/>
              </a:spcBef>
              <a:spcAft>
                <a:spcPct val="0"/>
              </a:spcAft>
              <a:buClr>
                <a:schemeClr val="accent2"/>
              </a:buClr>
              <a:buSzPct val="70000"/>
              <a:buFont typeface="Wingdings" panose="05000000000000000000" pitchFamily="2" charset="2"/>
              <a:buNone/>
              <a:defRPr/>
            </a:pPr>
            <a:r>
              <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	强度测试是要检查</a:t>
            </a:r>
            <a:r>
              <a:rPr kumimoji="1" lang="zh-CN" altLang="en-US" sz="2400" b="0"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在系统运行在高负荷、高并发等情况下，系统可以运行到何种程度的测试。</a:t>
            </a:r>
            <a:endParaRPr kumimoji="1" lang="en-US" altLang="zh-CN" sz="2400" b="0"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1" fontAlgn="base" latinLnBrk="0" hangingPunct="1">
              <a:lnSpc>
                <a:spcPct val="120000"/>
              </a:lnSpc>
              <a:spcBef>
                <a:spcPct val="20000"/>
              </a:spcBef>
              <a:spcAft>
                <a:spcPct val="0"/>
              </a:spcAft>
              <a:buClr>
                <a:schemeClr val="accent2"/>
              </a:buClr>
              <a:buSzPct val="70000"/>
              <a:buFont typeface="Wingdings" panose="05000000000000000000" pitchFamily="2" charset="2"/>
              <a:buNone/>
              <a:defRPr/>
            </a:pPr>
            <a:r>
              <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例如：</a:t>
            </a:r>
            <a:endPar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a:p>
            <a:pPr marL="671830" marR="0" lvl="1" indent="-285750" algn="l" defTabSz="914400" rtl="0" eaLnBrk="1" fontAlgn="base" latinLnBrk="0" hangingPunct="1">
              <a:lnSpc>
                <a:spcPct val="120000"/>
              </a:lnSpc>
              <a:spcBef>
                <a:spcPct val="20000"/>
              </a:spcBef>
              <a:spcAft>
                <a:spcPct val="0"/>
              </a:spcAft>
              <a:buClr>
                <a:schemeClr val="accent2">
                  <a:lumMod val="75000"/>
                </a:schemeClr>
              </a:buClr>
              <a:buSzPct val="70000"/>
              <a:buFont typeface="Wingdings" panose="05000000000000000000" pitchFamily="2" charset="2"/>
              <a:buChar char="l"/>
              <a:defRPr/>
            </a:pPr>
            <a:r>
              <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 把输入数据速率提高一个数量级，确定输入功能将如何响应。</a:t>
            </a:r>
            <a:endPar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a:p>
            <a:pPr marL="671830" marR="0" lvl="1" indent="-285750" algn="l" defTabSz="914400" rtl="0" eaLnBrk="1" fontAlgn="base" latinLnBrk="0" hangingPunct="1">
              <a:lnSpc>
                <a:spcPct val="120000"/>
              </a:lnSpc>
              <a:spcBef>
                <a:spcPct val="20000"/>
              </a:spcBef>
              <a:spcAft>
                <a:spcPct val="0"/>
              </a:spcAft>
              <a:buClr>
                <a:schemeClr val="accent2">
                  <a:lumMod val="75000"/>
                </a:schemeClr>
              </a:buClr>
              <a:buSzPct val="70000"/>
              <a:buFont typeface="Wingdings" panose="05000000000000000000" pitchFamily="2" charset="2"/>
              <a:buChar char="l"/>
              <a:defRPr/>
            </a:pPr>
            <a:r>
              <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 设计需要占用最大存储量或其它资源的测试用例进行测试。 </a:t>
            </a:r>
            <a:endPar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a:p>
            <a:pPr marL="671830" marR="0" lvl="1" indent="-285750" algn="l" defTabSz="914400" rtl="0" eaLnBrk="1" fontAlgn="base" latinLnBrk="0" hangingPunct="1">
              <a:lnSpc>
                <a:spcPct val="120000"/>
              </a:lnSpc>
              <a:spcBef>
                <a:spcPct val="20000"/>
              </a:spcBef>
              <a:spcAft>
                <a:spcPct val="0"/>
              </a:spcAft>
              <a:buClr>
                <a:schemeClr val="accent2">
                  <a:lumMod val="75000"/>
                </a:schemeClr>
              </a:buClr>
              <a:buSzPct val="70000"/>
              <a:buFont typeface="Wingdings" panose="05000000000000000000" pitchFamily="2" charset="2"/>
              <a:buChar char="l"/>
              <a:defRPr/>
            </a:pPr>
            <a:r>
              <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 设计出在虚拟存储管理机制中引起“颠簸”的测试用例进行测试。</a:t>
            </a:r>
            <a:endPar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a:p>
            <a:pPr marL="671830" marR="0" lvl="1" indent="-285750" algn="l" defTabSz="914400" rtl="0" eaLnBrk="1" fontAlgn="base" latinLnBrk="0" hangingPunct="1">
              <a:lnSpc>
                <a:spcPct val="120000"/>
              </a:lnSpc>
              <a:spcBef>
                <a:spcPct val="20000"/>
              </a:spcBef>
              <a:spcAft>
                <a:spcPct val="0"/>
              </a:spcAft>
              <a:buClr>
                <a:schemeClr val="accent2">
                  <a:lumMod val="75000"/>
                </a:schemeClr>
              </a:buClr>
              <a:buSzPct val="70000"/>
              <a:buFont typeface="Wingdings" panose="05000000000000000000" pitchFamily="2" charset="2"/>
              <a:buChar char="l"/>
              <a:defRPr/>
            </a:pPr>
            <a:r>
              <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 设计出会对磁盘常驻内存的数据过度访问的测试用例进行测试。</a:t>
            </a:r>
            <a:br>
              <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br>
            <a:endPar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p:txBody>
      </p:sp>
    </p:spTree>
  </p:cSld>
  <p:clrMapOvr>
    <a:masterClrMapping/>
  </p:clrMapOvr>
  <p:transition spd="med">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90000"/>
              </a:lnSpc>
              <a:spcBef>
                <a:spcPct val="0"/>
              </a:spcBef>
              <a:spcAft>
                <a:spcPct val="0"/>
              </a:spcAft>
              <a:buClrTx/>
              <a:buSzTx/>
              <a:buFont typeface="Wingdings" panose="05000000000000000000" pitchFamily="2" charset="2"/>
              <a:buNone/>
              <a:defRPr/>
            </a:pPr>
            <a:r>
              <a:rPr kumimoji="1" lang="zh-CN" altLang="en-US" sz="28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恢复测试</a:t>
            </a:r>
            <a:endParaRPr kumimoji="1" lang="zh-CN" altLang="en-US" sz="28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endParaRPr>
          </a:p>
        </p:txBody>
      </p:sp>
      <p:sp>
        <p:nvSpPr>
          <p:cNvPr id="59395"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64516" name="Rectangle 2"/>
          <p:cNvSpPr>
            <a:spLocks noGrp="1" noChangeArrowheads="1"/>
          </p:cNvSpPr>
          <p:nvPr>
            <p:ph idx="1"/>
          </p:nvPr>
        </p:nvSpPr>
        <p:spPr>
          <a:xfrm>
            <a:off x="250825" y="1268413"/>
            <a:ext cx="8642350" cy="4452938"/>
          </a:xfrm>
        </p:spPr>
        <p:txBody>
          <a:bodyPr vert="horz" wrap="square" lIns="91440" tIns="45720" rIns="91440" bIns="45720" numCol="1" anchor="t" anchorCtr="0" compatLnSpc="1">
            <a:spAutoFit/>
          </a:bodyPr>
          <a:lstStyle/>
          <a:p>
            <a:pPr marL="195580" marR="0" lvl="0" indent="-195580" algn="just" defTabSz="914400" rtl="0" eaLnBrk="1" fontAlgn="base" latinLnBrk="0" hangingPunct="1">
              <a:lnSpc>
                <a:spcPct val="95000"/>
              </a:lnSpc>
              <a:spcBef>
                <a:spcPct val="20000"/>
              </a:spcBef>
              <a:spcAft>
                <a:spcPct val="0"/>
              </a:spcAft>
              <a:buClr>
                <a:schemeClr val="accent2"/>
              </a:buClr>
              <a:buSzPct val="70000"/>
              <a:buFont typeface="Wingdings" panose="05000000000000000000" pitchFamily="2" charset="2"/>
              <a:buNone/>
              <a:defRPr/>
            </a:pPr>
            <a:r>
              <a:rPr kumimoji="0" lang="zh-CN" altLang="en-US" sz="2800" b="1" i="0" u="none" strike="noStrike" kern="0" cap="none" spc="0" normalizeH="0" baseline="0" noProof="0" dirty="0">
                <a:ln>
                  <a:noFill/>
                </a:ln>
                <a:solidFill>
                  <a:schemeClr val="tx1"/>
                </a:solidFill>
                <a:effectLst/>
                <a:uLnTx/>
                <a:uFillTx/>
                <a:latin typeface="华文中宋" panose="02010600040101010101" pitchFamily="2" charset="-122"/>
                <a:ea typeface="仿宋_GB2312" panose="02010609030101010101" pitchFamily="49" charset="-122"/>
                <a:cs typeface="+mn-cs"/>
              </a:rPr>
              <a:t>	</a:t>
            </a:r>
            <a:r>
              <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恢复测试是要证实在</a:t>
            </a:r>
            <a:r>
              <a:rPr kumimoji="1" lang="zh-CN" altLang="en-US" sz="2400" b="0"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克服硬件故障</a:t>
            </a:r>
            <a:r>
              <a:rPr kumimoji="1" lang="en-US" altLang="zh-CN"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a:t>
            </a:r>
            <a:r>
              <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包括掉电、硬件或网络出错等</a:t>
            </a:r>
            <a:r>
              <a:rPr kumimoji="1" lang="en-US" altLang="zh-CN"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a:t>
            </a:r>
            <a:r>
              <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后，</a:t>
            </a:r>
            <a:r>
              <a:rPr kumimoji="1" lang="zh-CN" altLang="en-US" sz="2400" b="0"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系统能否正常地继续进行工作</a:t>
            </a:r>
            <a:r>
              <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，并不对系统造成任何损害。</a:t>
            </a:r>
            <a:endPar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1" fontAlgn="base" latinLnBrk="0" hangingPunct="1">
              <a:lnSpc>
                <a:spcPct val="95000"/>
              </a:lnSpc>
              <a:spcBef>
                <a:spcPct val="20000"/>
              </a:spcBef>
              <a:spcAft>
                <a:spcPct val="0"/>
              </a:spcAft>
              <a:buClr>
                <a:schemeClr val="accent2">
                  <a:lumMod val="75000"/>
                </a:schemeClr>
              </a:buClr>
              <a:buSzPct val="70000"/>
              <a:buFont typeface="Wingdings" panose="05000000000000000000" pitchFamily="2" charset="2"/>
              <a:buChar char="l"/>
              <a:defRPr/>
            </a:pPr>
            <a:r>
              <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为此，可采用各种人工干预的手段，模拟硬件故障，故意造成软件出错。并由此检查：</a:t>
            </a:r>
            <a:endPar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a:p>
            <a:pPr marL="671830" marR="0" lvl="1" indent="-285750" algn="just" defTabSz="914400" rtl="0" eaLnBrk="1" fontAlgn="base" latinLnBrk="0" hangingPunct="1">
              <a:lnSpc>
                <a:spcPct val="95000"/>
              </a:lnSpc>
              <a:spcBef>
                <a:spcPct val="20000"/>
              </a:spcBef>
              <a:spcAft>
                <a:spcPct val="0"/>
              </a:spcAft>
              <a:buClr>
                <a:schemeClr val="accent2">
                  <a:lumMod val="75000"/>
                </a:schemeClr>
              </a:buClr>
              <a:buSzPct val="70000"/>
              <a:buFont typeface="Arial" panose="020B0604020202020204" pitchFamily="34" charset="0"/>
              <a:buChar char="•"/>
              <a:defRPr/>
            </a:pPr>
            <a:r>
              <a:rPr kumimoji="0" lang="zh-CN" altLang="en-US" sz="2000" b="1" i="0" u="none" strike="noStrike" kern="0" cap="none" spc="0" normalizeH="0" baseline="0" noProof="0" dirty="0">
                <a:ln>
                  <a:noFill/>
                </a:ln>
                <a:solidFill>
                  <a:schemeClr val="tx1"/>
                </a:solidFill>
                <a:effectLst/>
                <a:uLnTx/>
                <a:uFillTx/>
                <a:latin typeface="华文中宋" panose="02010600040101010101" pitchFamily="2" charset="-122"/>
                <a:ea typeface="仿宋_GB2312" panose="02010609030101010101" pitchFamily="49" charset="-122"/>
              </a:rPr>
              <a:t> </a:t>
            </a:r>
            <a:r>
              <a:rPr kumimoji="1" lang="zh-CN" altLang="en-US" sz="2400" b="0"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错误探测功能</a:t>
            </a:r>
            <a:r>
              <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──系统能否发现硬件失效与故障；</a:t>
            </a:r>
            <a:endPar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a:p>
            <a:pPr marL="671830" marR="0" lvl="1" indent="-285750" algn="just" defTabSz="914400" rtl="0" eaLnBrk="1" fontAlgn="base" latinLnBrk="0" hangingPunct="1">
              <a:lnSpc>
                <a:spcPct val="95000"/>
              </a:lnSpc>
              <a:spcBef>
                <a:spcPct val="20000"/>
              </a:spcBef>
              <a:spcAft>
                <a:spcPct val="0"/>
              </a:spcAft>
              <a:buClr>
                <a:schemeClr val="accent2">
                  <a:lumMod val="75000"/>
                </a:schemeClr>
              </a:buClr>
              <a:buSzPct val="70000"/>
              <a:buFont typeface="Arial" panose="020B0604020202020204" pitchFamily="34" charset="0"/>
              <a:buChar char="•"/>
              <a:defRPr/>
            </a:pPr>
            <a:r>
              <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 能否切换或启动备用的硬件；</a:t>
            </a:r>
            <a:endPar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a:p>
            <a:pPr marL="671830" marR="0" lvl="1" indent="-285750" algn="just" defTabSz="914400" rtl="0" eaLnBrk="1" fontAlgn="base" latinLnBrk="0" hangingPunct="1">
              <a:lnSpc>
                <a:spcPct val="95000"/>
              </a:lnSpc>
              <a:spcBef>
                <a:spcPct val="20000"/>
              </a:spcBef>
              <a:spcAft>
                <a:spcPct val="0"/>
              </a:spcAft>
              <a:buClr>
                <a:schemeClr val="accent2">
                  <a:lumMod val="75000"/>
                </a:schemeClr>
              </a:buClr>
              <a:buSzPct val="70000"/>
              <a:buFont typeface="Arial" panose="020B0604020202020204" pitchFamily="34" charset="0"/>
              <a:buChar char="•"/>
              <a:defRPr/>
            </a:pPr>
            <a:r>
              <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 在故障发生时能否保护正在运行的作业和系统状态；</a:t>
            </a:r>
            <a:endPar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a:p>
            <a:pPr marL="671830" marR="0" lvl="1" indent="-285750" algn="just" defTabSz="914400" rtl="0" eaLnBrk="1" fontAlgn="base" latinLnBrk="0" hangingPunct="1">
              <a:lnSpc>
                <a:spcPct val="95000"/>
              </a:lnSpc>
              <a:spcBef>
                <a:spcPct val="20000"/>
              </a:spcBef>
              <a:spcAft>
                <a:spcPct val="0"/>
              </a:spcAft>
              <a:buClr>
                <a:schemeClr val="accent2">
                  <a:lumMod val="75000"/>
                </a:schemeClr>
              </a:buClr>
              <a:buSzPct val="70000"/>
              <a:buFont typeface="Arial" panose="020B0604020202020204" pitchFamily="34" charset="0"/>
              <a:buChar char="•"/>
              <a:defRPr/>
            </a:pPr>
            <a:r>
              <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 在系统恢复后能否从最后记录下来的无错误状态开始继续执行作业，等等。</a:t>
            </a:r>
            <a:endPar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a:p>
            <a:pPr marL="671830" marR="0" lvl="1" indent="-285750" algn="just" defTabSz="914400" rtl="0" eaLnBrk="1" fontAlgn="base" latinLnBrk="0" hangingPunct="1">
              <a:lnSpc>
                <a:spcPct val="95000"/>
              </a:lnSpc>
              <a:spcBef>
                <a:spcPct val="20000"/>
              </a:spcBef>
              <a:spcAft>
                <a:spcPct val="0"/>
              </a:spcAft>
              <a:buClr>
                <a:schemeClr val="accent2">
                  <a:lumMod val="75000"/>
                </a:schemeClr>
              </a:buClr>
              <a:buSzPct val="70000"/>
              <a:buFont typeface="Arial" panose="020B0604020202020204" pitchFamily="34" charset="0"/>
              <a:buChar char="•"/>
              <a:defRPr/>
            </a:pPr>
            <a:r>
              <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 掉电测试：</a:t>
            </a:r>
            <a:endPar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p:txBody>
      </p:sp>
    </p:spTree>
  </p:cSld>
  <p:clrMapOvr>
    <a:masterClrMapping/>
  </p:clrMapOvr>
  <p:transition spd="med">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90000"/>
              </a:lnSpc>
              <a:spcBef>
                <a:spcPct val="0"/>
              </a:spcBef>
              <a:spcAft>
                <a:spcPct val="0"/>
              </a:spcAft>
              <a:buClrTx/>
              <a:buSzTx/>
              <a:buFont typeface="Wingdings" panose="05000000000000000000" pitchFamily="2" charset="2"/>
              <a:buNone/>
              <a:defRPr/>
            </a:pPr>
            <a:r>
              <a:rPr kumimoji="1" lang="en-US" altLang="zh-CN" sz="28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6.</a:t>
            </a:r>
            <a:r>
              <a:rPr kumimoji="1" lang="zh-CN" altLang="en-US" sz="28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 </a:t>
            </a:r>
            <a:r>
              <a:rPr kumimoji="1" lang="zh-CN" altLang="en-US" sz="2800" b="1" i="0" u="none" strike="noStrike" kern="1200" cap="none" spc="0" normalizeH="0" baseline="0" noProof="0" dirty="0" smtClean="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软件测试</a:t>
            </a:r>
            <a:r>
              <a:rPr kumimoji="1" lang="zh-CN" altLang="en-US" sz="28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周期 </a:t>
            </a:r>
            <a:endParaRPr kumimoji="1" lang="zh-CN" altLang="en-US" sz="28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endParaRPr>
          </a:p>
        </p:txBody>
      </p:sp>
      <p:sp>
        <p:nvSpPr>
          <p:cNvPr id="60419"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64516" name="Rectangle 2"/>
          <p:cNvSpPr>
            <a:spLocks noGrp="1" noChangeArrowheads="1"/>
          </p:cNvSpPr>
          <p:nvPr>
            <p:ph idx="1"/>
          </p:nvPr>
        </p:nvSpPr>
        <p:spPr>
          <a:xfrm>
            <a:off x="539750" y="1268413"/>
            <a:ext cx="8208963" cy="1993900"/>
          </a:xfrm>
        </p:spPr>
        <p:txBody>
          <a:bodyPr vert="horz" wrap="square" lIns="91440" tIns="45720" rIns="91440" bIns="45720" numCol="1" anchor="t" anchorCtr="0" compatLnSpc="1">
            <a:spAutoFit/>
          </a:bodyPr>
          <a:lstStyle/>
          <a:p>
            <a:pPr marL="0" marR="0" lvl="0" indent="0" algn="just" defTabSz="914400" rtl="0" eaLnBrk="1" fontAlgn="base" latinLnBrk="0" hangingPunct="1">
              <a:lnSpc>
                <a:spcPct val="95000"/>
              </a:lnSpc>
              <a:spcBef>
                <a:spcPct val="20000"/>
              </a:spcBef>
              <a:spcAft>
                <a:spcPct val="0"/>
              </a:spcAft>
              <a:buClr>
                <a:schemeClr val="accent2"/>
              </a:buClr>
              <a:buSzPct val="70000"/>
              <a:buFont typeface="Wingdings" panose="05000000000000000000" pitchFamily="2" charset="2"/>
              <a:buNone/>
              <a:defRPr/>
            </a:pPr>
            <a:r>
              <a:rPr kumimoji="1" lang="en-US" altLang="zh-CN" sz="2400" b="0" i="0" u="none" strike="noStrike" kern="1200" cap="none" spc="0" normalizeH="0" baseline="0" noProof="0" dirty="0" smtClean="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6.1 </a:t>
            </a:r>
            <a:r>
              <a:rPr kumimoji="1" lang="zh-CN" altLang="en-US" sz="2400" b="0"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测试周期</a:t>
            </a:r>
            <a:endParaRPr kumimoji="0" lang="en-US" altLang="zh-CN"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1" fontAlgn="base" latinLnBrk="0" hangingPunct="1">
              <a:lnSpc>
                <a:spcPct val="95000"/>
              </a:lnSpc>
              <a:spcBef>
                <a:spcPct val="20000"/>
              </a:spcBef>
              <a:spcAft>
                <a:spcPct val="0"/>
              </a:spcAft>
              <a:buClr>
                <a:schemeClr val="accent2"/>
              </a:buClr>
              <a:buSzPct val="70000"/>
              <a:buFont typeface="Arial" panose="020B0604020202020204" pitchFamily="34" charset="0"/>
              <a:buChar char="•"/>
              <a:defRPr/>
            </a:pPr>
            <a:r>
              <a:rPr kumimoji="0" lang="zh-CN" altLang="zh-CN"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软件测试</a:t>
            </a: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的周期性是指“测试</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-&gt;</a:t>
            </a: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改错</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-&gt;</a:t>
            </a: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再测试</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-&gt;</a:t>
            </a: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再改错”这样一个循环过程，并可分为串行方式和并行</a:t>
            </a:r>
            <a:r>
              <a:rPr kumimoji="0" lang="zh-CN" altLang="zh-CN"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方式</a:t>
            </a:r>
            <a:r>
              <a:rPr kumimoji="0" lang="zh-CN" altLang="en-US"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a:t>
            </a:r>
            <a:endParaRPr kumimoji="0" lang="en-US" altLang="zh-CN"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1" fontAlgn="base" latinLnBrk="0" hangingPunct="1">
              <a:lnSpc>
                <a:spcPct val="95000"/>
              </a:lnSpc>
              <a:spcBef>
                <a:spcPct val="20000"/>
              </a:spcBef>
              <a:spcAft>
                <a:spcPct val="0"/>
              </a:spcAft>
              <a:buClr>
                <a:schemeClr val="accent2"/>
              </a:buClr>
              <a:buSzPct val="70000"/>
              <a:buFont typeface="Arial" panose="020B0604020202020204" pitchFamily="34" charset="0"/>
              <a:buChar char="•"/>
              <a:defRPr/>
            </a:pPr>
            <a:r>
              <a:rPr kumimoji="0" lang="zh-CN" altLang="zh-CN"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采用</a:t>
            </a: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开发者和测试者并行工作的方式，可以提高工作的</a:t>
            </a:r>
            <a:r>
              <a:rPr kumimoji="0" lang="zh-CN" altLang="zh-CN"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效率</a:t>
            </a:r>
            <a:r>
              <a:rPr kumimoji="0" lang="zh-CN" altLang="en-US"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a:t>
            </a:r>
            <a:endParaRPr kumimoji="1"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p:txBody>
      </p:sp>
      <p:graphicFrame>
        <p:nvGraphicFramePr>
          <p:cNvPr id="60421" name="对象 2"/>
          <p:cNvGraphicFramePr>
            <a:graphicFrameLocks noChangeAspect="1"/>
          </p:cNvGraphicFramePr>
          <p:nvPr/>
        </p:nvGraphicFramePr>
        <p:xfrm>
          <a:off x="611188" y="3616325"/>
          <a:ext cx="8347075" cy="2520950"/>
        </p:xfrm>
        <a:graphic>
          <a:graphicData uri="http://schemas.openxmlformats.org/presentationml/2006/ole">
            <mc:AlternateContent xmlns:mc="http://schemas.openxmlformats.org/markup-compatibility/2006">
              <mc:Choice xmlns:v="urn:schemas-microsoft-com:vml" Requires="v">
                <p:oleObj spid="_x0000_s3087" name="" r:id="rId1" imgW="7802245" imgH="2365375" progId="Visio.Drawing.15">
                  <p:embed/>
                </p:oleObj>
              </mc:Choice>
              <mc:Fallback>
                <p:oleObj name="" r:id="rId1" imgW="7802245" imgH="2365375" progId="Visio.Drawing.15">
                  <p:embed/>
                  <p:pic>
                    <p:nvPicPr>
                      <p:cNvPr id="0" name="图片 3086"/>
                      <p:cNvPicPr/>
                      <p:nvPr/>
                    </p:nvPicPr>
                    <p:blipFill>
                      <a:blip r:embed="rId2"/>
                      <a:stretch>
                        <a:fillRect/>
                      </a:stretch>
                    </p:blipFill>
                    <p:spPr>
                      <a:xfrm>
                        <a:off x="611188" y="3616325"/>
                        <a:ext cx="8347075" cy="2520950"/>
                      </a:xfrm>
                      <a:prstGeom prst="rect">
                        <a:avLst/>
                      </a:prstGeom>
                      <a:noFill/>
                      <a:ln w="38100">
                        <a:noFill/>
                        <a:miter/>
                      </a:ln>
                    </p:spPr>
                  </p:pic>
                </p:oleObj>
              </mc:Fallback>
            </mc:AlternateContent>
          </a:graphicData>
        </a:graphic>
      </p:graphicFrame>
    </p:spTree>
  </p:cSld>
  <p:clrMapOvr>
    <a:masterClrMapping/>
  </p:clrMapOvr>
  <p:transition spd="med">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90000"/>
              </a:lnSpc>
              <a:spcBef>
                <a:spcPct val="0"/>
              </a:spcBef>
              <a:spcAft>
                <a:spcPct val="0"/>
              </a:spcAft>
              <a:buClrTx/>
              <a:buSzTx/>
              <a:buFont typeface="Wingdings" panose="05000000000000000000" pitchFamily="2" charset="2"/>
              <a:buNone/>
              <a:defRPr/>
            </a:pPr>
            <a:r>
              <a:rPr kumimoji="0" lang="en-US" altLang="zh-CN" sz="2800" b="1" i="0" u="none" strike="noStrike" kern="0" cap="none" spc="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rPr>
              <a:t>Bug</a:t>
            </a:r>
            <a:r>
              <a:rPr kumimoji="0" lang="zh-CN" altLang="zh-CN" sz="2800" b="1" i="0" u="none" strike="noStrike" kern="0" cap="none" spc="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rPr>
              <a:t>地狱</a:t>
            </a:r>
            <a:endParaRPr kumimoji="1" lang="zh-CN" altLang="en-US" sz="28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endParaRPr>
          </a:p>
        </p:txBody>
      </p:sp>
      <p:sp>
        <p:nvSpPr>
          <p:cNvPr id="61443"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64516" name="Rectangle 2"/>
          <p:cNvSpPr>
            <a:spLocks noGrp="1" noRot="1" noChangeAspect="1" noMove="1" noResize="1" noEditPoints="1" noAdjustHandles="1" noChangeArrowheads="1" noChangeShapeType="1" noTextEdit="1"/>
          </p:cNvSpPr>
          <p:nvPr>
            <p:ph idx="1"/>
          </p:nvPr>
        </p:nvSpPr>
        <p:spPr bwMode="auto">
          <a:xfrm>
            <a:off x="539551" y="1268413"/>
            <a:ext cx="8064897" cy="4099584"/>
          </a:xfrm>
          <a:blipFill>
            <a:blip r:embed="rId1"/>
            <a:stretch>
              <a:fillRect l="-378" t="-1634" r="-4917" b="-2377"/>
            </a:stretch>
          </a:blipFill>
          <a:ln/>
          <a:effectLst/>
          <a:scene3d>
            <a:camera prst="orthographicFront"/>
            <a:lightRig rig="balanced" dir="t"/>
          </a:scene3d>
          <a:sp3d prstMaterial="plastic"/>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spAutoFit/>
          </a:bodyPr>
          <a:lstStyle/>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a:ln>
                  <a:noFill/>
                </a:ln>
                <a:noFill/>
                <a:effectLst/>
                <a:uLnTx/>
                <a:uFillTx/>
                <a:latin typeface="华文中宋" panose="02010600040101010101" pitchFamily="2" charset="-122"/>
                <a:ea typeface="华文中宋" panose="02010600040101010101" pitchFamily="2" charset="-122"/>
                <a:cs typeface="+mn-cs"/>
              </a:rPr>
              <a:t> </a:t>
            </a:r>
            <a:endParaRPr kumimoji="0" lang="zh-CN" altLang="en-US" sz="2400" b="0" i="0" u="none" strike="noStrike" kern="0" cap="none" spc="0" normalizeH="0" baseline="0" noProof="0">
              <a:ln>
                <a:noFill/>
              </a:ln>
              <a:noFill/>
              <a:effectLst/>
              <a:uLnTx/>
              <a:uFillTx/>
              <a:latin typeface="华文中宋" panose="02010600040101010101" pitchFamily="2" charset="-122"/>
              <a:ea typeface="华文中宋" panose="02010600040101010101" pitchFamily="2" charset="-122"/>
              <a:cs typeface="+mn-cs"/>
            </a:endParaRPr>
          </a:p>
        </p:txBody>
      </p:sp>
    </p:spTree>
  </p:cSld>
  <p:clrMapOvr>
    <a:masterClrMapping/>
  </p:clrMapOvr>
  <p:transition spd="med">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90000"/>
              </a:lnSpc>
              <a:spcBef>
                <a:spcPct val="0"/>
              </a:spcBef>
              <a:spcAft>
                <a:spcPct val="0"/>
              </a:spcAft>
              <a:buClrTx/>
              <a:buSzTx/>
              <a:buFont typeface="Wingdings" panose="05000000000000000000" pitchFamily="2" charset="2"/>
              <a:buNone/>
              <a:defRPr/>
            </a:pPr>
            <a:r>
              <a:rPr kumimoji="0" lang="en-US" altLang="zh-CN" sz="2800" b="1" i="0" u="none" strike="noStrike" kern="0" cap="none" spc="0" normalizeH="0" baseline="0" noProof="0" dirty="0" smtClean="0">
                <a:ln>
                  <a:noFill/>
                </a:ln>
                <a:solidFill>
                  <a:srgbClr val="333399"/>
                </a:solidFill>
                <a:effectLst/>
                <a:uLnTx/>
                <a:uFillTx/>
                <a:latin typeface="华文中宋" panose="02010600040101010101" pitchFamily="2" charset="-122"/>
                <a:ea typeface="华文中宋" panose="02010600040101010101" pitchFamily="2" charset="-122"/>
                <a:cs typeface="+mj-cs"/>
              </a:rPr>
              <a:t>6.2 </a:t>
            </a:r>
            <a:r>
              <a:rPr kumimoji="0" lang="zh-CN" altLang="zh-CN" sz="2800" b="1" i="0" u="none" strike="noStrike" kern="0" cap="none" spc="0" normalizeH="0" baseline="0" noProof="0" dirty="0" smtClean="0">
                <a:ln>
                  <a:noFill/>
                </a:ln>
                <a:solidFill>
                  <a:srgbClr val="333399"/>
                </a:solidFill>
                <a:effectLst/>
                <a:uLnTx/>
                <a:uFillTx/>
                <a:latin typeface="华文中宋" panose="02010600040101010101" pitchFamily="2" charset="-122"/>
                <a:ea typeface="华文中宋" panose="02010600040101010101" pitchFamily="2" charset="-122"/>
                <a:cs typeface="+mj-cs"/>
              </a:rPr>
              <a:t>测试</a:t>
            </a:r>
            <a:r>
              <a:rPr kumimoji="0" lang="zh-CN" altLang="zh-CN" sz="2800" b="1" i="0" u="none" strike="noStrike" kern="0" cap="none" spc="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rPr>
              <a:t>停止</a:t>
            </a:r>
            <a:endParaRPr kumimoji="1" lang="zh-CN" altLang="en-US" sz="28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endParaRPr>
          </a:p>
        </p:txBody>
      </p:sp>
      <p:sp>
        <p:nvSpPr>
          <p:cNvPr id="62467"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62468" name="Rectangle 2"/>
          <p:cNvSpPr>
            <a:spLocks noGrp="1"/>
          </p:cNvSpPr>
          <p:nvPr>
            <p:ph idx="1"/>
          </p:nvPr>
        </p:nvSpPr>
        <p:spPr>
          <a:xfrm>
            <a:off x="627063" y="1233488"/>
            <a:ext cx="8064500" cy="5148262"/>
          </a:xfrm>
          <a:ln/>
        </p:spPr>
        <p:txBody>
          <a:bodyPr vert="horz" wrap="square" lIns="91440" tIns="45720" rIns="91440" bIns="45720" anchor="t" anchorCtr="0">
            <a:spAutoFit/>
          </a:bodyPr>
          <a:p>
            <a:pPr eaLnBrk="1" hangingPunct="1">
              <a:lnSpc>
                <a:spcPts val="3300"/>
              </a:lnSpc>
              <a:buSzPct val="70000"/>
              <a:buFont typeface="Arial" panose="020B0604020202020204" pitchFamily="34" charset="0"/>
              <a:buChar char="•"/>
            </a:pPr>
            <a:r>
              <a:rPr lang="zh-CN" altLang="zh-CN" dirty="0">
                <a:latin typeface="华文中宋" panose="02010600040101010101" pitchFamily="2" charset="-122"/>
                <a:ea typeface="华文中宋" panose="02010600040101010101" pitchFamily="2" charset="-122"/>
                <a:cs typeface="+mn-cs"/>
              </a:rPr>
              <a:t>第一类标准：测试超过了预定时间，则停止测试。</a:t>
            </a:r>
            <a:endParaRPr lang="en-US" altLang="zh-CN" dirty="0">
              <a:latin typeface="华文中宋" panose="02010600040101010101" pitchFamily="2" charset="-122"/>
              <a:ea typeface="华文中宋" panose="02010600040101010101" pitchFamily="2" charset="-122"/>
              <a:cs typeface="+mn-cs"/>
            </a:endParaRPr>
          </a:p>
          <a:p>
            <a:pPr eaLnBrk="1" hangingPunct="1">
              <a:lnSpc>
                <a:spcPts val="3300"/>
              </a:lnSpc>
              <a:buSzPct val="70000"/>
              <a:buFont typeface="Arial" panose="020B0604020202020204" pitchFamily="34" charset="0"/>
              <a:buChar char="•"/>
            </a:pPr>
            <a:r>
              <a:rPr lang="zh-CN" altLang="zh-CN" dirty="0">
                <a:latin typeface="华文中宋" panose="02010600040101010101" pitchFamily="2" charset="-122"/>
                <a:ea typeface="华文中宋" panose="02010600040101010101" pitchFamily="2" charset="-122"/>
                <a:cs typeface="+mn-cs"/>
              </a:rPr>
              <a:t>第二类标准：基于测试用例的原则。在功能测试用例通过率达到</a:t>
            </a:r>
            <a:r>
              <a:rPr lang="en-US" altLang="zh-CN" dirty="0">
                <a:latin typeface="华文中宋" panose="02010600040101010101" pitchFamily="2" charset="-122"/>
                <a:ea typeface="华文中宋" panose="02010600040101010101" pitchFamily="2" charset="-122"/>
                <a:cs typeface="+mn-cs"/>
              </a:rPr>
              <a:t>100%</a:t>
            </a:r>
            <a:r>
              <a:rPr lang="zh-CN" altLang="zh-CN" dirty="0">
                <a:latin typeface="华文中宋" panose="02010600040101010101" pitchFamily="2" charset="-122"/>
                <a:ea typeface="华文中宋" panose="02010600040101010101" pitchFamily="2" charset="-122"/>
                <a:cs typeface="+mn-cs"/>
              </a:rPr>
              <a:t>，非功能性测试用例达到</a:t>
            </a:r>
            <a:r>
              <a:rPr lang="en-US" altLang="zh-CN" dirty="0">
                <a:latin typeface="华文中宋" panose="02010600040101010101" pitchFamily="2" charset="-122"/>
                <a:ea typeface="华文中宋" panose="02010600040101010101" pitchFamily="2" charset="-122"/>
                <a:cs typeface="+mn-cs"/>
              </a:rPr>
              <a:t>95%</a:t>
            </a:r>
            <a:r>
              <a:rPr lang="zh-CN" altLang="zh-CN" dirty="0">
                <a:latin typeface="华文中宋" panose="02010600040101010101" pitchFamily="2" charset="-122"/>
                <a:ea typeface="华文中宋" panose="02010600040101010101" pitchFamily="2" charset="-122"/>
                <a:cs typeface="+mn-cs"/>
              </a:rPr>
              <a:t>以上，允许正常结束测试。</a:t>
            </a:r>
            <a:endParaRPr lang="en-US" altLang="zh-CN" dirty="0">
              <a:latin typeface="华文中宋" panose="02010600040101010101" pitchFamily="2" charset="-122"/>
              <a:ea typeface="华文中宋" panose="02010600040101010101" pitchFamily="2" charset="-122"/>
              <a:cs typeface="+mn-cs"/>
            </a:endParaRPr>
          </a:p>
          <a:p>
            <a:pPr eaLnBrk="1" hangingPunct="1">
              <a:lnSpc>
                <a:spcPts val="3300"/>
              </a:lnSpc>
              <a:buSzPct val="70000"/>
              <a:buFont typeface="Arial" panose="020B0604020202020204" pitchFamily="34" charset="0"/>
              <a:buChar char="•"/>
            </a:pPr>
            <a:r>
              <a:rPr lang="zh-CN" altLang="zh-CN" dirty="0">
                <a:latin typeface="华文中宋" panose="02010600040101010101" pitchFamily="2" charset="-122"/>
                <a:ea typeface="华文中宋" panose="02010600040101010101" pitchFamily="2" charset="-122"/>
                <a:cs typeface="+mn-cs"/>
              </a:rPr>
              <a:t>第三类标准：随着测试的执行，软件已经满足了验收测试指定的功能和非功能性需求，则可以停止测试。</a:t>
            </a:r>
            <a:endParaRPr lang="en-US" altLang="zh-CN" dirty="0">
              <a:latin typeface="华文中宋" panose="02010600040101010101" pitchFamily="2" charset="-122"/>
              <a:ea typeface="华文中宋" panose="02010600040101010101" pitchFamily="2" charset="-122"/>
              <a:cs typeface="+mn-cs"/>
            </a:endParaRPr>
          </a:p>
          <a:p>
            <a:pPr eaLnBrk="1" hangingPunct="1">
              <a:lnSpc>
                <a:spcPts val="3300"/>
              </a:lnSpc>
              <a:buSzPct val="70000"/>
              <a:buFont typeface="Arial" panose="020B0604020202020204" pitchFamily="34" charset="0"/>
              <a:buChar char="•"/>
            </a:pPr>
            <a:r>
              <a:rPr lang="zh-CN" altLang="zh-CN" dirty="0">
                <a:latin typeface="华文中宋" panose="02010600040101010101" pitchFamily="2" charset="-122"/>
                <a:ea typeface="华文中宋" panose="02010600040101010101" pitchFamily="2" charset="-122"/>
                <a:cs typeface="+mn-cs"/>
              </a:rPr>
              <a:t>第四类标准：根据单位时间内查出故障的数量决定是否停止测试。直到发现的故障几乎为零或者单位时间内查出故障的数量小于设定的阈值，此时可以停止测试。</a:t>
            </a:r>
            <a:endParaRPr lang="en-US" altLang="zh-CN" dirty="0">
              <a:latin typeface="华文中宋" panose="02010600040101010101" pitchFamily="2" charset="-122"/>
              <a:ea typeface="华文中宋" panose="02010600040101010101" pitchFamily="2" charset="-122"/>
              <a:cs typeface="+mn-cs"/>
            </a:endParaRPr>
          </a:p>
          <a:p>
            <a:pPr eaLnBrk="1" hangingPunct="1">
              <a:lnSpc>
                <a:spcPts val="3300"/>
              </a:lnSpc>
              <a:buSzPct val="70000"/>
              <a:buFont typeface="Arial" panose="020B0604020202020204" pitchFamily="34" charset="0"/>
              <a:buChar char="•"/>
            </a:pPr>
            <a:r>
              <a:rPr lang="zh-CN" altLang="zh-CN" dirty="0">
                <a:latin typeface="华文中宋" panose="02010600040101010101" pitchFamily="2" charset="-122"/>
                <a:ea typeface="华文中宋" panose="02010600040101010101" pitchFamily="2" charset="-122"/>
                <a:cs typeface="+mn-cs"/>
              </a:rPr>
              <a:t>第五类标准：正面指出停止测试的具体要求，即停止测试的标准可定义为查出某一预订数目的故障。</a:t>
            </a:r>
            <a:endParaRPr lang="en-US" altLang="zh-CN" dirty="0">
              <a:latin typeface="华文中宋" panose="02010600040101010101" pitchFamily="2" charset="-122"/>
              <a:ea typeface="华文中宋" panose="02010600040101010101" pitchFamily="2" charset="-122"/>
              <a:cs typeface="+mn-cs"/>
            </a:endParaRPr>
          </a:p>
        </p:txBody>
      </p:sp>
    </p:spTree>
  </p:cSld>
  <p:clrMapOvr>
    <a:masterClrMapping/>
  </p:clrMapOvr>
  <p:transition spd="med">
    <p:fad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90000"/>
              </a:lnSpc>
              <a:spcBef>
                <a:spcPct val="0"/>
              </a:spcBef>
              <a:spcAft>
                <a:spcPct val="0"/>
              </a:spcAft>
              <a:buClrTx/>
              <a:buSzTx/>
              <a:buFont typeface="Wingdings" panose="05000000000000000000" pitchFamily="2" charset="2"/>
              <a:buNone/>
              <a:defRPr/>
            </a:pPr>
            <a:r>
              <a:rPr kumimoji="0" lang="en-US" altLang="zh-CN" sz="2800" b="1" i="0" u="none" strike="noStrike" kern="0" cap="none" spc="0" normalizeH="0" baseline="0" noProof="0" dirty="0" smtClean="0">
                <a:ln>
                  <a:noFill/>
                </a:ln>
                <a:solidFill>
                  <a:srgbClr val="333399"/>
                </a:solidFill>
                <a:effectLst/>
                <a:uLnTx/>
                <a:uFillTx/>
                <a:latin typeface="华文中宋" panose="02010600040101010101" pitchFamily="2" charset="-122"/>
                <a:ea typeface="华文中宋" panose="02010600040101010101" pitchFamily="2" charset="-122"/>
                <a:cs typeface="+mj-cs"/>
              </a:rPr>
              <a:t>7. </a:t>
            </a:r>
            <a:r>
              <a:rPr kumimoji="0" lang="zh-CN" altLang="en-US" sz="2800" b="1" i="0" u="none" strike="noStrike" kern="0" cap="none" spc="0" normalizeH="0" baseline="0" noProof="0" dirty="0" smtClean="0">
                <a:ln>
                  <a:noFill/>
                </a:ln>
                <a:solidFill>
                  <a:srgbClr val="333399"/>
                </a:solidFill>
                <a:effectLst/>
                <a:uLnTx/>
                <a:uFillTx/>
                <a:latin typeface="华文中宋" panose="02010600040101010101" pitchFamily="2" charset="-122"/>
                <a:ea typeface="华文中宋" panose="02010600040101010101" pitchFamily="2" charset="-122"/>
                <a:cs typeface="+mj-cs"/>
              </a:rPr>
              <a:t>安全测试</a:t>
            </a:r>
            <a:endParaRPr kumimoji="1" lang="zh-CN" altLang="en-US" sz="28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endParaRPr>
          </a:p>
        </p:txBody>
      </p:sp>
      <p:sp>
        <p:nvSpPr>
          <p:cNvPr id="63491"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64516" name="Rectangle 2"/>
          <p:cNvSpPr>
            <a:spLocks noGrp="1" noChangeArrowheads="1"/>
          </p:cNvSpPr>
          <p:nvPr>
            <p:ph idx="1"/>
          </p:nvPr>
        </p:nvSpPr>
        <p:spPr>
          <a:xfrm>
            <a:off x="627063" y="1484313"/>
            <a:ext cx="7905750" cy="3563938"/>
          </a:xfrm>
        </p:spPr>
        <p:txBody>
          <a:bodyPr vert="horz" wrap="square" lIns="91440" tIns="45720" rIns="91440" bIns="45720" numCol="1" anchor="t" anchorCtr="0" compatLnSpc="1">
            <a:spAutoFit/>
          </a:bodyPr>
          <a:lstStyle/>
          <a:p>
            <a:pPr marL="0" marR="0" lvl="0" indent="0" algn="just" defTabSz="914400" rtl="0" eaLnBrk="1" fontAlgn="base" latinLnBrk="0" hangingPunct="1">
              <a:lnSpc>
                <a:spcPct val="150000"/>
              </a:lnSpc>
              <a:spcBef>
                <a:spcPct val="20000"/>
              </a:spcBef>
              <a:spcAft>
                <a:spcPct val="0"/>
              </a:spcAft>
              <a:buClr>
                <a:schemeClr val="accent2"/>
              </a:buClr>
              <a:buSzPct val="70000"/>
              <a:buFont typeface="Wingdings" panose="05000000000000000000" pitchFamily="2" charset="2"/>
              <a:buNone/>
              <a:defRPr/>
            </a:pP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7.1 </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软件安全测试</a:t>
            </a:r>
            <a:endParaRPr kumimoji="0" lang="en-US" altLang="zh-CN"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1" fontAlgn="base" latinLnBrk="0" hangingPunct="1">
              <a:lnSpc>
                <a:spcPct val="150000"/>
              </a:lnSpc>
              <a:spcBef>
                <a:spcPct val="20000"/>
              </a:spcBef>
              <a:spcAft>
                <a:spcPct val="0"/>
              </a:spcAft>
              <a:buClr>
                <a:schemeClr val="accent2"/>
              </a:buClr>
              <a:buSzPct val="70000"/>
              <a:buFont typeface="Arial" panose="020B0604020202020204" pitchFamily="34" charset="0"/>
              <a:buChar char="•"/>
              <a:defRPr/>
            </a:pPr>
            <a:r>
              <a:rPr kumimoji="0" lang="zh-CN" altLang="zh-CN"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软件</a:t>
            </a: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安全测试是在充分考虑软件安全性问题的前提下进行的测试</a:t>
            </a:r>
            <a:r>
              <a:rPr kumimoji="0" lang="zh-CN" altLang="zh-CN"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a:t>
            </a:r>
            <a:endParaRPr kumimoji="0" lang="en-US" altLang="zh-CN"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1" fontAlgn="base" latinLnBrk="0" hangingPunct="1">
              <a:lnSpc>
                <a:spcPct val="150000"/>
              </a:lnSpc>
              <a:spcBef>
                <a:spcPct val="20000"/>
              </a:spcBef>
              <a:spcAft>
                <a:spcPct val="0"/>
              </a:spcAft>
              <a:buClr>
                <a:schemeClr val="accent2"/>
              </a:buClr>
              <a:buSzPct val="70000"/>
              <a:buFont typeface="Arial" panose="020B0604020202020204" pitchFamily="34" charset="0"/>
              <a:buChar char="•"/>
              <a:defRPr/>
            </a:pPr>
            <a:r>
              <a:rPr kumimoji="0" lang="zh-CN" altLang="zh-CN"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因此</a:t>
            </a: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，安全测试实际上就是一轮多角度、全方位的攻击和反攻击，其目的就是要抢在真正攻击者之前尽可能多地找到软件中的漏洞，以减少软件未来遭受攻击的可能性</a:t>
            </a:r>
            <a:r>
              <a:rPr kumimoji="0" lang="zh-CN" altLang="zh-CN"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a:t>
            </a:r>
            <a:endParaRPr kumimoji="0" lang="en-US" altLang="zh-CN"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Tree>
  </p:cSld>
  <p:clrMapOvr>
    <a:masterClrMapping/>
  </p:clrMapOvr>
  <p:transition spd="med">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标题 1"/>
          <p:cNvSpPr>
            <a:spLocks noGrp="1"/>
          </p:cNvSpPr>
          <p:nvPr>
            <p:ph type="title"/>
          </p:nvPr>
        </p:nvSpPr>
        <p:spPr>
          <a:ln/>
        </p:spPr>
        <p:txBody>
          <a:bodyPr vert="horz" wrap="square" lIns="91440" tIns="45720" rIns="91440" bIns="45720" anchor="ctr" anchorCtr="0"/>
          <a:p>
            <a:pPr eaLnBrk="1" hangingPunct="1">
              <a:lnSpc>
                <a:spcPts val="3300"/>
              </a:lnSpc>
            </a:pPr>
            <a:r>
              <a:rPr lang="zh-CN" altLang="zh-CN" dirty="0"/>
              <a:t>软件安全测试步骤</a:t>
            </a:r>
            <a:endParaRPr lang="en-US" altLang="zh-CN" dirty="0"/>
          </a:p>
        </p:txBody>
      </p:sp>
      <p:sp>
        <p:nvSpPr>
          <p:cNvPr id="64515"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64516" name="Rectangle 2"/>
          <p:cNvSpPr>
            <a:spLocks noGrp="1"/>
          </p:cNvSpPr>
          <p:nvPr>
            <p:ph idx="1"/>
          </p:nvPr>
        </p:nvSpPr>
        <p:spPr>
          <a:xfrm>
            <a:off x="755650" y="1412875"/>
            <a:ext cx="7848600" cy="3846513"/>
          </a:xfrm>
          <a:ln/>
        </p:spPr>
        <p:txBody>
          <a:bodyPr vert="horz" wrap="square" lIns="91440" tIns="45720" rIns="91440" bIns="45720" anchor="t" anchorCtr="0">
            <a:spAutoFit/>
          </a:bodyPr>
          <a:p>
            <a:pPr marL="0" indent="0" eaLnBrk="1" hangingPunct="1">
              <a:lnSpc>
                <a:spcPts val="3300"/>
              </a:lnSpc>
              <a:buSzPct val="70000"/>
              <a:buFont typeface="Wingdings" panose="05000000000000000000" pitchFamily="2" charset="2"/>
              <a:buNone/>
            </a:pPr>
            <a:r>
              <a:rPr lang="en-US" altLang="zh-CN" dirty="0">
                <a:latin typeface="华文中宋" panose="02010600040101010101" pitchFamily="2" charset="-122"/>
                <a:ea typeface="华文中宋" panose="02010600040101010101" pitchFamily="2" charset="-122"/>
                <a:cs typeface="+mn-cs"/>
              </a:rPr>
              <a:t>1</a:t>
            </a:r>
            <a:r>
              <a:rPr lang="zh-CN" altLang="zh-CN" dirty="0">
                <a:latin typeface="华文中宋" panose="02010600040101010101" pitchFamily="2" charset="-122"/>
                <a:ea typeface="华文中宋" panose="02010600040101010101" pitchFamily="2" charset="-122"/>
                <a:cs typeface="+mn-cs"/>
              </a:rPr>
              <a:t>、基于前面设计阶段制定的威胁模型，制定测试计划。</a:t>
            </a:r>
            <a:endParaRPr lang="zh-CN" altLang="zh-CN" dirty="0">
              <a:latin typeface="华文中宋" panose="02010600040101010101" pitchFamily="2" charset="-122"/>
              <a:ea typeface="华文中宋" panose="02010600040101010101" pitchFamily="2" charset="-122"/>
              <a:cs typeface="+mn-cs"/>
            </a:endParaRPr>
          </a:p>
          <a:p>
            <a:pPr marL="0" indent="0" eaLnBrk="1" hangingPunct="1">
              <a:lnSpc>
                <a:spcPts val="3300"/>
              </a:lnSpc>
              <a:buSzPct val="70000"/>
              <a:buFont typeface="Wingdings" panose="05000000000000000000" pitchFamily="2" charset="2"/>
              <a:buNone/>
            </a:pPr>
            <a:r>
              <a:rPr lang="en-US" altLang="zh-CN" dirty="0">
                <a:latin typeface="华文中宋" panose="02010600040101010101" pitchFamily="2" charset="-122"/>
                <a:ea typeface="华文中宋" panose="02010600040101010101" pitchFamily="2" charset="-122"/>
                <a:cs typeface="+mn-cs"/>
              </a:rPr>
              <a:t>2</a:t>
            </a:r>
            <a:r>
              <a:rPr lang="zh-CN" altLang="zh-CN" dirty="0">
                <a:latin typeface="华文中宋" panose="02010600040101010101" pitchFamily="2" charset="-122"/>
                <a:ea typeface="华文中宋" panose="02010600040101010101" pitchFamily="2" charset="-122"/>
                <a:cs typeface="+mn-cs"/>
              </a:rPr>
              <a:t>、将安全测试的最小组件单</a:t>
            </a:r>
            <a:r>
              <a:rPr lang="zh-CN" altLang="en-US" dirty="0">
                <a:latin typeface="华文中宋" panose="02010600040101010101" pitchFamily="2" charset="-122"/>
                <a:ea typeface="华文中宋" panose="02010600040101010101" pitchFamily="2" charset="-122"/>
                <a:cs typeface="+mn-cs"/>
              </a:rPr>
              <a:t>元</a:t>
            </a:r>
            <a:r>
              <a:rPr lang="zh-CN" altLang="zh-CN" dirty="0">
                <a:latin typeface="华文中宋" panose="02010600040101010101" pitchFamily="2" charset="-122"/>
                <a:ea typeface="华文中宋" panose="02010600040101010101" pitchFamily="2" charset="-122"/>
                <a:cs typeface="+mn-cs"/>
              </a:rPr>
              <a:t>进行划分，并确定组件的输入格式。</a:t>
            </a:r>
            <a:endParaRPr lang="en-US" altLang="zh-CN" dirty="0">
              <a:latin typeface="华文中宋" panose="02010600040101010101" pitchFamily="2" charset="-122"/>
              <a:ea typeface="华文中宋" panose="02010600040101010101" pitchFamily="2" charset="-122"/>
              <a:cs typeface="+mn-cs"/>
            </a:endParaRPr>
          </a:p>
          <a:p>
            <a:pPr marL="0" indent="0" eaLnBrk="1" hangingPunct="1">
              <a:lnSpc>
                <a:spcPts val="3300"/>
              </a:lnSpc>
              <a:buSzPct val="70000"/>
              <a:buFont typeface="Wingdings" panose="05000000000000000000" pitchFamily="2" charset="2"/>
              <a:buNone/>
            </a:pPr>
            <a:r>
              <a:rPr lang="en-US" altLang="zh-CN" dirty="0">
                <a:latin typeface="华文中宋" panose="02010600040101010101" pitchFamily="2" charset="-122"/>
                <a:ea typeface="华文中宋" panose="02010600040101010101" pitchFamily="2" charset="-122"/>
                <a:cs typeface="+mn-cs"/>
              </a:rPr>
              <a:t>3</a:t>
            </a:r>
            <a:r>
              <a:rPr lang="zh-CN" altLang="zh-CN" dirty="0">
                <a:latin typeface="华文中宋" panose="02010600040101010101" pitchFamily="2" charset="-122"/>
                <a:ea typeface="华文中宋" panose="02010600040101010101" pitchFamily="2" charset="-122"/>
                <a:cs typeface="+mn-cs"/>
              </a:rPr>
              <a:t>、根据各个接口可能遇到的威胁，或者系统的潜在漏洞，对接口进行分级。</a:t>
            </a:r>
            <a:endParaRPr lang="en-US" altLang="zh-CN" dirty="0">
              <a:latin typeface="华文中宋" panose="02010600040101010101" pitchFamily="2" charset="-122"/>
              <a:ea typeface="华文中宋" panose="02010600040101010101" pitchFamily="2" charset="-122"/>
              <a:cs typeface="+mn-cs"/>
            </a:endParaRPr>
          </a:p>
          <a:p>
            <a:pPr marL="0" indent="0" eaLnBrk="1" hangingPunct="1">
              <a:lnSpc>
                <a:spcPts val="3300"/>
              </a:lnSpc>
              <a:buSzPct val="70000"/>
              <a:buFont typeface="Wingdings" panose="05000000000000000000" pitchFamily="2" charset="2"/>
              <a:buNone/>
            </a:pPr>
            <a:r>
              <a:rPr lang="en-US" altLang="zh-CN" dirty="0">
                <a:latin typeface="华文中宋" panose="02010600040101010101" pitchFamily="2" charset="-122"/>
                <a:ea typeface="华文中宋" panose="02010600040101010101" pitchFamily="2" charset="-122"/>
                <a:cs typeface="+mn-cs"/>
              </a:rPr>
              <a:t>4</a:t>
            </a:r>
            <a:r>
              <a:rPr lang="zh-CN" altLang="zh-CN" dirty="0">
                <a:latin typeface="华文中宋" panose="02010600040101010101" pitchFamily="2" charset="-122"/>
                <a:ea typeface="华文中宋" panose="02010600040101010101" pitchFamily="2" charset="-122"/>
                <a:cs typeface="+mn-cs"/>
              </a:rPr>
              <a:t>、设计测试用例，确定输入数据。</a:t>
            </a:r>
            <a:endParaRPr lang="en-US" altLang="zh-CN" dirty="0">
              <a:latin typeface="华文中宋" panose="02010600040101010101" pitchFamily="2" charset="-122"/>
              <a:ea typeface="华文中宋" panose="02010600040101010101" pitchFamily="2" charset="-122"/>
              <a:cs typeface="+mn-cs"/>
            </a:endParaRPr>
          </a:p>
          <a:p>
            <a:pPr marL="0" indent="0" eaLnBrk="1" hangingPunct="1">
              <a:lnSpc>
                <a:spcPts val="3300"/>
              </a:lnSpc>
              <a:buSzPct val="70000"/>
              <a:buFont typeface="Wingdings" panose="05000000000000000000" pitchFamily="2" charset="2"/>
              <a:buNone/>
            </a:pPr>
            <a:r>
              <a:rPr lang="en-US" altLang="zh-CN" dirty="0">
                <a:latin typeface="华文中宋" panose="02010600040101010101" pitchFamily="2" charset="-122"/>
                <a:ea typeface="华文中宋" panose="02010600040101010101" pitchFamily="2" charset="-122"/>
                <a:cs typeface="+mn-cs"/>
              </a:rPr>
              <a:t>5</a:t>
            </a:r>
            <a:r>
              <a:rPr lang="zh-CN" altLang="zh-CN" dirty="0">
                <a:latin typeface="华文中宋" panose="02010600040101010101" pitchFamily="2" charset="-122"/>
                <a:ea typeface="华文中宋" panose="02010600040101010101" pitchFamily="2" charset="-122"/>
                <a:cs typeface="+mn-cs"/>
              </a:rPr>
              <a:t>、攻击应用程序，查看攻击效果。</a:t>
            </a:r>
            <a:endParaRPr lang="en-US" altLang="zh-CN" dirty="0">
              <a:latin typeface="华文中宋" panose="02010600040101010101" pitchFamily="2" charset="-122"/>
              <a:ea typeface="华文中宋" panose="02010600040101010101" pitchFamily="2" charset="-122"/>
              <a:cs typeface="+mn-cs"/>
            </a:endParaRPr>
          </a:p>
          <a:p>
            <a:pPr marL="0" indent="0" eaLnBrk="1" hangingPunct="1">
              <a:lnSpc>
                <a:spcPts val="3300"/>
              </a:lnSpc>
              <a:buSzPct val="70000"/>
              <a:buFont typeface="Wingdings" panose="05000000000000000000" pitchFamily="2" charset="2"/>
              <a:buNone/>
            </a:pPr>
            <a:r>
              <a:rPr lang="en-US" altLang="zh-CN" dirty="0">
                <a:latin typeface="华文中宋" panose="02010600040101010101" pitchFamily="2" charset="-122"/>
                <a:ea typeface="华文中宋" panose="02010600040101010101" pitchFamily="2" charset="-122"/>
                <a:cs typeface="+mn-cs"/>
              </a:rPr>
              <a:t>6</a:t>
            </a:r>
            <a:r>
              <a:rPr lang="zh-CN" altLang="zh-CN" dirty="0">
                <a:latin typeface="华文中宋" panose="02010600040101010101" pitchFamily="2" charset="-122"/>
                <a:ea typeface="华文中宋" panose="02010600040101010101" pitchFamily="2" charset="-122"/>
                <a:cs typeface="+mn-cs"/>
              </a:rPr>
              <a:t>、总结测试结果，提出解决方案。</a:t>
            </a:r>
            <a:endParaRPr lang="en-US" altLang="zh-CN" dirty="0">
              <a:latin typeface="华文中宋" panose="02010600040101010101" pitchFamily="2" charset="-122"/>
              <a:ea typeface="华文中宋" panose="02010600040101010101" pitchFamily="2" charset="-122"/>
              <a:cs typeface="+mn-cs"/>
            </a:endParaRPr>
          </a:p>
        </p:txBody>
      </p:sp>
    </p:spTree>
  </p:cSld>
  <p:clrMapOvr>
    <a:masterClrMapping/>
  </p:clrMapOvr>
  <p:transition spd="med">
    <p:fad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标题 1"/>
          <p:cNvSpPr>
            <a:spLocks noGrp="1"/>
          </p:cNvSpPr>
          <p:nvPr>
            <p:ph type="title"/>
          </p:nvPr>
        </p:nvSpPr>
        <p:spPr>
          <a:ln/>
        </p:spPr>
        <p:txBody>
          <a:bodyPr vert="horz" wrap="square" lIns="91440" tIns="45720" rIns="91440" bIns="45720" anchor="ctr" anchorCtr="0"/>
          <a:p>
            <a:pPr eaLnBrk="1" hangingPunct="1">
              <a:lnSpc>
                <a:spcPts val="3300"/>
              </a:lnSpc>
            </a:pPr>
            <a:r>
              <a:rPr lang="en-US" altLang="zh-CN" dirty="0"/>
              <a:t>7.2 </a:t>
            </a:r>
            <a:r>
              <a:rPr lang="zh-CN" altLang="en-US" dirty="0"/>
              <a:t>模糊测试</a:t>
            </a:r>
            <a:endParaRPr lang="en-US" altLang="zh-CN" dirty="0"/>
          </a:p>
        </p:txBody>
      </p:sp>
      <p:sp>
        <p:nvSpPr>
          <p:cNvPr id="65539"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65540" name="Rectangle 2"/>
          <p:cNvSpPr>
            <a:spLocks noGrp="1"/>
          </p:cNvSpPr>
          <p:nvPr>
            <p:ph idx="1"/>
          </p:nvPr>
        </p:nvSpPr>
        <p:spPr>
          <a:xfrm>
            <a:off x="755650" y="1412875"/>
            <a:ext cx="7777163" cy="3625850"/>
          </a:xfrm>
          <a:ln/>
        </p:spPr>
        <p:txBody>
          <a:bodyPr vert="horz" wrap="square" lIns="91440" tIns="45720" rIns="91440" bIns="45720" anchor="t" anchorCtr="0">
            <a:spAutoFit/>
          </a:bodyPr>
          <a:p>
            <a:pPr eaLnBrk="1" hangingPunct="1">
              <a:lnSpc>
                <a:spcPts val="3300"/>
              </a:lnSpc>
              <a:buSzPct val="70000"/>
              <a:buFont typeface="Arial" panose="020B0604020202020204" pitchFamily="34" charset="0"/>
              <a:buChar char="•"/>
            </a:pPr>
            <a:r>
              <a:rPr lang="zh-CN" altLang="zh-CN" dirty="0">
                <a:latin typeface="华文中宋" panose="02010600040101010101" pitchFamily="2" charset="-122"/>
                <a:ea typeface="华文中宋" panose="02010600040101010101" pitchFamily="2" charset="-122"/>
                <a:cs typeface="+mn-cs"/>
              </a:rPr>
              <a:t>模糊测试</a:t>
            </a:r>
            <a:r>
              <a:rPr lang="en-US" altLang="zh-CN" dirty="0">
                <a:latin typeface="华文中宋" panose="02010600040101010101" pitchFamily="2" charset="-122"/>
                <a:ea typeface="华文中宋" panose="02010600040101010101" pitchFamily="2" charset="-122"/>
                <a:cs typeface="+mn-cs"/>
              </a:rPr>
              <a:t>(Fuzz Testing) </a:t>
            </a:r>
            <a:r>
              <a:rPr lang="zh-CN" altLang="zh-CN" dirty="0">
                <a:latin typeface="华文中宋" panose="02010600040101010101" pitchFamily="2" charset="-122"/>
                <a:ea typeface="华文中宋" panose="02010600040101010101" pitchFamily="2" charset="-122"/>
                <a:cs typeface="+mn-cs"/>
              </a:rPr>
              <a:t>常用于检测软件或计算机系统的安全漏洞，是一种软件安全测试技术。</a:t>
            </a:r>
            <a:endParaRPr lang="en-US" altLang="zh-CN" dirty="0">
              <a:latin typeface="华文中宋" panose="02010600040101010101" pitchFamily="2" charset="-122"/>
              <a:ea typeface="华文中宋" panose="02010600040101010101" pitchFamily="2" charset="-122"/>
              <a:cs typeface="+mn-cs"/>
            </a:endParaRPr>
          </a:p>
          <a:p>
            <a:pPr eaLnBrk="1" hangingPunct="1">
              <a:lnSpc>
                <a:spcPts val="3300"/>
              </a:lnSpc>
              <a:buSzPct val="70000"/>
              <a:buFont typeface="Arial" panose="020B0604020202020204" pitchFamily="34" charset="0"/>
              <a:buChar char="•"/>
            </a:pPr>
            <a:r>
              <a:rPr lang="zh-CN" altLang="zh-CN" dirty="0">
                <a:latin typeface="华文中宋" panose="02010600040101010101" pitchFamily="2" charset="-122"/>
                <a:ea typeface="华文中宋" panose="02010600040101010101" pitchFamily="2" charset="-122"/>
                <a:cs typeface="+mn-cs"/>
              </a:rPr>
              <a:t>它通过监视非预期输入可能产生的异常结果来发现软件问题。其核心思想是自动或半自动的生成随机数据输入到一个程序中，并监视程序异常（如崩溃），以发现可能的程序错误，比如内存泄漏等。</a:t>
            </a:r>
            <a:endParaRPr lang="en-US" altLang="zh-CN" dirty="0">
              <a:latin typeface="华文中宋" panose="02010600040101010101" pitchFamily="2" charset="-122"/>
              <a:ea typeface="华文中宋" panose="02010600040101010101" pitchFamily="2" charset="-122"/>
              <a:cs typeface="+mn-cs"/>
            </a:endParaRPr>
          </a:p>
          <a:p>
            <a:pPr eaLnBrk="1" hangingPunct="1">
              <a:lnSpc>
                <a:spcPts val="3300"/>
              </a:lnSpc>
              <a:buSzPct val="70000"/>
              <a:buFont typeface="Arial" panose="020B0604020202020204" pitchFamily="34" charset="0"/>
              <a:buChar char="•"/>
            </a:pPr>
            <a:r>
              <a:rPr lang="zh-CN" altLang="zh-CN" dirty="0">
                <a:latin typeface="华文中宋" panose="02010600040101010101" pitchFamily="2" charset="-122"/>
                <a:ea typeface="华文中宋" panose="02010600040101010101" pitchFamily="2" charset="-122"/>
                <a:cs typeface="+mn-cs"/>
              </a:rPr>
              <a:t>模糊测试的技巧在于它是不符合逻辑的</a:t>
            </a:r>
            <a:r>
              <a:rPr lang="zh-CN" altLang="en-US" dirty="0">
                <a:latin typeface="华文中宋" panose="02010600040101010101" pitchFamily="2" charset="-122"/>
                <a:ea typeface="华文中宋" panose="02010600040101010101" pitchFamily="2" charset="-122"/>
                <a:cs typeface="+mn-cs"/>
              </a:rPr>
              <a:t>，</a:t>
            </a:r>
            <a:r>
              <a:rPr lang="zh-CN" altLang="zh-CN" dirty="0">
                <a:latin typeface="华文中宋" panose="02010600040101010101" pitchFamily="2" charset="-122"/>
                <a:ea typeface="华文中宋" panose="02010600040101010101" pitchFamily="2" charset="-122"/>
                <a:cs typeface="+mn-cs"/>
              </a:rPr>
              <a:t>是将尽可能多的把杂乱的数据输入软件中。</a:t>
            </a:r>
            <a:endParaRPr lang="en-US" altLang="zh-CN" dirty="0">
              <a:latin typeface="华文中宋" panose="02010600040101010101" pitchFamily="2" charset="-122"/>
              <a:ea typeface="华文中宋" panose="02010600040101010101" pitchFamily="2" charset="-122"/>
              <a:cs typeface="+mn-cs"/>
            </a:endParaRPr>
          </a:p>
        </p:txBody>
      </p:sp>
    </p:spTree>
  </p:cSld>
  <p:clrMapOvr>
    <a:masterClrMapping/>
  </p:clrMapOvr>
  <p:transition spd="med">
    <p:fad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标题 1"/>
          <p:cNvSpPr>
            <a:spLocks noGrp="1"/>
          </p:cNvSpPr>
          <p:nvPr>
            <p:ph type="title"/>
          </p:nvPr>
        </p:nvSpPr>
        <p:spPr>
          <a:ln/>
        </p:spPr>
        <p:txBody>
          <a:bodyPr vert="horz" wrap="square" lIns="91440" tIns="45720" rIns="91440" bIns="45720" anchor="ctr" anchorCtr="0"/>
          <a:p>
            <a:pPr eaLnBrk="1" hangingPunct="1">
              <a:lnSpc>
                <a:spcPts val="3300"/>
              </a:lnSpc>
            </a:pPr>
            <a:r>
              <a:rPr lang="en-US" altLang="zh-CN" dirty="0"/>
              <a:t>7.3 </a:t>
            </a:r>
            <a:r>
              <a:rPr lang="zh-CN" altLang="en-US" dirty="0"/>
              <a:t>渗透测试</a:t>
            </a:r>
            <a:endParaRPr lang="en-US" altLang="zh-CN" dirty="0"/>
          </a:p>
        </p:txBody>
      </p:sp>
      <p:sp>
        <p:nvSpPr>
          <p:cNvPr id="66563"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66564" name="Rectangle 2"/>
          <p:cNvSpPr>
            <a:spLocks noGrp="1"/>
          </p:cNvSpPr>
          <p:nvPr>
            <p:ph idx="1"/>
          </p:nvPr>
        </p:nvSpPr>
        <p:spPr>
          <a:xfrm>
            <a:off x="755650" y="1412875"/>
            <a:ext cx="7704138" cy="2598738"/>
          </a:xfrm>
          <a:ln/>
        </p:spPr>
        <p:txBody>
          <a:bodyPr vert="horz" wrap="square" lIns="91440" tIns="45720" rIns="91440" bIns="45720" anchor="t" anchorCtr="0">
            <a:spAutoFit/>
          </a:bodyPr>
          <a:p>
            <a:pPr eaLnBrk="1" hangingPunct="1">
              <a:lnSpc>
                <a:spcPts val="3300"/>
              </a:lnSpc>
              <a:buSzPct val="70000"/>
              <a:buFont typeface="Arial" panose="020B0604020202020204" pitchFamily="34" charset="0"/>
              <a:buChar char="•"/>
            </a:pPr>
            <a:r>
              <a:rPr lang="zh-CN" altLang="zh-CN" dirty="0">
                <a:latin typeface="华文中宋" panose="02010600040101010101" pitchFamily="2" charset="-122"/>
                <a:ea typeface="华文中宋" panose="02010600040101010101" pitchFamily="2" charset="-122"/>
                <a:cs typeface="+mn-cs"/>
              </a:rPr>
              <a:t>渗透测试（</a:t>
            </a:r>
            <a:r>
              <a:rPr lang="en-US" altLang="zh-CN" dirty="0">
                <a:latin typeface="华文中宋" panose="02010600040101010101" pitchFamily="2" charset="-122"/>
                <a:ea typeface="华文中宋" panose="02010600040101010101" pitchFamily="2" charset="-122"/>
                <a:cs typeface="+mn-cs"/>
              </a:rPr>
              <a:t>Penetration Test</a:t>
            </a:r>
            <a:r>
              <a:rPr lang="zh-CN" altLang="zh-CN" dirty="0">
                <a:latin typeface="华文中宋" panose="02010600040101010101" pitchFamily="2" charset="-122"/>
                <a:ea typeface="华文中宋" panose="02010600040101010101" pitchFamily="2" charset="-122"/>
                <a:cs typeface="+mn-cs"/>
              </a:rPr>
              <a:t>）指从一个攻击者的角度来检查和审核一个网络或软件安全性的过程。通常由安全工程师尽可能完整地模拟黑客使用的漏洞发现技术和攻击手段，对目标网络</a:t>
            </a:r>
            <a:r>
              <a:rPr lang="en-US" altLang="zh-CN" dirty="0">
                <a:latin typeface="华文中宋" panose="02010600040101010101" pitchFamily="2" charset="-122"/>
                <a:ea typeface="华文中宋" panose="02010600040101010101" pitchFamily="2" charset="-122"/>
                <a:cs typeface="+mn-cs"/>
              </a:rPr>
              <a:t>/</a:t>
            </a:r>
            <a:r>
              <a:rPr lang="zh-CN" altLang="zh-CN" dirty="0">
                <a:latin typeface="华文中宋" panose="02010600040101010101" pitchFamily="2" charset="-122"/>
                <a:ea typeface="华文中宋" panose="02010600040101010101" pitchFamily="2" charset="-122"/>
                <a:cs typeface="+mn-cs"/>
              </a:rPr>
              <a:t>系统</a:t>
            </a:r>
            <a:r>
              <a:rPr lang="en-US" altLang="zh-CN" dirty="0">
                <a:latin typeface="华文中宋" panose="02010600040101010101" pitchFamily="2" charset="-122"/>
                <a:ea typeface="华文中宋" panose="02010600040101010101" pitchFamily="2" charset="-122"/>
                <a:cs typeface="+mn-cs"/>
              </a:rPr>
              <a:t>/</a:t>
            </a:r>
            <a:r>
              <a:rPr lang="zh-CN" altLang="zh-CN" dirty="0">
                <a:latin typeface="华文中宋" panose="02010600040101010101" pitchFamily="2" charset="-122"/>
                <a:ea typeface="华文中宋" panose="02010600040101010101" pitchFamily="2" charset="-122"/>
                <a:cs typeface="+mn-cs"/>
              </a:rPr>
              <a:t>主机</a:t>
            </a:r>
            <a:r>
              <a:rPr lang="en-US" altLang="zh-CN" dirty="0">
                <a:latin typeface="华文中宋" panose="02010600040101010101" pitchFamily="2" charset="-122"/>
                <a:ea typeface="华文中宋" panose="02010600040101010101" pitchFamily="2" charset="-122"/>
                <a:cs typeface="+mn-cs"/>
              </a:rPr>
              <a:t>/</a:t>
            </a:r>
            <a:r>
              <a:rPr lang="zh-CN" altLang="zh-CN" dirty="0">
                <a:latin typeface="华文中宋" panose="02010600040101010101" pitchFamily="2" charset="-122"/>
                <a:ea typeface="华文中宋" panose="02010600040101010101" pitchFamily="2" charset="-122"/>
                <a:cs typeface="+mn-cs"/>
              </a:rPr>
              <a:t>软件的安全性做深入的探测，以期发现和挖掘系统最脆弱的环节和存在的漏洞，然后输出渗透测试报告，并提交给软件或网络所有者。</a:t>
            </a:r>
            <a:endParaRPr lang="en-US" altLang="zh-CN" dirty="0">
              <a:latin typeface="华文中宋" panose="02010600040101010101" pitchFamily="2" charset="-122"/>
              <a:ea typeface="华文中宋" panose="02010600040101010101" pitchFamily="2" charset="-122"/>
              <a:cs typeface="+mn-cs"/>
            </a:endParaRPr>
          </a:p>
        </p:txBody>
      </p:sp>
    </p:spTree>
  </p:cSld>
  <p:clrMapOvr>
    <a:masterClrMapping/>
  </p:clrMapOvr>
  <p:transition spd="med">
    <p:fade/>
  </p:transition>
</p:sld>
</file>

<file path=ppt/theme/theme1.xml><?xml version="1.0" encoding="utf-8"?>
<a:theme xmlns:a="http://schemas.openxmlformats.org/drawingml/2006/main" name="华为3Com培训胶片模板ISSUE1.1">
  <a:themeElements>
    <a:clrScheme name="华为3Com培训胶片模板ISSUE1.1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华为3Com培训胶片模板ISSUE1.1">
      <a:majorFont>
        <a:latin typeface="Times New Roman"/>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spPr>
      <a:bodyPr vert="horz" wrap="square" lIns="91440" tIns="45720" rIns="91440" bIns="45720" numCol="1" anchor="ctr"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0" lang="zh-CN" sz="2400" b="1" i="0" u="none" strike="noStrike" cap="none" normalizeH="0" baseline="0" smtClean="0">
            <a:ln>
              <a:noFill/>
            </a:ln>
            <a:solidFill>
              <a:schemeClr val="accent2"/>
            </a:solidFill>
            <a:effectLst/>
            <a:latin typeface="华文中宋" panose="02010600040101010101" pitchFamily="2" charset="-122"/>
            <a:ea typeface="华文中宋" panose="02010600040101010101" pitchFamily="2" charset="-122"/>
          </a:defRPr>
        </a:defPPr>
      </a:lstStyle>
    </a:spDef>
    <a:lnDef>
      <a:spPr bwMode="auto">
        <a:xfrm>
          <a:off x="0" y="0"/>
          <a:ext cx="1" cy="1"/>
        </a:xfrm>
        <a:custGeom>
          <a:avLst/>
          <a:gdLst/>
          <a:ahLst/>
          <a:cxnLst/>
          <a:rect l="0" t="0" r="0" b="0"/>
          <a:pathLst/>
        </a:custGeom>
        <a:noFill/>
        <a:ln>
          <a:noFill/>
        </a:ln>
      </a:spPr>
      <a:bodyPr vert="horz" wrap="square" lIns="91440" tIns="45720" rIns="91440" bIns="45720" numCol="1" anchor="ctr"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0" lang="zh-CN" sz="2400" b="1" i="0" u="none" strike="noStrike" cap="none" normalizeH="0" baseline="0" smtClean="0">
            <a:ln>
              <a:noFill/>
            </a:ln>
            <a:solidFill>
              <a:schemeClr val="accent2"/>
            </a:solidFill>
            <a:effectLst/>
            <a:latin typeface="华文中宋" panose="02010600040101010101" pitchFamily="2" charset="-122"/>
            <a:ea typeface="华文中宋" panose="02010600040101010101" pitchFamily="2" charset="-122"/>
          </a:defRPr>
        </a:defPPr>
      </a:lstStyle>
    </a:lnDef>
  </a:objectDefaults>
  <a:extraClrSchemeLst>
    <a:extraClrScheme>
      <a:clrScheme name="华为3Com培训胶片模板ISSUE1.1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华为3Com培训胶片模板ISSUE1.1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华为3Com培训胶片模板ISSUE1.1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华为3Com培训胶片模板ISSUE1.1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华为3Com培训胶片模板ISSUE1.1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华为3Com培训胶片模板ISSUE1.1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华为3Com培训胶片模板ISSUE1.1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10786</Words>
  <Application>WPS 演示</Application>
  <PresentationFormat>全屏显示(4:3)</PresentationFormat>
  <Paragraphs>814</Paragraphs>
  <Slides>60</Slides>
  <Notes>2</Notes>
  <HiddenSlides>0</HiddenSlides>
  <MMClips>0</MMClips>
  <ScaleCrop>false</ScaleCrop>
  <HeadingPairs>
    <vt:vector size="8" baseType="variant">
      <vt:variant>
        <vt:lpstr>已用的字体</vt:lpstr>
      </vt:variant>
      <vt:variant>
        <vt:i4>21</vt:i4>
      </vt:variant>
      <vt:variant>
        <vt:lpstr>主题</vt:lpstr>
      </vt:variant>
      <vt:variant>
        <vt:i4>1</vt:i4>
      </vt:variant>
      <vt:variant>
        <vt:lpstr>嵌入 OLE 服务器</vt:lpstr>
      </vt:variant>
      <vt:variant>
        <vt:i4>13</vt:i4>
      </vt:variant>
      <vt:variant>
        <vt:lpstr>幻灯片标题</vt:lpstr>
      </vt:variant>
      <vt:variant>
        <vt:i4>60</vt:i4>
      </vt:variant>
    </vt:vector>
  </HeadingPairs>
  <TitlesOfParts>
    <vt:vector size="95" baseType="lpstr">
      <vt:lpstr>Arial</vt:lpstr>
      <vt:lpstr>宋体</vt:lpstr>
      <vt:lpstr>Wingdings</vt:lpstr>
      <vt:lpstr>华文中宋</vt:lpstr>
      <vt:lpstr>Times New Roman</vt:lpstr>
      <vt:lpstr>华文新魏</vt:lpstr>
      <vt:lpstr>Monotype Sorts</vt:lpstr>
      <vt:lpstr>Wingdings</vt:lpstr>
      <vt:lpstr>仿宋_GB2312</vt:lpstr>
      <vt:lpstr>Wingdings 2</vt:lpstr>
      <vt:lpstr>Franklin Gothic Book</vt:lpstr>
      <vt:lpstr>黑体</vt:lpstr>
      <vt:lpstr>Garamond</vt:lpstr>
      <vt:lpstr>微软雅黑</vt:lpstr>
      <vt:lpstr>Arial Unicode MS</vt:lpstr>
      <vt:lpstr>Arial</vt:lpstr>
      <vt:lpstr>Wingdings 2</vt:lpstr>
      <vt:lpstr>Wingdings</vt:lpstr>
      <vt:lpstr>Franklin Gothic Book</vt:lpstr>
      <vt:lpstr>Toots Regular</vt:lpstr>
      <vt:lpstr>Comic Book</vt:lpstr>
      <vt:lpstr>华为3Com培训胶片模板ISSUE1.1</vt:lpstr>
      <vt:lpstr>Visio.Drawing.15</vt:lpstr>
      <vt:lpstr>Visio.Drawing.15</vt:lpstr>
      <vt:lpstr>Visio.Drawing.15</vt:lpstr>
      <vt:lpstr>Visio.Drawing.15</vt:lpstr>
      <vt:lpstr>Visio.Drawing.15</vt:lpstr>
      <vt:lpstr>Visio.Drawing.15</vt:lpstr>
      <vt:lpstr>Visio.Drawing.15</vt:lpstr>
      <vt:lpstr>Visio.Drawing.15</vt:lpstr>
      <vt:lpstr>Visio.Drawing.15</vt:lpstr>
      <vt:lpstr>Visio.Drawing.15</vt:lpstr>
      <vt:lpstr>Visio.Drawing.15</vt:lpstr>
      <vt:lpstr>Visio.Drawing.15</vt:lpstr>
      <vt:lpstr>Visio.Drawing.15</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ECJTU</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计算机网络</dc:title>
  <dc:creator>xiexin</dc:creator>
  <cp:lastModifiedBy>芦效峰</cp:lastModifiedBy>
  <cp:revision>97</cp:revision>
  <dcterms:created xsi:type="dcterms:W3CDTF">2006-02-20T02:27:42Z</dcterms:created>
  <dcterms:modified xsi:type="dcterms:W3CDTF">2025-12-11T01:35:40Z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2052-12.1.0.23542</vt:lpwstr>
  </property>
  <property fmtid="{D5CDD505-2E9C-101B-9397-08002B2CF9AE}" pid="3" name="ICV">
    <vt:lpwstr>EE493A13C9654B41B8156A1A66FA04BA_12</vt:lpwstr>
  </property>
</Properties>
</file>