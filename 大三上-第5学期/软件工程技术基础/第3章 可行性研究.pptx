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530" r:id="rId3"/>
    <p:sldId id="609" r:id="rId4"/>
    <p:sldId id="531" r:id="rId6"/>
    <p:sldId id="532" r:id="rId7"/>
    <p:sldId id="533" r:id="rId8"/>
    <p:sldId id="534" r:id="rId9"/>
    <p:sldId id="540" r:id="rId10"/>
    <p:sldId id="612" r:id="rId11"/>
    <p:sldId id="539" r:id="rId12"/>
    <p:sldId id="543" r:id="rId13"/>
    <p:sldId id="544" r:id="rId14"/>
    <p:sldId id="545" r:id="rId15"/>
    <p:sldId id="553" r:id="rId16"/>
    <p:sldId id="536" r:id="rId17"/>
    <p:sldId id="537" r:id="rId18"/>
    <p:sldId id="538" r:id="rId19"/>
    <p:sldId id="613" r:id="rId20"/>
    <p:sldId id="554" r:id="rId21"/>
    <p:sldId id="555" r:id="rId22"/>
    <p:sldId id="559" r:id="rId23"/>
    <p:sldId id="560" r:id="rId24"/>
    <p:sldId id="591" r:id="rId25"/>
    <p:sldId id="589" r:id="rId26"/>
    <p:sldId id="565" r:id="rId27"/>
    <p:sldId id="566" r:id="rId28"/>
    <p:sldId id="615" r:id="rId29"/>
    <p:sldId id="590" r:id="rId30"/>
    <p:sldId id="561" r:id="rId31"/>
    <p:sldId id="616" r:id="rId32"/>
    <p:sldId id="617" r:id="rId33"/>
    <p:sldId id="611" r:id="rId34"/>
    <p:sldId id="618" r:id="rId35"/>
    <p:sldId id="567" r:id="rId36"/>
    <p:sldId id="568" r:id="rId37"/>
    <p:sldId id="572" r:id="rId38"/>
    <p:sldId id="573" r:id="rId39"/>
    <p:sldId id="574" r:id="rId40"/>
    <p:sldId id="619" r:id="rId41"/>
    <p:sldId id="576" r:id="rId42"/>
    <p:sldId id="575" r:id="rId43"/>
    <p:sldId id="577" r:id="rId44"/>
    <p:sldId id="578" r:id="rId45"/>
    <p:sldId id="579" r:id="rId46"/>
    <p:sldId id="581" r:id="rId47"/>
    <p:sldId id="582" r:id="rId48"/>
    <p:sldId id="583" r:id="rId49"/>
    <p:sldId id="584" r:id="rId50"/>
    <p:sldId id="585" r:id="rId51"/>
    <p:sldId id="586" r:id="rId52"/>
    <p:sldId id="620" r:id="rId53"/>
    <p:sldId id="587" r:id="rId54"/>
    <p:sldId id="594" r:id="rId55"/>
    <p:sldId id="595" r:id="rId56"/>
    <p:sldId id="621" r:id="rId57"/>
    <p:sldId id="596" r:id="rId58"/>
    <p:sldId id="622" r:id="rId59"/>
    <p:sldId id="605" r:id="rId60"/>
    <p:sldId id="606" r:id="rId61"/>
    <p:sldId id="607" r:id="rId62"/>
    <p:sldId id="597" r:id="rId63"/>
    <p:sldId id="608" r:id="rId64"/>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3333CC"/>
    <a:srgbClr val="6600FF"/>
    <a:srgbClr val="0066FF"/>
    <a:srgbClr val="FF99FF"/>
    <a:srgbClr val="FFCC99"/>
    <a:srgbClr val="FF33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44"/>
    <p:restoredTop sz="86206"/>
  </p:normalViewPr>
  <p:slideViewPr>
    <p:cSldViewPr showGuides="1">
      <p:cViewPr varScale="1">
        <p:scale>
          <a:sx n="72" d="100"/>
          <a:sy n="72" d="100"/>
        </p:scale>
        <p:origin x="1690" y="62"/>
      </p:cViewPr>
      <p:guideLst>
        <p:guide orient="horz" pos="2160"/>
        <p:guide pos="29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3BB1660-41EE-4DF0-84B0-D34174072BE1}" type="doc">
      <dgm:prSet loTypeId="urn:microsoft.com/office/officeart/2005/8/layout/radial5" loCatId="cycle" qsTypeId="urn:microsoft.com/office/officeart/2005/8/quickstyle/simple1#2" qsCatId="simple" csTypeId="urn:microsoft.com/office/officeart/2005/8/colors/accent1_2#3" csCatId="accent1" phldr="1"/>
      <dgm:spPr/>
      <dgm:t>
        <a:bodyPr/>
        <a:lstStyle/>
        <a:p>
          <a:endParaRPr lang="zh-CN" altLang="en-US"/>
        </a:p>
      </dgm:t>
    </dgm:pt>
    <dgm:pt modelId="{C674C21B-AB71-41B4-8222-3FAF4D45BB3D}">
      <dgm:prSet phldrT="[文本]"/>
      <dgm:spPr/>
      <dgm:t>
        <a:bodyPr/>
        <a:lstStyle/>
        <a:p>
          <a:r>
            <a:rPr lang="zh-CN" altLang="en-US"/>
            <a:t>可行性研究</a:t>
          </a:r>
        </a:p>
      </dgm:t>
    </dgm:pt>
    <dgm:pt modelId="{79E54F7D-47C4-4E68-A4A7-A9123CB1C1DA}" cxnId="{A6B1D5A2-3696-4608-B7BD-D65E69ECAD3E}" type="parTrans">
      <dgm:prSet/>
      <dgm:spPr/>
      <dgm:t>
        <a:bodyPr/>
        <a:lstStyle/>
        <a:p>
          <a:endParaRPr lang="zh-CN" altLang="en-US"/>
        </a:p>
      </dgm:t>
    </dgm:pt>
    <dgm:pt modelId="{DE8E5EEE-2F8B-43E9-9888-1E11209D20F5}" cxnId="{A6B1D5A2-3696-4608-B7BD-D65E69ECAD3E}" type="sibTrans">
      <dgm:prSet/>
      <dgm:spPr/>
      <dgm:t>
        <a:bodyPr/>
        <a:lstStyle/>
        <a:p>
          <a:endParaRPr lang="zh-CN" altLang="en-US"/>
        </a:p>
      </dgm:t>
    </dgm:pt>
    <dgm:pt modelId="{B0A7D974-B198-45AC-9163-98C695A98119}">
      <dgm:prSet phldrT="[文本]"/>
      <dgm:spPr/>
      <dgm:t>
        <a:bodyPr/>
        <a:lstStyle/>
        <a:p>
          <a:r>
            <a:rPr lang="zh-CN" altLang="en-US"/>
            <a:t>经济可行性</a:t>
          </a:r>
        </a:p>
      </dgm:t>
    </dgm:pt>
    <dgm:pt modelId="{8AECF80F-41C1-439F-AC4C-2D4A83DEFA29}" cxnId="{B75CEF1C-97F7-43DA-807F-41834A184AA0}" type="parTrans">
      <dgm:prSet/>
      <dgm:spPr/>
      <dgm:t>
        <a:bodyPr/>
        <a:lstStyle/>
        <a:p>
          <a:endParaRPr lang="zh-CN" altLang="en-US"/>
        </a:p>
      </dgm:t>
    </dgm:pt>
    <dgm:pt modelId="{DBFB3022-DF21-423B-857D-C72D1BDD1F67}" cxnId="{B75CEF1C-97F7-43DA-807F-41834A184AA0}" type="sibTrans">
      <dgm:prSet/>
      <dgm:spPr/>
      <dgm:t>
        <a:bodyPr/>
        <a:lstStyle/>
        <a:p>
          <a:endParaRPr lang="zh-CN" altLang="en-US"/>
        </a:p>
      </dgm:t>
    </dgm:pt>
    <dgm:pt modelId="{5519C39C-BAEF-4ABA-9CA1-3C54437B12B1}">
      <dgm:prSet phldrT="[文本]"/>
      <dgm:spPr/>
      <dgm:t>
        <a:bodyPr/>
        <a:lstStyle/>
        <a:p>
          <a:r>
            <a:rPr lang="zh-CN" altLang="en-US"/>
            <a:t>技术可行性</a:t>
          </a:r>
        </a:p>
      </dgm:t>
    </dgm:pt>
    <dgm:pt modelId="{B1AB22CC-75BA-4828-8E47-54C3B44707D0}" cxnId="{1DFFF1A0-DDA6-44EE-A0BA-48495760A94B}" type="parTrans">
      <dgm:prSet/>
      <dgm:spPr/>
      <dgm:t>
        <a:bodyPr/>
        <a:lstStyle/>
        <a:p>
          <a:endParaRPr lang="zh-CN" altLang="en-US"/>
        </a:p>
      </dgm:t>
    </dgm:pt>
    <dgm:pt modelId="{DBB962F4-9BD8-450D-A667-5A676BA2170B}" cxnId="{1DFFF1A0-DDA6-44EE-A0BA-48495760A94B}" type="sibTrans">
      <dgm:prSet/>
      <dgm:spPr/>
      <dgm:t>
        <a:bodyPr/>
        <a:lstStyle/>
        <a:p>
          <a:endParaRPr lang="zh-CN" altLang="en-US"/>
        </a:p>
      </dgm:t>
    </dgm:pt>
    <dgm:pt modelId="{EEA06C2D-DB1C-4CDA-9C06-324F9830ADA0}">
      <dgm:prSet phldrT="[文本]"/>
      <dgm:spPr/>
      <dgm:t>
        <a:bodyPr/>
        <a:lstStyle/>
        <a:p>
          <a:r>
            <a:rPr lang="zh-CN" altLang="en-US"/>
            <a:t>资源可行性</a:t>
          </a:r>
        </a:p>
      </dgm:t>
    </dgm:pt>
    <dgm:pt modelId="{7A8D46F7-9D5A-40AA-8572-9A36BC11A0D8}" cxnId="{580AF16B-ACB3-462A-9FD1-446F90056F13}" type="parTrans">
      <dgm:prSet/>
      <dgm:spPr/>
      <dgm:t>
        <a:bodyPr/>
        <a:lstStyle/>
        <a:p>
          <a:endParaRPr lang="zh-CN" altLang="en-US"/>
        </a:p>
      </dgm:t>
    </dgm:pt>
    <dgm:pt modelId="{3A0D6F4E-8572-443B-90FB-A5306A4A894B}" cxnId="{580AF16B-ACB3-462A-9FD1-446F90056F13}" type="sibTrans">
      <dgm:prSet/>
      <dgm:spPr/>
      <dgm:t>
        <a:bodyPr/>
        <a:lstStyle/>
        <a:p>
          <a:endParaRPr lang="zh-CN" altLang="en-US"/>
        </a:p>
      </dgm:t>
    </dgm:pt>
    <dgm:pt modelId="{FEF92414-D09B-4378-8876-7B20555E4EE0}">
      <dgm:prSet phldrT="[文本]"/>
      <dgm:spPr/>
      <dgm:t>
        <a:bodyPr/>
        <a:lstStyle/>
        <a:p>
          <a:r>
            <a:rPr lang="zh-CN" altLang="en-US"/>
            <a:t>法律可行性</a:t>
          </a:r>
        </a:p>
      </dgm:t>
    </dgm:pt>
    <dgm:pt modelId="{A6B734A3-81BD-4C78-8898-845C9A3843B5}" cxnId="{C629D438-587C-4510-B4CA-A54ACEF23D03}" type="parTrans">
      <dgm:prSet/>
      <dgm:spPr/>
      <dgm:t>
        <a:bodyPr/>
        <a:lstStyle/>
        <a:p>
          <a:endParaRPr lang="zh-CN" altLang="en-US"/>
        </a:p>
      </dgm:t>
    </dgm:pt>
    <dgm:pt modelId="{E8C7F06E-17EF-46A0-B12B-CCBC57C54ABB}" cxnId="{C629D438-587C-4510-B4CA-A54ACEF23D03}" type="sibTrans">
      <dgm:prSet/>
      <dgm:spPr/>
      <dgm:t>
        <a:bodyPr/>
        <a:lstStyle/>
        <a:p>
          <a:endParaRPr lang="zh-CN" altLang="en-US"/>
        </a:p>
      </dgm:t>
    </dgm:pt>
    <dgm:pt modelId="{07E687C6-656D-4F76-8E5B-455B6220B88F}">
      <dgm:prSet/>
      <dgm:spPr/>
      <dgm:t>
        <a:bodyPr/>
        <a:lstStyle/>
        <a:p>
          <a:r>
            <a:rPr lang="zh-CN" altLang="en-US"/>
            <a:t>开发可行性</a:t>
          </a:r>
        </a:p>
      </dgm:t>
    </dgm:pt>
    <dgm:pt modelId="{BE4837C9-22C8-4FB6-B5C4-43CA0F6494D5}" cxnId="{B30D1F15-76AC-4180-8D11-9BF9888ED308}" type="parTrans">
      <dgm:prSet/>
      <dgm:spPr/>
      <dgm:t>
        <a:bodyPr/>
        <a:lstStyle/>
        <a:p>
          <a:endParaRPr lang="zh-CN" altLang="en-US"/>
        </a:p>
      </dgm:t>
    </dgm:pt>
    <dgm:pt modelId="{5B8E6C5C-EDF4-4C65-8031-A2A16E851FE5}" cxnId="{B30D1F15-76AC-4180-8D11-9BF9888ED308}" type="sibTrans">
      <dgm:prSet/>
      <dgm:spPr/>
      <dgm:t>
        <a:bodyPr/>
        <a:lstStyle/>
        <a:p>
          <a:endParaRPr lang="zh-CN" altLang="en-US"/>
        </a:p>
      </dgm:t>
    </dgm:pt>
    <dgm:pt modelId="{5515DAF3-007E-45BD-9248-08BDC1966FC6}" type="pres">
      <dgm:prSet presAssocID="{83BB1660-41EE-4DF0-84B0-D34174072BE1}" presName="Name0" presStyleCnt="0">
        <dgm:presLayoutVars>
          <dgm:chMax val="1"/>
          <dgm:dir/>
          <dgm:animLvl val="ctr"/>
          <dgm:resizeHandles val="exact"/>
        </dgm:presLayoutVars>
      </dgm:prSet>
      <dgm:spPr/>
      <dgm:t>
        <a:bodyPr/>
        <a:lstStyle/>
        <a:p>
          <a:endParaRPr lang="zh-CN" altLang="en-US"/>
        </a:p>
      </dgm:t>
    </dgm:pt>
    <dgm:pt modelId="{18E5CF23-D787-4DE5-BE92-EC43A298A0C8}" type="pres">
      <dgm:prSet presAssocID="{C674C21B-AB71-41B4-8222-3FAF4D45BB3D}" presName="centerShape" presStyleLbl="node0" presStyleIdx="0" presStyleCnt="1"/>
      <dgm:spPr/>
      <dgm:t>
        <a:bodyPr/>
        <a:lstStyle/>
        <a:p>
          <a:endParaRPr lang="zh-CN" altLang="en-US"/>
        </a:p>
      </dgm:t>
    </dgm:pt>
    <dgm:pt modelId="{09510B05-AAB8-4B49-BDB3-ED2516215BB7}" type="pres">
      <dgm:prSet presAssocID="{8AECF80F-41C1-439F-AC4C-2D4A83DEFA29}" presName="parTrans" presStyleLbl="sibTrans2D1" presStyleIdx="0" presStyleCnt="5"/>
      <dgm:spPr/>
      <dgm:t>
        <a:bodyPr/>
        <a:lstStyle/>
        <a:p>
          <a:endParaRPr lang="zh-CN" altLang="en-US"/>
        </a:p>
      </dgm:t>
    </dgm:pt>
    <dgm:pt modelId="{5A423023-7584-4142-8344-8611C1164C07}" type="pres">
      <dgm:prSet presAssocID="{8AECF80F-41C1-439F-AC4C-2D4A83DEFA29}" presName="connectorText" presStyleLbl="sibTrans2D1" presStyleIdx="0" presStyleCnt="5"/>
      <dgm:spPr/>
      <dgm:t>
        <a:bodyPr/>
        <a:lstStyle/>
        <a:p>
          <a:endParaRPr lang="zh-CN" altLang="en-US"/>
        </a:p>
      </dgm:t>
    </dgm:pt>
    <dgm:pt modelId="{4AABA00D-DB06-41A9-8CE8-8594D1735902}" type="pres">
      <dgm:prSet presAssocID="{B0A7D974-B198-45AC-9163-98C695A98119}" presName="node" presStyleLbl="node1" presStyleIdx="0" presStyleCnt="5">
        <dgm:presLayoutVars>
          <dgm:bulletEnabled val="1"/>
        </dgm:presLayoutVars>
      </dgm:prSet>
      <dgm:spPr/>
      <dgm:t>
        <a:bodyPr/>
        <a:lstStyle/>
        <a:p>
          <a:endParaRPr lang="zh-CN" altLang="en-US"/>
        </a:p>
      </dgm:t>
    </dgm:pt>
    <dgm:pt modelId="{743D14C9-3059-4AC3-B6EB-7436FD51B570}" type="pres">
      <dgm:prSet presAssocID="{B1AB22CC-75BA-4828-8E47-54C3B44707D0}" presName="parTrans" presStyleLbl="sibTrans2D1" presStyleIdx="1" presStyleCnt="5"/>
      <dgm:spPr/>
      <dgm:t>
        <a:bodyPr/>
        <a:lstStyle/>
        <a:p>
          <a:endParaRPr lang="zh-CN" altLang="en-US"/>
        </a:p>
      </dgm:t>
    </dgm:pt>
    <dgm:pt modelId="{1090351A-D773-4C7F-B9DC-8076526DB092}" type="pres">
      <dgm:prSet presAssocID="{B1AB22CC-75BA-4828-8E47-54C3B44707D0}" presName="connectorText" presStyleLbl="sibTrans2D1" presStyleIdx="1" presStyleCnt="5"/>
      <dgm:spPr/>
      <dgm:t>
        <a:bodyPr/>
        <a:lstStyle/>
        <a:p>
          <a:endParaRPr lang="zh-CN" altLang="en-US"/>
        </a:p>
      </dgm:t>
    </dgm:pt>
    <dgm:pt modelId="{77A4B640-DA04-4788-99C1-EA1849FBFED0}" type="pres">
      <dgm:prSet presAssocID="{5519C39C-BAEF-4ABA-9CA1-3C54437B12B1}" presName="node" presStyleLbl="node1" presStyleIdx="1" presStyleCnt="5">
        <dgm:presLayoutVars>
          <dgm:bulletEnabled val="1"/>
        </dgm:presLayoutVars>
      </dgm:prSet>
      <dgm:spPr/>
      <dgm:t>
        <a:bodyPr/>
        <a:lstStyle/>
        <a:p>
          <a:endParaRPr lang="zh-CN" altLang="en-US"/>
        </a:p>
      </dgm:t>
    </dgm:pt>
    <dgm:pt modelId="{7D91807E-50FF-4430-9717-9B0B70E8F795}" type="pres">
      <dgm:prSet presAssocID="{BE4837C9-22C8-4FB6-B5C4-43CA0F6494D5}" presName="parTrans" presStyleLbl="sibTrans2D1" presStyleIdx="2" presStyleCnt="5"/>
      <dgm:spPr/>
      <dgm:t>
        <a:bodyPr/>
        <a:lstStyle/>
        <a:p>
          <a:endParaRPr lang="zh-CN" altLang="en-US"/>
        </a:p>
      </dgm:t>
    </dgm:pt>
    <dgm:pt modelId="{23742F67-D288-4106-A59A-6E1F1EC530B7}" type="pres">
      <dgm:prSet presAssocID="{BE4837C9-22C8-4FB6-B5C4-43CA0F6494D5}" presName="connectorText" presStyleLbl="sibTrans2D1" presStyleIdx="2" presStyleCnt="5"/>
      <dgm:spPr/>
      <dgm:t>
        <a:bodyPr/>
        <a:lstStyle/>
        <a:p>
          <a:endParaRPr lang="zh-CN" altLang="en-US"/>
        </a:p>
      </dgm:t>
    </dgm:pt>
    <dgm:pt modelId="{43A2F4A2-550F-49BD-AD5E-1D71E0D2EB22}" type="pres">
      <dgm:prSet presAssocID="{07E687C6-656D-4F76-8E5B-455B6220B88F}" presName="node" presStyleLbl="node1" presStyleIdx="2" presStyleCnt="5" custRadScaleRad="105516" custRadScaleInc="394804">
        <dgm:presLayoutVars>
          <dgm:bulletEnabled val="1"/>
        </dgm:presLayoutVars>
      </dgm:prSet>
      <dgm:spPr/>
      <dgm:t>
        <a:bodyPr/>
        <a:lstStyle/>
        <a:p>
          <a:endParaRPr lang="zh-CN" altLang="en-US"/>
        </a:p>
      </dgm:t>
    </dgm:pt>
    <dgm:pt modelId="{EE299B7B-7E57-4E7B-81E1-C3ACA7D38A12}" type="pres">
      <dgm:prSet presAssocID="{7A8D46F7-9D5A-40AA-8572-9A36BC11A0D8}" presName="parTrans" presStyleLbl="sibTrans2D1" presStyleIdx="3" presStyleCnt="5"/>
      <dgm:spPr/>
      <dgm:t>
        <a:bodyPr/>
        <a:lstStyle/>
        <a:p>
          <a:endParaRPr lang="zh-CN" altLang="en-US"/>
        </a:p>
      </dgm:t>
    </dgm:pt>
    <dgm:pt modelId="{2EE12CD9-3F88-4270-9529-536AF6BB4A2B}" type="pres">
      <dgm:prSet presAssocID="{7A8D46F7-9D5A-40AA-8572-9A36BC11A0D8}" presName="connectorText" presStyleLbl="sibTrans2D1" presStyleIdx="3" presStyleCnt="5"/>
      <dgm:spPr/>
      <dgm:t>
        <a:bodyPr/>
        <a:lstStyle/>
        <a:p>
          <a:endParaRPr lang="zh-CN" altLang="en-US"/>
        </a:p>
      </dgm:t>
    </dgm:pt>
    <dgm:pt modelId="{8DF5BD78-23FE-457E-B5C1-736DEF948BFB}" type="pres">
      <dgm:prSet presAssocID="{EEA06C2D-DB1C-4CDA-9C06-324F9830ADA0}" presName="node" presStyleLbl="node1" presStyleIdx="3" presStyleCnt="5">
        <dgm:presLayoutVars>
          <dgm:bulletEnabled val="1"/>
        </dgm:presLayoutVars>
      </dgm:prSet>
      <dgm:spPr/>
      <dgm:t>
        <a:bodyPr/>
        <a:lstStyle/>
        <a:p>
          <a:endParaRPr lang="zh-CN" altLang="en-US"/>
        </a:p>
      </dgm:t>
    </dgm:pt>
    <dgm:pt modelId="{08BEBBFB-E6F4-4668-8EF8-328BC67F4EFD}" type="pres">
      <dgm:prSet presAssocID="{A6B734A3-81BD-4C78-8898-845C9A3843B5}" presName="parTrans" presStyleLbl="sibTrans2D1" presStyleIdx="4" presStyleCnt="5"/>
      <dgm:spPr/>
      <dgm:t>
        <a:bodyPr/>
        <a:lstStyle/>
        <a:p>
          <a:endParaRPr lang="zh-CN" altLang="en-US"/>
        </a:p>
      </dgm:t>
    </dgm:pt>
    <dgm:pt modelId="{437C8D3A-2A08-49E8-9A29-FE8930853BB8}" type="pres">
      <dgm:prSet presAssocID="{A6B734A3-81BD-4C78-8898-845C9A3843B5}" presName="connectorText" presStyleLbl="sibTrans2D1" presStyleIdx="4" presStyleCnt="5"/>
      <dgm:spPr/>
      <dgm:t>
        <a:bodyPr/>
        <a:lstStyle/>
        <a:p>
          <a:endParaRPr lang="zh-CN" altLang="en-US"/>
        </a:p>
      </dgm:t>
    </dgm:pt>
    <dgm:pt modelId="{B4272B66-6250-446A-9669-57F47D145A3D}" type="pres">
      <dgm:prSet presAssocID="{FEF92414-D09B-4378-8876-7B20555E4EE0}" presName="node" presStyleLbl="node1" presStyleIdx="4" presStyleCnt="5" custRadScaleRad="107561" custRadScaleInc="-414127">
        <dgm:presLayoutVars>
          <dgm:bulletEnabled val="1"/>
        </dgm:presLayoutVars>
      </dgm:prSet>
      <dgm:spPr/>
      <dgm:t>
        <a:bodyPr/>
        <a:lstStyle/>
        <a:p>
          <a:endParaRPr lang="zh-CN" altLang="en-US"/>
        </a:p>
      </dgm:t>
    </dgm:pt>
  </dgm:ptLst>
  <dgm:cxnLst>
    <dgm:cxn modelId="{0CAFFB46-AE61-4A79-B021-A0A450FE5D95}" type="presOf" srcId="{5519C39C-BAEF-4ABA-9CA1-3C54437B12B1}" destId="{77A4B640-DA04-4788-99C1-EA1849FBFED0}" srcOrd="0" destOrd="0" presId="urn:microsoft.com/office/officeart/2005/8/layout/radial5"/>
    <dgm:cxn modelId="{21437DA2-4AA4-4B7C-ABA1-9C6E86825C5E}" type="presOf" srcId="{8AECF80F-41C1-439F-AC4C-2D4A83DEFA29}" destId="{5A423023-7584-4142-8344-8611C1164C07}" srcOrd="1" destOrd="0" presId="urn:microsoft.com/office/officeart/2005/8/layout/radial5"/>
    <dgm:cxn modelId="{B75CEF1C-97F7-43DA-807F-41834A184AA0}" srcId="{C674C21B-AB71-41B4-8222-3FAF4D45BB3D}" destId="{B0A7D974-B198-45AC-9163-98C695A98119}" srcOrd="0" destOrd="0" parTransId="{8AECF80F-41C1-439F-AC4C-2D4A83DEFA29}" sibTransId="{DBFB3022-DF21-423B-857D-C72D1BDD1F67}"/>
    <dgm:cxn modelId="{EEB3E56A-AB61-4176-A51A-1E60E280CC54}" type="presOf" srcId="{B1AB22CC-75BA-4828-8E47-54C3B44707D0}" destId="{743D14C9-3059-4AC3-B6EB-7436FD51B570}" srcOrd="0" destOrd="0" presId="urn:microsoft.com/office/officeart/2005/8/layout/radial5"/>
    <dgm:cxn modelId="{C08925A8-D5CF-4A19-9760-326E27ADC29F}" type="presOf" srcId="{83BB1660-41EE-4DF0-84B0-D34174072BE1}" destId="{5515DAF3-007E-45BD-9248-08BDC1966FC6}" srcOrd="0" destOrd="0" presId="urn:microsoft.com/office/officeart/2005/8/layout/radial5"/>
    <dgm:cxn modelId="{43C1EB74-D6F0-4153-BBF5-A1BF3F21AF78}" type="presOf" srcId="{B1AB22CC-75BA-4828-8E47-54C3B44707D0}" destId="{1090351A-D773-4C7F-B9DC-8076526DB092}" srcOrd="1" destOrd="0" presId="urn:microsoft.com/office/officeart/2005/8/layout/radial5"/>
    <dgm:cxn modelId="{C629D438-587C-4510-B4CA-A54ACEF23D03}" srcId="{C674C21B-AB71-41B4-8222-3FAF4D45BB3D}" destId="{FEF92414-D09B-4378-8876-7B20555E4EE0}" srcOrd="4" destOrd="0" parTransId="{A6B734A3-81BD-4C78-8898-845C9A3843B5}" sibTransId="{E8C7F06E-17EF-46A0-B12B-CCBC57C54ABB}"/>
    <dgm:cxn modelId="{2EF61D69-6827-4DFB-AFF5-6612B7C55C28}" type="presOf" srcId="{B0A7D974-B198-45AC-9163-98C695A98119}" destId="{4AABA00D-DB06-41A9-8CE8-8594D1735902}" srcOrd="0" destOrd="0" presId="urn:microsoft.com/office/officeart/2005/8/layout/radial5"/>
    <dgm:cxn modelId="{A6B1D5A2-3696-4608-B7BD-D65E69ECAD3E}" srcId="{83BB1660-41EE-4DF0-84B0-D34174072BE1}" destId="{C674C21B-AB71-41B4-8222-3FAF4D45BB3D}" srcOrd="0" destOrd="0" parTransId="{79E54F7D-47C4-4E68-A4A7-A9123CB1C1DA}" sibTransId="{DE8E5EEE-2F8B-43E9-9888-1E11209D20F5}"/>
    <dgm:cxn modelId="{E7A82139-FE50-4E96-8030-C0BC6E72FFCF}" type="presOf" srcId="{C674C21B-AB71-41B4-8222-3FAF4D45BB3D}" destId="{18E5CF23-D787-4DE5-BE92-EC43A298A0C8}" srcOrd="0" destOrd="0" presId="urn:microsoft.com/office/officeart/2005/8/layout/radial5"/>
    <dgm:cxn modelId="{6AF82CDD-E036-494B-B7F5-FB1B90372F9E}" type="presOf" srcId="{07E687C6-656D-4F76-8E5B-455B6220B88F}" destId="{43A2F4A2-550F-49BD-AD5E-1D71E0D2EB22}" srcOrd="0" destOrd="0" presId="urn:microsoft.com/office/officeart/2005/8/layout/radial5"/>
    <dgm:cxn modelId="{BDE28651-A5BF-4113-90AA-E7CC3385D45D}" type="presOf" srcId="{A6B734A3-81BD-4C78-8898-845C9A3843B5}" destId="{437C8D3A-2A08-49E8-9A29-FE8930853BB8}" srcOrd="1" destOrd="0" presId="urn:microsoft.com/office/officeart/2005/8/layout/radial5"/>
    <dgm:cxn modelId="{3964FA3F-2DAB-492A-8B2D-6409B2D94C64}" type="presOf" srcId="{A6B734A3-81BD-4C78-8898-845C9A3843B5}" destId="{08BEBBFB-E6F4-4668-8EF8-328BC67F4EFD}" srcOrd="0" destOrd="0" presId="urn:microsoft.com/office/officeart/2005/8/layout/radial5"/>
    <dgm:cxn modelId="{2BF3A71F-FFA4-4457-B66A-3954F727806B}" type="presOf" srcId="{7A8D46F7-9D5A-40AA-8572-9A36BC11A0D8}" destId="{2EE12CD9-3F88-4270-9529-536AF6BB4A2B}" srcOrd="1" destOrd="0" presId="urn:microsoft.com/office/officeart/2005/8/layout/radial5"/>
    <dgm:cxn modelId="{1F440A6F-8F17-4EF7-B6B1-9C572B3F0CBD}" type="presOf" srcId="{EEA06C2D-DB1C-4CDA-9C06-324F9830ADA0}" destId="{8DF5BD78-23FE-457E-B5C1-736DEF948BFB}" srcOrd="0" destOrd="0" presId="urn:microsoft.com/office/officeart/2005/8/layout/radial5"/>
    <dgm:cxn modelId="{99D83BFA-E2B0-466C-90A9-4A8E818C7B1B}" type="presOf" srcId="{7A8D46F7-9D5A-40AA-8572-9A36BC11A0D8}" destId="{EE299B7B-7E57-4E7B-81E1-C3ACA7D38A12}" srcOrd="0" destOrd="0" presId="urn:microsoft.com/office/officeart/2005/8/layout/radial5"/>
    <dgm:cxn modelId="{A3F04701-7017-453A-84C2-40B22ED4E97C}" type="presOf" srcId="{FEF92414-D09B-4378-8876-7B20555E4EE0}" destId="{B4272B66-6250-446A-9669-57F47D145A3D}" srcOrd="0" destOrd="0" presId="urn:microsoft.com/office/officeart/2005/8/layout/radial5"/>
    <dgm:cxn modelId="{6476A787-71BB-4BFF-B0A2-C21C2F594A8C}" type="presOf" srcId="{BE4837C9-22C8-4FB6-B5C4-43CA0F6494D5}" destId="{23742F67-D288-4106-A59A-6E1F1EC530B7}" srcOrd="1" destOrd="0" presId="urn:microsoft.com/office/officeart/2005/8/layout/radial5"/>
    <dgm:cxn modelId="{2607499B-C99F-4BDF-AA13-D1DE4BAB6E09}" type="presOf" srcId="{BE4837C9-22C8-4FB6-B5C4-43CA0F6494D5}" destId="{7D91807E-50FF-4430-9717-9B0B70E8F795}" srcOrd="0" destOrd="0" presId="urn:microsoft.com/office/officeart/2005/8/layout/radial5"/>
    <dgm:cxn modelId="{1DFFF1A0-DDA6-44EE-A0BA-48495760A94B}" srcId="{C674C21B-AB71-41B4-8222-3FAF4D45BB3D}" destId="{5519C39C-BAEF-4ABA-9CA1-3C54437B12B1}" srcOrd="1" destOrd="0" parTransId="{B1AB22CC-75BA-4828-8E47-54C3B44707D0}" sibTransId="{DBB962F4-9BD8-450D-A667-5A676BA2170B}"/>
    <dgm:cxn modelId="{580AF16B-ACB3-462A-9FD1-446F90056F13}" srcId="{C674C21B-AB71-41B4-8222-3FAF4D45BB3D}" destId="{EEA06C2D-DB1C-4CDA-9C06-324F9830ADA0}" srcOrd="3" destOrd="0" parTransId="{7A8D46F7-9D5A-40AA-8572-9A36BC11A0D8}" sibTransId="{3A0D6F4E-8572-443B-90FB-A5306A4A894B}"/>
    <dgm:cxn modelId="{F9ACE4CF-832C-4611-9B37-F8A0B8D71EEC}" type="presOf" srcId="{8AECF80F-41C1-439F-AC4C-2D4A83DEFA29}" destId="{09510B05-AAB8-4B49-BDB3-ED2516215BB7}" srcOrd="0" destOrd="0" presId="urn:microsoft.com/office/officeart/2005/8/layout/radial5"/>
    <dgm:cxn modelId="{B30D1F15-76AC-4180-8D11-9BF9888ED308}" srcId="{C674C21B-AB71-41B4-8222-3FAF4D45BB3D}" destId="{07E687C6-656D-4F76-8E5B-455B6220B88F}" srcOrd="2" destOrd="0" parTransId="{BE4837C9-22C8-4FB6-B5C4-43CA0F6494D5}" sibTransId="{5B8E6C5C-EDF4-4C65-8031-A2A16E851FE5}"/>
    <dgm:cxn modelId="{79FF00B2-1103-4BD2-A4E0-7451C005920D}" type="presParOf" srcId="{5515DAF3-007E-45BD-9248-08BDC1966FC6}" destId="{18E5CF23-D787-4DE5-BE92-EC43A298A0C8}" srcOrd="0" destOrd="0" presId="urn:microsoft.com/office/officeart/2005/8/layout/radial5"/>
    <dgm:cxn modelId="{AD074DA4-91E4-4E18-B03A-0E2C743A2131}" type="presParOf" srcId="{5515DAF3-007E-45BD-9248-08BDC1966FC6}" destId="{09510B05-AAB8-4B49-BDB3-ED2516215BB7}" srcOrd="1" destOrd="0" presId="urn:microsoft.com/office/officeart/2005/8/layout/radial5"/>
    <dgm:cxn modelId="{1AF48726-A5FF-43E9-BE28-C5B0C697DC28}" type="presParOf" srcId="{09510B05-AAB8-4B49-BDB3-ED2516215BB7}" destId="{5A423023-7584-4142-8344-8611C1164C07}" srcOrd="0" destOrd="0" presId="urn:microsoft.com/office/officeart/2005/8/layout/radial5"/>
    <dgm:cxn modelId="{C468B9ED-44AF-4CA6-A3BC-FC02E25C86E9}" type="presParOf" srcId="{5515DAF3-007E-45BD-9248-08BDC1966FC6}" destId="{4AABA00D-DB06-41A9-8CE8-8594D1735902}" srcOrd="2" destOrd="0" presId="urn:microsoft.com/office/officeart/2005/8/layout/radial5"/>
    <dgm:cxn modelId="{E67D20FD-4035-45BE-B710-D6A7FCECCE16}" type="presParOf" srcId="{5515DAF3-007E-45BD-9248-08BDC1966FC6}" destId="{743D14C9-3059-4AC3-B6EB-7436FD51B570}" srcOrd="3" destOrd="0" presId="urn:microsoft.com/office/officeart/2005/8/layout/radial5"/>
    <dgm:cxn modelId="{C742D036-81D8-4DF5-8B3E-9E2F570CD2D9}" type="presParOf" srcId="{743D14C9-3059-4AC3-B6EB-7436FD51B570}" destId="{1090351A-D773-4C7F-B9DC-8076526DB092}" srcOrd="0" destOrd="0" presId="urn:microsoft.com/office/officeart/2005/8/layout/radial5"/>
    <dgm:cxn modelId="{B545590E-0114-490C-A498-887C5FF6A417}" type="presParOf" srcId="{5515DAF3-007E-45BD-9248-08BDC1966FC6}" destId="{77A4B640-DA04-4788-99C1-EA1849FBFED0}" srcOrd="4" destOrd="0" presId="urn:microsoft.com/office/officeart/2005/8/layout/radial5"/>
    <dgm:cxn modelId="{D70F4C6F-1337-4102-A031-D12D0D0D6C7A}" type="presParOf" srcId="{5515DAF3-007E-45BD-9248-08BDC1966FC6}" destId="{7D91807E-50FF-4430-9717-9B0B70E8F795}" srcOrd="5" destOrd="0" presId="urn:microsoft.com/office/officeart/2005/8/layout/radial5"/>
    <dgm:cxn modelId="{6C7400C1-DD58-447A-AB7F-23557E07B87E}" type="presParOf" srcId="{7D91807E-50FF-4430-9717-9B0B70E8F795}" destId="{23742F67-D288-4106-A59A-6E1F1EC530B7}" srcOrd="0" destOrd="0" presId="urn:microsoft.com/office/officeart/2005/8/layout/radial5"/>
    <dgm:cxn modelId="{74D4950F-548F-4881-B093-ED275A2452EE}" type="presParOf" srcId="{5515DAF3-007E-45BD-9248-08BDC1966FC6}" destId="{43A2F4A2-550F-49BD-AD5E-1D71E0D2EB22}" srcOrd="6" destOrd="0" presId="urn:microsoft.com/office/officeart/2005/8/layout/radial5"/>
    <dgm:cxn modelId="{90F94B87-0AED-4872-AE12-B0D5028C43E4}" type="presParOf" srcId="{5515DAF3-007E-45BD-9248-08BDC1966FC6}" destId="{EE299B7B-7E57-4E7B-81E1-C3ACA7D38A12}" srcOrd="7" destOrd="0" presId="urn:microsoft.com/office/officeart/2005/8/layout/radial5"/>
    <dgm:cxn modelId="{FE83A863-8C76-448F-BD28-1CBF42AB2F68}" type="presParOf" srcId="{EE299B7B-7E57-4E7B-81E1-C3ACA7D38A12}" destId="{2EE12CD9-3F88-4270-9529-536AF6BB4A2B}" srcOrd="0" destOrd="0" presId="urn:microsoft.com/office/officeart/2005/8/layout/radial5"/>
    <dgm:cxn modelId="{34967610-4EDA-43B3-8021-A0DEEC062EA6}" type="presParOf" srcId="{5515DAF3-007E-45BD-9248-08BDC1966FC6}" destId="{8DF5BD78-23FE-457E-B5C1-736DEF948BFB}" srcOrd="8" destOrd="0" presId="urn:microsoft.com/office/officeart/2005/8/layout/radial5"/>
    <dgm:cxn modelId="{0D97A38E-079B-4A81-9633-D31CEB2D7F5C}" type="presParOf" srcId="{5515DAF3-007E-45BD-9248-08BDC1966FC6}" destId="{08BEBBFB-E6F4-4668-8EF8-328BC67F4EFD}" srcOrd="9" destOrd="0" presId="urn:microsoft.com/office/officeart/2005/8/layout/radial5"/>
    <dgm:cxn modelId="{CAC06EC3-1D93-4A21-B01C-0F545A7954D1}" type="presParOf" srcId="{08BEBBFB-E6F4-4668-8EF8-328BC67F4EFD}" destId="{437C8D3A-2A08-49E8-9A29-FE8930853BB8}" srcOrd="0" destOrd="0" presId="urn:microsoft.com/office/officeart/2005/8/layout/radial5"/>
    <dgm:cxn modelId="{353244BB-AB8A-4B69-9CC5-D1CDD3DB9BA6}" type="presParOf" srcId="{5515DAF3-007E-45BD-9248-08BDC1966FC6}" destId="{B4272B66-6250-446A-9669-57F47D145A3D}" srcOrd="10" destOrd="0" presId="urn:microsoft.com/office/officeart/2005/8/layout/radial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3DF2407-DDFD-48BB-8DD2-585D7B1B8A49}" type="doc">
      <dgm:prSet loTypeId="urn:microsoft.com/office/officeart/2005/8/layout/orgChart1" loCatId="hierarchy" qsTypeId="urn:microsoft.com/office/officeart/2005/8/quickstyle/simple3" qsCatId="simple" csTypeId="urn:microsoft.com/office/officeart/2005/8/colors/accent0_1" csCatId="mainScheme" phldr="1"/>
      <dgm:spPr/>
      <dgm:t>
        <a:bodyPr/>
        <a:lstStyle/>
        <a:p>
          <a:endParaRPr lang="zh-CN" altLang="en-US"/>
        </a:p>
      </dgm:t>
    </dgm:pt>
    <dgm:pt modelId="{3005D43F-EAB8-43E4-8629-5BF2CF4E8306}">
      <dgm:prSet phldrT="[文本]" custT="1"/>
      <dgm:spPr/>
      <dgm:t>
        <a:bodyPr/>
        <a:lstStyle/>
        <a:p>
          <a:r>
            <a:rPr lang="zh-CN" altLang="en-US" sz="1100"/>
            <a:t>系统</a:t>
          </a:r>
        </a:p>
      </dgm:t>
    </dgm:pt>
    <dgm:pt modelId="{E1B95D9B-1424-4529-91E5-AB188E436B40}" cxnId="{AE11A91B-AE16-4085-96C4-B62F6FEF4BB0}" type="parTrans">
      <dgm:prSet/>
      <dgm:spPr/>
      <dgm:t>
        <a:bodyPr/>
        <a:lstStyle/>
        <a:p>
          <a:endParaRPr lang="zh-CN" altLang="en-US" sz="1100"/>
        </a:p>
      </dgm:t>
    </dgm:pt>
    <dgm:pt modelId="{65A08CDC-2701-49AF-AC46-FE0BB0900C37}" cxnId="{AE11A91B-AE16-4085-96C4-B62F6FEF4BB0}" type="sibTrans">
      <dgm:prSet/>
      <dgm:spPr/>
      <dgm:t>
        <a:bodyPr/>
        <a:lstStyle/>
        <a:p>
          <a:endParaRPr lang="zh-CN" altLang="en-US" sz="1100"/>
        </a:p>
      </dgm:t>
    </dgm:pt>
    <dgm:pt modelId="{2F5015AE-8530-4960-AD91-C26CFAE48EF2}">
      <dgm:prSet phldrT="[文本]" custT="1"/>
      <dgm:spPr/>
      <dgm:t>
        <a:bodyPr/>
        <a:lstStyle/>
        <a:p>
          <a:r>
            <a:rPr lang="zh-CN" altLang="en-US" sz="1100"/>
            <a:t>子系统</a:t>
          </a:r>
        </a:p>
      </dgm:t>
    </dgm:pt>
    <dgm:pt modelId="{1CE5C892-F149-446F-8EFC-0C96DBE24416}" cxnId="{7F8A4752-382C-47C3-9B19-D6C36B79C52A}" type="parTrans">
      <dgm:prSet/>
      <dgm:spPr/>
      <dgm:t>
        <a:bodyPr/>
        <a:lstStyle/>
        <a:p>
          <a:endParaRPr lang="zh-CN" altLang="en-US" sz="1100"/>
        </a:p>
      </dgm:t>
    </dgm:pt>
    <dgm:pt modelId="{BBD5587F-1F10-4187-A887-45FD71A085E5}" cxnId="{7F8A4752-382C-47C3-9B19-D6C36B79C52A}" type="sibTrans">
      <dgm:prSet/>
      <dgm:spPr/>
      <dgm:t>
        <a:bodyPr/>
        <a:lstStyle/>
        <a:p>
          <a:endParaRPr lang="zh-CN" altLang="en-US" sz="1100"/>
        </a:p>
      </dgm:t>
    </dgm:pt>
    <dgm:pt modelId="{94DE87E2-876B-46E9-8A3F-B69CA3EFD376}">
      <dgm:prSet phldrT="[文本]" custT="1"/>
      <dgm:spPr/>
      <dgm:t>
        <a:bodyPr/>
        <a:lstStyle/>
        <a:p>
          <a:r>
            <a:rPr lang="zh-CN" altLang="en-US" sz="1100"/>
            <a:t>子系统</a:t>
          </a:r>
        </a:p>
      </dgm:t>
    </dgm:pt>
    <dgm:pt modelId="{A1336B38-C330-4768-B59E-7AC8BD3C7C83}" cxnId="{06E1C29A-DCCE-4A8C-A5F9-6D60E8C2E66C}" type="parTrans">
      <dgm:prSet/>
      <dgm:spPr/>
      <dgm:t>
        <a:bodyPr/>
        <a:lstStyle/>
        <a:p>
          <a:endParaRPr lang="zh-CN" altLang="en-US" sz="1100"/>
        </a:p>
      </dgm:t>
    </dgm:pt>
    <dgm:pt modelId="{D849CE8E-9C95-4EB0-8D3C-57D6368CB12E}" cxnId="{06E1C29A-DCCE-4A8C-A5F9-6D60E8C2E66C}" type="sibTrans">
      <dgm:prSet/>
      <dgm:spPr/>
      <dgm:t>
        <a:bodyPr/>
        <a:lstStyle/>
        <a:p>
          <a:endParaRPr lang="zh-CN" altLang="en-US" sz="1100"/>
        </a:p>
      </dgm:t>
    </dgm:pt>
    <dgm:pt modelId="{BE138A41-37AD-458E-9AE6-A07F891EE472}">
      <dgm:prSet phldrT="[文本]" custT="1"/>
      <dgm:spPr/>
      <dgm:t>
        <a:bodyPr/>
        <a:lstStyle/>
        <a:p>
          <a:r>
            <a:rPr lang="zh-CN" altLang="en-US" sz="1100"/>
            <a:t>子系统</a:t>
          </a:r>
        </a:p>
      </dgm:t>
    </dgm:pt>
    <dgm:pt modelId="{019FE949-68A2-4C1C-B995-104DD8C41BDE}" cxnId="{37F1B1D1-C381-4E45-A2C8-769C6BAC8014}" type="parTrans">
      <dgm:prSet/>
      <dgm:spPr/>
      <dgm:t>
        <a:bodyPr/>
        <a:lstStyle/>
        <a:p>
          <a:endParaRPr lang="zh-CN" altLang="en-US" sz="1100"/>
        </a:p>
      </dgm:t>
    </dgm:pt>
    <dgm:pt modelId="{B0FB0B16-B0F0-472A-B7FD-456A744F266A}" cxnId="{37F1B1D1-C381-4E45-A2C8-769C6BAC8014}" type="sibTrans">
      <dgm:prSet/>
      <dgm:spPr/>
      <dgm:t>
        <a:bodyPr/>
        <a:lstStyle/>
        <a:p>
          <a:endParaRPr lang="zh-CN" altLang="en-US" sz="1100"/>
        </a:p>
      </dgm:t>
    </dgm:pt>
    <dgm:pt modelId="{DA534C3A-D727-4846-9880-F00609DFB259}">
      <dgm:prSet phldrT="[文本]" custT="1"/>
      <dgm:spPr/>
      <dgm:t>
        <a:bodyPr/>
        <a:lstStyle/>
        <a:p>
          <a:r>
            <a:rPr lang="zh-CN" altLang="en-US" sz="1100"/>
            <a:t>模块</a:t>
          </a:r>
        </a:p>
      </dgm:t>
    </dgm:pt>
    <dgm:pt modelId="{A7CB4CD9-DDD9-4D20-B86E-FEDB8EB0A7C5}" cxnId="{4078B592-1300-45D0-AF71-83AEDB5E88A2}" type="parTrans">
      <dgm:prSet/>
      <dgm:spPr/>
      <dgm:t>
        <a:bodyPr/>
        <a:lstStyle/>
        <a:p>
          <a:endParaRPr lang="zh-CN" altLang="en-US"/>
        </a:p>
      </dgm:t>
    </dgm:pt>
    <dgm:pt modelId="{292D6DC8-A2E2-48CC-AC6F-4A4F012C506E}" cxnId="{4078B592-1300-45D0-AF71-83AEDB5E88A2}" type="sibTrans">
      <dgm:prSet/>
      <dgm:spPr/>
      <dgm:t>
        <a:bodyPr/>
        <a:lstStyle/>
        <a:p>
          <a:endParaRPr lang="zh-CN" altLang="en-US"/>
        </a:p>
      </dgm:t>
    </dgm:pt>
    <dgm:pt modelId="{2BE32428-E807-4DD9-87CD-A02E37440478}">
      <dgm:prSet phldrT="[文本]" custT="1"/>
      <dgm:spPr/>
      <dgm:t>
        <a:bodyPr/>
        <a:lstStyle/>
        <a:p>
          <a:r>
            <a:rPr lang="zh-CN" altLang="en-US" sz="1100"/>
            <a:t>模块</a:t>
          </a:r>
        </a:p>
      </dgm:t>
    </dgm:pt>
    <dgm:pt modelId="{0ECDF1BB-E963-47CF-8FCD-27560E713841}" cxnId="{8E0D2990-54C7-4607-BC61-A67B6926F1FF}" type="parTrans">
      <dgm:prSet/>
      <dgm:spPr/>
      <dgm:t>
        <a:bodyPr/>
        <a:lstStyle/>
        <a:p>
          <a:endParaRPr lang="zh-CN" altLang="en-US"/>
        </a:p>
      </dgm:t>
    </dgm:pt>
    <dgm:pt modelId="{0A17C2B6-427A-421E-9DD6-092A0EE23157}" cxnId="{8E0D2990-54C7-4607-BC61-A67B6926F1FF}" type="sibTrans">
      <dgm:prSet/>
      <dgm:spPr/>
      <dgm:t>
        <a:bodyPr/>
        <a:lstStyle/>
        <a:p>
          <a:endParaRPr lang="zh-CN" altLang="en-US"/>
        </a:p>
      </dgm:t>
    </dgm:pt>
    <dgm:pt modelId="{7CB28054-88F1-4C51-8C93-0294AAC3D106}">
      <dgm:prSet phldrT="[文本]" custT="1"/>
      <dgm:spPr/>
      <dgm:t>
        <a:bodyPr/>
        <a:lstStyle/>
        <a:p>
          <a:r>
            <a:rPr lang="zh-CN" altLang="en-US" sz="1100"/>
            <a:t>模块</a:t>
          </a:r>
        </a:p>
      </dgm:t>
    </dgm:pt>
    <dgm:pt modelId="{6DDF2700-146F-4906-821F-7DBBFFDB0F8A}" cxnId="{D2CF7CFC-4DD1-4DA6-BB8A-295FDD384B77}" type="parTrans">
      <dgm:prSet/>
      <dgm:spPr/>
      <dgm:t>
        <a:bodyPr/>
        <a:lstStyle/>
        <a:p>
          <a:endParaRPr lang="zh-CN" altLang="en-US"/>
        </a:p>
      </dgm:t>
    </dgm:pt>
    <dgm:pt modelId="{6AF30E51-3F92-4C5C-ACAB-67251EA316AA}" cxnId="{D2CF7CFC-4DD1-4DA6-BB8A-295FDD384B77}" type="sibTrans">
      <dgm:prSet/>
      <dgm:spPr/>
      <dgm:t>
        <a:bodyPr/>
        <a:lstStyle/>
        <a:p>
          <a:endParaRPr lang="zh-CN" altLang="en-US"/>
        </a:p>
      </dgm:t>
    </dgm:pt>
    <dgm:pt modelId="{BB21FF16-0FA1-45D4-8568-89EBE78E59A2}">
      <dgm:prSet phldrT="[文本]" custT="1"/>
      <dgm:spPr/>
      <dgm:t>
        <a:bodyPr/>
        <a:lstStyle/>
        <a:p>
          <a:r>
            <a:rPr lang="zh-CN" altLang="en-US" sz="1100"/>
            <a:t>模块</a:t>
          </a:r>
        </a:p>
      </dgm:t>
    </dgm:pt>
    <dgm:pt modelId="{CF142CA4-78CF-413E-941D-E4A76D2F931F}" cxnId="{42E32D9C-FE6B-4FBF-B9C8-847C6FCEC1F5}" type="parTrans">
      <dgm:prSet/>
      <dgm:spPr/>
      <dgm:t>
        <a:bodyPr/>
        <a:lstStyle/>
        <a:p>
          <a:endParaRPr lang="zh-CN" altLang="en-US"/>
        </a:p>
      </dgm:t>
    </dgm:pt>
    <dgm:pt modelId="{F1DF43F8-A2CE-4045-94A7-28C5B4589FCE}" cxnId="{42E32D9C-FE6B-4FBF-B9C8-847C6FCEC1F5}" type="sibTrans">
      <dgm:prSet/>
      <dgm:spPr/>
      <dgm:t>
        <a:bodyPr/>
        <a:lstStyle/>
        <a:p>
          <a:endParaRPr lang="zh-CN" altLang="en-US"/>
        </a:p>
      </dgm:t>
    </dgm:pt>
    <dgm:pt modelId="{39DA8105-E91D-437B-A27E-ADF622AF7ADD}">
      <dgm:prSet phldrT="[文本]" custT="1"/>
      <dgm:spPr/>
      <dgm:t>
        <a:bodyPr/>
        <a:lstStyle/>
        <a:p>
          <a:r>
            <a:rPr lang="zh-CN" altLang="en-US" sz="1100"/>
            <a:t>模块</a:t>
          </a:r>
        </a:p>
      </dgm:t>
    </dgm:pt>
    <dgm:pt modelId="{E293935A-7EA5-4F17-9B83-123605C610C2}" cxnId="{1ABE3D40-9E64-4B95-BC54-890264CB62E6}" type="parTrans">
      <dgm:prSet/>
      <dgm:spPr/>
      <dgm:t>
        <a:bodyPr/>
        <a:lstStyle/>
        <a:p>
          <a:endParaRPr lang="zh-CN" altLang="en-US"/>
        </a:p>
      </dgm:t>
    </dgm:pt>
    <dgm:pt modelId="{DAB4CABE-40EE-45F5-8665-DDBB1CEE1069}" cxnId="{1ABE3D40-9E64-4B95-BC54-890264CB62E6}" type="sibTrans">
      <dgm:prSet/>
      <dgm:spPr/>
      <dgm:t>
        <a:bodyPr/>
        <a:lstStyle/>
        <a:p>
          <a:endParaRPr lang="zh-CN" altLang="en-US"/>
        </a:p>
      </dgm:t>
    </dgm:pt>
    <dgm:pt modelId="{01D40AAF-F053-49DC-AAEB-7EA20EBC98AA}">
      <dgm:prSet phldrT="[文本]" custT="1"/>
      <dgm:spPr/>
      <dgm:t>
        <a:bodyPr/>
        <a:lstStyle/>
        <a:p>
          <a:r>
            <a:rPr lang="zh-CN" altLang="en-US" sz="1100"/>
            <a:t>模块</a:t>
          </a:r>
        </a:p>
      </dgm:t>
    </dgm:pt>
    <dgm:pt modelId="{0E4A1E6B-3AEB-4D01-A511-63D9FE286621}" cxnId="{80CA5152-360D-4763-A0A7-4C5355211E29}" type="parTrans">
      <dgm:prSet/>
      <dgm:spPr/>
      <dgm:t>
        <a:bodyPr/>
        <a:lstStyle/>
        <a:p>
          <a:endParaRPr lang="zh-CN" altLang="en-US"/>
        </a:p>
      </dgm:t>
    </dgm:pt>
    <dgm:pt modelId="{84B9A126-4DED-479D-BE1D-DD400EAF78D2}" cxnId="{80CA5152-360D-4763-A0A7-4C5355211E29}" type="sibTrans">
      <dgm:prSet/>
      <dgm:spPr/>
      <dgm:t>
        <a:bodyPr/>
        <a:lstStyle/>
        <a:p>
          <a:endParaRPr lang="zh-CN" altLang="en-US"/>
        </a:p>
      </dgm:t>
    </dgm:pt>
    <dgm:pt modelId="{BC88FAE3-5A4B-40B3-8B22-FD425C030AB7}" type="pres">
      <dgm:prSet presAssocID="{F3DF2407-DDFD-48BB-8DD2-585D7B1B8A49}" presName="hierChild1" presStyleCnt="0">
        <dgm:presLayoutVars>
          <dgm:orgChart val="1"/>
          <dgm:chPref val="1"/>
          <dgm:dir/>
          <dgm:animOne val="branch"/>
          <dgm:animLvl val="lvl"/>
          <dgm:resizeHandles/>
        </dgm:presLayoutVars>
      </dgm:prSet>
      <dgm:spPr/>
      <dgm:t>
        <a:bodyPr/>
        <a:lstStyle/>
        <a:p>
          <a:endParaRPr lang="zh-CN" altLang="en-US"/>
        </a:p>
      </dgm:t>
    </dgm:pt>
    <dgm:pt modelId="{BC191093-6433-4D92-8868-72E32F748FAD}" type="pres">
      <dgm:prSet presAssocID="{3005D43F-EAB8-43E4-8629-5BF2CF4E8306}" presName="hierRoot1" presStyleCnt="0">
        <dgm:presLayoutVars>
          <dgm:hierBranch val="init"/>
        </dgm:presLayoutVars>
      </dgm:prSet>
      <dgm:spPr/>
    </dgm:pt>
    <dgm:pt modelId="{DFDFB0E4-B064-4493-B8C1-ED010FFB69DE}" type="pres">
      <dgm:prSet presAssocID="{3005D43F-EAB8-43E4-8629-5BF2CF4E8306}" presName="rootComposite1" presStyleCnt="0"/>
      <dgm:spPr/>
    </dgm:pt>
    <dgm:pt modelId="{69DF58AE-7CB4-4413-8085-D79DAC3E8A8B}" type="pres">
      <dgm:prSet presAssocID="{3005D43F-EAB8-43E4-8629-5BF2CF4E8306}" presName="rootText1" presStyleLbl="node0" presStyleIdx="0" presStyleCnt="1">
        <dgm:presLayoutVars>
          <dgm:chPref val="3"/>
        </dgm:presLayoutVars>
      </dgm:prSet>
      <dgm:spPr/>
      <dgm:t>
        <a:bodyPr/>
        <a:lstStyle/>
        <a:p>
          <a:endParaRPr lang="zh-CN" altLang="en-US"/>
        </a:p>
      </dgm:t>
    </dgm:pt>
    <dgm:pt modelId="{780027CD-CF8C-4A71-A6F5-E2D0C66F2323}" type="pres">
      <dgm:prSet presAssocID="{3005D43F-EAB8-43E4-8629-5BF2CF4E8306}" presName="rootConnector1" presStyleLbl="node1" presStyleIdx="0" presStyleCnt="0"/>
      <dgm:spPr/>
      <dgm:t>
        <a:bodyPr/>
        <a:lstStyle/>
        <a:p>
          <a:endParaRPr lang="zh-CN" altLang="en-US"/>
        </a:p>
      </dgm:t>
    </dgm:pt>
    <dgm:pt modelId="{5ECBB8AE-A0C7-4037-890A-12865F53C5ED}" type="pres">
      <dgm:prSet presAssocID="{3005D43F-EAB8-43E4-8629-5BF2CF4E8306}" presName="hierChild2" presStyleCnt="0"/>
      <dgm:spPr/>
    </dgm:pt>
    <dgm:pt modelId="{84B1B683-764E-4A84-9FD5-1FCE22DDD3D4}" type="pres">
      <dgm:prSet presAssocID="{1CE5C892-F149-446F-8EFC-0C96DBE24416}" presName="Name37" presStyleLbl="parChTrans1D2" presStyleIdx="0" presStyleCnt="3"/>
      <dgm:spPr/>
      <dgm:t>
        <a:bodyPr/>
        <a:lstStyle/>
        <a:p>
          <a:endParaRPr lang="zh-CN" altLang="en-US"/>
        </a:p>
      </dgm:t>
    </dgm:pt>
    <dgm:pt modelId="{F80F39F0-1A92-4055-B5C1-4CE9883C5611}" type="pres">
      <dgm:prSet presAssocID="{2F5015AE-8530-4960-AD91-C26CFAE48EF2}" presName="hierRoot2" presStyleCnt="0">
        <dgm:presLayoutVars>
          <dgm:hierBranch val="init"/>
        </dgm:presLayoutVars>
      </dgm:prSet>
      <dgm:spPr/>
    </dgm:pt>
    <dgm:pt modelId="{9BE45805-5D04-4205-835E-36C6A2AA6B8B}" type="pres">
      <dgm:prSet presAssocID="{2F5015AE-8530-4960-AD91-C26CFAE48EF2}" presName="rootComposite" presStyleCnt="0"/>
      <dgm:spPr/>
    </dgm:pt>
    <dgm:pt modelId="{FBCEA111-32F3-48F5-85D3-F1D5B36BD0F2}" type="pres">
      <dgm:prSet presAssocID="{2F5015AE-8530-4960-AD91-C26CFAE48EF2}" presName="rootText" presStyleLbl="node2" presStyleIdx="0" presStyleCnt="3" custLinFactNeighborX="-63161">
        <dgm:presLayoutVars>
          <dgm:chPref val="3"/>
        </dgm:presLayoutVars>
      </dgm:prSet>
      <dgm:spPr/>
      <dgm:t>
        <a:bodyPr/>
        <a:lstStyle/>
        <a:p>
          <a:endParaRPr lang="zh-CN" altLang="en-US"/>
        </a:p>
      </dgm:t>
    </dgm:pt>
    <dgm:pt modelId="{4B9340CA-469B-4B49-B5F8-EC0C434D48CF}" type="pres">
      <dgm:prSet presAssocID="{2F5015AE-8530-4960-AD91-C26CFAE48EF2}" presName="rootConnector" presStyleLbl="node2" presStyleIdx="0" presStyleCnt="3"/>
      <dgm:spPr/>
      <dgm:t>
        <a:bodyPr/>
        <a:lstStyle/>
        <a:p>
          <a:endParaRPr lang="zh-CN" altLang="en-US"/>
        </a:p>
      </dgm:t>
    </dgm:pt>
    <dgm:pt modelId="{7919698F-1C99-4587-9BB8-12579A32866B}" type="pres">
      <dgm:prSet presAssocID="{2F5015AE-8530-4960-AD91-C26CFAE48EF2}" presName="hierChild4" presStyleCnt="0"/>
      <dgm:spPr/>
    </dgm:pt>
    <dgm:pt modelId="{5B343C15-41E8-4714-818C-91A34EB5CE06}" type="pres">
      <dgm:prSet presAssocID="{A7CB4CD9-DDD9-4D20-B86E-FEDB8EB0A7C5}" presName="Name37" presStyleLbl="parChTrans1D3" presStyleIdx="0" presStyleCnt="6"/>
      <dgm:spPr/>
      <dgm:t>
        <a:bodyPr/>
        <a:lstStyle/>
        <a:p>
          <a:endParaRPr lang="zh-CN" altLang="en-US"/>
        </a:p>
      </dgm:t>
    </dgm:pt>
    <dgm:pt modelId="{C5D94060-FAEF-46D2-AFF5-4035A95AEA23}" type="pres">
      <dgm:prSet presAssocID="{DA534C3A-D727-4846-9880-F00609DFB259}" presName="hierRoot2" presStyleCnt="0">
        <dgm:presLayoutVars>
          <dgm:hierBranch val="init"/>
        </dgm:presLayoutVars>
      </dgm:prSet>
      <dgm:spPr/>
    </dgm:pt>
    <dgm:pt modelId="{5E6FF998-2382-4709-89F2-D6804074F91D}" type="pres">
      <dgm:prSet presAssocID="{DA534C3A-D727-4846-9880-F00609DFB259}" presName="rootComposite" presStyleCnt="0"/>
      <dgm:spPr/>
    </dgm:pt>
    <dgm:pt modelId="{313745E2-7F87-4CE6-A729-10894EF2F568}" type="pres">
      <dgm:prSet presAssocID="{DA534C3A-D727-4846-9880-F00609DFB259}" presName="rootText" presStyleLbl="node3" presStyleIdx="0" presStyleCnt="6" custLinFactNeighborX="-60726" custLinFactNeighborY="189">
        <dgm:presLayoutVars>
          <dgm:chPref val="3"/>
        </dgm:presLayoutVars>
      </dgm:prSet>
      <dgm:spPr/>
      <dgm:t>
        <a:bodyPr/>
        <a:lstStyle/>
        <a:p>
          <a:endParaRPr lang="zh-CN" altLang="en-US"/>
        </a:p>
      </dgm:t>
    </dgm:pt>
    <dgm:pt modelId="{8B58D543-553D-4005-900B-2742EEBBDE2B}" type="pres">
      <dgm:prSet presAssocID="{DA534C3A-D727-4846-9880-F00609DFB259}" presName="rootConnector" presStyleLbl="node3" presStyleIdx="0" presStyleCnt="6"/>
      <dgm:spPr/>
      <dgm:t>
        <a:bodyPr/>
        <a:lstStyle/>
        <a:p>
          <a:endParaRPr lang="zh-CN" altLang="en-US"/>
        </a:p>
      </dgm:t>
    </dgm:pt>
    <dgm:pt modelId="{4BD0A56F-1322-45D4-A9B1-881E48288F94}" type="pres">
      <dgm:prSet presAssocID="{DA534C3A-D727-4846-9880-F00609DFB259}" presName="hierChild4" presStyleCnt="0"/>
      <dgm:spPr/>
    </dgm:pt>
    <dgm:pt modelId="{38BFD4E1-595D-424C-BCB9-01AB479A8AAD}" type="pres">
      <dgm:prSet presAssocID="{DA534C3A-D727-4846-9880-F00609DFB259}" presName="hierChild5" presStyleCnt="0"/>
      <dgm:spPr/>
    </dgm:pt>
    <dgm:pt modelId="{C64BBF90-0EB5-4261-80CB-9EADC58B3FA8}" type="pres">
      <dgm:prSet presAssocID="{0ECDF1BB-E963-47CF-8FCD-27560E713841}" presName="Name37" presStyleLbl="parChTrans1D3" presStyleIdx="1" presStyleCnt="6"/>
      <dgm:spPr/>
      <dgm:t>
        <a:bodyPr/>
        <a:lstStyle/>
        <a:p>
          <a:endParaRPr lang="zh-CN" altLang="en-US"/>
        </a:p>
      </dgm:t>
    </dgm:pt>
    <dgm:pt modelId="{7A91CC7A-5503-431A-9DF4-577BAC08F384}" type="pres">
      <dgm:prSet presAssocID="{2BE32428-E807-4DD9-87CD-A02E37440478}" presName="hierRoot2" presStyleCnt="0">
        <dgm:presLayoutVars>
          <dgm:hierBranch val="init"/>
        </dgm:presLayoutVars>
      </dgm:prSet>
      <dgm:spPr/>
    </dgm:pt>
    <dgm:pt modelId="{D8C2E04F-9C88-4447-AA08-29B8E0F98101}" type="pres">
      <dgm:prSet presAssocID="{2BE32428-E807-4DD9-87CD-A02E37440478}" presName="rootComposite" presStyleCnt="0"/>
      <dgm:spPr/>
    </dgm:pt>
    <dgm:pt modelId="{B6E475DF-3014-4D6C-8999-9A89367C4EB9}" type="pres">
      <dgm:prSet presAssocID="{2BE32428-E807-4DD9-87CD-A02E37440478}" presName="rootText" presStyleLbl="node3" presStyleIdx="1" presStyleCnt="6" custLinFactNeighborX="-60726" custLinFactNeighborY="189">
        <dgm:presLayoutVars>
          <dgm:chPref val="3"/>
        </dgm:presLayoutVars>
      </dgm:prSet>
      <dgm:spPr/>
      <dgm:t>
        <a:bodyPr/>
        <a:lstStyle/>
        <a:p>
          <a:endParaRPr lang="zh-CN" altLang="en-US"/>
        </a:p>
      </dgm:t>
    </dgm:pt>
    <dgm:pt modelId="{A170DD1C-E297-4F68-BD95-003ED8F5E17D}" type="pres">
      <dgm:prSet presAssocID="{2BE32428-E807-4DD9-87CD-A02E37440478}" presName="rootConnector" presStyleLbl="node3" presStyleIdx="1" presStyleCnt="6"/>
      <dgm:spPr/>
      <dgm:t>
        <a:bodyPr/>
        <a:lstStyle/>
        <a:p>
          <a:endParaRPr lang="zh-CN" altLang="en-US"/>
        </a:p>
      </dgm:t>
    </dgm:pt>
    <dgm:pt modelId="{81BC9B07-1221-4223-A6BB-A29C86CECC18}" type="pres">
      <dgm:prSet presAssocID="{2BE32428-E807-4DD9-87CD-A02E37440478}" presName="hierChild4" presStyleCnt="0"/>
      <dgm:spPr/>
    </dgm:pt>
    <dgm:pt modelId="{D51F9E8F-6F30-48BF-860B-75B738FAA4F2}" type="pres">
      <dgm:prSet presAssocID="{2BE32428-E807-4DD9-87CD-A02E37440478}" presName="hierChild5" presStyleCnt="0"/>
      <dgm:spPr/>
    </dgm:pt>
    <dgm:pt modelId="{4978950F-A637-4328-B6D7-604B7CC7D76C}" type="pres">
      <dgm:prSet presAssocID="{2F5015AE-8530-4960-AD91-C26CFAE48EF2}" presName="hierChild5" presStyleCnt="0"/>
      <dgm:spPr/>
    </dgm:pt>
    <dgm:pt modelId="{AB10C405-53B6-473A-B50E-106F89948B54}" type="pres">
      <dgm:prSet presAssocID="{A1336B38-C330-4768-B59E-7AC8BD3C7C83}" presName="Name37" presStyleLbl="parChTrans1D2" presStyleIdx="1" presStyleCnt="3"/>
      <dgm:spPr/>
      <dgm:t>
        <a:bodyPr/>
        <a:lstStyle/>
        <a:p>
          <a:endParaRPr lang="zh-CN" altLang="en-US"/>
        </a:p>
      </dgm:t>
    </dgm:pt>
    <dgm:pt modelId="{9C41CAF7-D3CD-4C06-8AD8-B408EA23474E}" type="pres">
      <dgm:prSet presAssocID="{94DE87E2-876B-46E9-8A3F-B69CA3EFD376}" presName="hierRoot2" presStyleCnt="0">
        <dgm:presLayoutVars>
          <dgm:hierBranch val="init"/>
        </dgm:presLayoutVars>
      </dgm:prSet>
      <dgm:spPr/>
    </dgm:pt>
    <dgm:pt modelId="{2007A408-6FAB-43A0-A3F1-F85D1F2E1BC5}" type="pres">
      <dgm:prSet presAssocID="{94DE87E2-876B-46E9-8A3F-B69CA3EFD376}" presName="rootComposite" presStyleCnt="0"/>
      <dgm:spPr/>
    </dgm:pt>
    <dgm:pt modelId="{D29A6D72-D9BA-4DA2-A562-345385003789}" type="pres">
      <dgm:prSet presAssocID="{94DE87E2-876B-46E9-8A3F-B69CA3EFD376}" presName="rootText" presStyleLbl="node2" presStyleIdx="1" presStyleCnt="3">
        <dgm:presLayoutVars>
          <dgm:chPref val="3"/>
        </dgm:presLayoutVars>
      </dgm:prSet>
      <dgm:spPr/>
      <dgm:t>
        <a:bodyPr/>
        <a:lstStyle/>
        <a:p>
          <a:endParaRPr lang="zh-CN" altLang="en-US"/>
        </a:p>
      </dgm:t>
    </dgm:pt>
    <dgm:pt modelId="{2F878DAB-3F10-4F7F-A131-B13C0900BF07}" type="pres">
      <dgm:prSet presAssocID="{94DE87E2-876B-46E9-8A3F-B69CA3EFD376}" presName="rootConnector" presStyleLbl="node2" presStyleIdx="1" presStyleCnt="3"/>
      <dgm:spPr/>
      <dgm:t>
        <a:bodyPr/>
        <a:lstStyle/>
        <a:p>
          <a:endParaRPr lang="zh-CN" altLang="en-US"/>
        </a:p>
      </dgm:t>
    </dgm:pt>
    <dgm:pt modelId="{7238F37D-654C-4542-B2F2-2F5EEF4BD114}" type="pres">
      <dgm:prSet presAssocID="{94DE87E2-876B-46E9-8A3F-B69CA3EFD376}" presName="hierChild4" presStyleCnt="0"/>
      <dgm:spPr/>
    </dgm:pt>
    <dgm:pt modelId="{C7F70A49-2B76-438B-AD83-D3119382B3F0}" type="pres">
      <dgm:prSet presAssocID="{6DDF2700-146F-4906-821F-7DBBFFDB0F8A}" presName="Name37" presStyleLbl="parChTrans1D3" presStyleIdx="2" presStyleCnt="6"/>
      <dgm:spPr/>
      <dgm:t>
        <a:bodyPr/>
        <a:lstStyle/>
        <a:p>
          <a:endParaRPr lang="zh-CN" altLang="en-US"/>
        </a:p>
      </dgm:t>
    </dgm:pt>
    <dgm:pt modelId="{9FBB77D2-5EC7-482E-8B09-E6F22295A23F}" type="pres">
      <dgm:prSet presAssocID="{7CB28054-88F1-4C51-8C93-0294AAC3D106}" presName="hierRoot2" presStyleCnt="0">
        <dgm:presLayoutVars>
          <dgm:hierBranch val="init"/>
        </dgm:presLayoutVars>
      </dgm:prSet>
      <dgm:spPr/>
    </dgm:pt>
    <dgm:pt modelId="{A66B706B-818C-4B5F-8B72-F9E60FBB9CBF}" type="pres">
      <dgm:prSet presAssocID="{7CB28054-88F1-4C51-8C93-0294AAC3D106}" presName="rootComposite" presStyleCnt="0"/>
      <dgm:spPr/>
    </dgm:pt>
    <dgm:pt modelId="{D3AF9A30-56C9-4169-9614-3C80B1243E97}" type="pres">
      <dgm:prSet presAssocID="{7CB28054-88F1-4C51-8C93-0294AAC3D106}" presName="rootText" presStyleLbl="node3" presStyleIdx="2" presStyleCnt="6">
        <dgm:presLayoutVars>
          <dgm:chPref val="3"/>
        </dgm:presLayoutVars>
      </dgm:prSet>
      <dgm:spPr/>
      <dgm:t>
        <a:bodyPr/>
        <a:lstStyle/>
        <a:p>
          <a:endParaRPr lang="zh-CN" altLang="en-US"/>
        </a:p>
      </dgm:t>
    </dgm:pt>
    <dgm:pt modelId="{EAE106BA-6E6E-42ED-B7F2-ABD025F519BE}" type="pres">
      <dgm:prSet presAssocID="{7CB28054-88F1-4C51-8C93-0294AAC3D106}" presName="rootConnector" presStyleLbl="node3" presStyleIdx="2" presStyleCnt="6"/>
      <dgm:spPr/>
      <dgm:t>
        <a:bodyPr/>
        <a:lstStyle/>
        <a:p>
          <a:endParaRPr lang="zh-CN" altLang="en-US"/>
        </a:p>
      </dgm:t>
    </dgm:pt>
    <dgm:pt modelId="{7D76D76F-D82D-4ED9-88A9-E8C8F847E896}" type="pres">
      <dgm:prSet presAssocID="{7CB28054-88F1-4C51-8C93-0294AAC3D106}" presName="hierChild4" presStyleCnt="0"/>
      <dgm:spPr/>
    </dgm:pt>
    <dgm:pt modelId="{81CB39E9-0CB7-41F6-BBAE-1A83EE4F98BC}" type="pres">
      <dgm:prSet presAssocID="{7CB28054-88F1-4C51-8C93-0294AAC3D106}" presName="hierChild5" presStyleCnt="0"/>
      <dgm:spPr/>
    </dgm:pt>
    <dgm:pt modelId="{77BC728C-4A44-4C30-AEFA-437FA93FA784}" type="pres">
      <dgm:prSet presAssocID="{CF142CA4-78CF-413E-941D-E4A76D2F931F}" presName="Name37" presStyleLbl="parChTrans1D3" presStyleIdx="3" presStyleCnt="6"/>
      <dgm:spPr/>
      <dgm:t>
        <a:bodyPr/>
        <a:lstStyle/>
        <a:p>
          <a:endParaRPr lang="zh-CN" altLang="en-US"/>
        </a:p>
      </dgm:t>
    </dgm:pt>
    <dgm:pt modelId="{60BF6CFF-E69F-40B4-8E33-7BCBF37714A9}" type="pres">
      <dgm:prSet presAssocID="{BB21FF16-0FA1-45D4-8568-89EBE78E59A2}" presName="hierRoot2" presStyleCnt="0">
        <dgm:presLayoutVars>
          <dgm:hierBranch val="init"/>
        </dgm:presLayoutVars>
      </dgm:prSet>
      <dgm:spPr/>
    </dgm:pt>
    <dgm:pt modelId="{ACBFD402-6260-497F-9A8B-36BEDDD832E4}" type="pres">
      <dgm:prSet presAssocID="{BB21FF16-0FA1-45D4-8568-89EBE78E59A2}" presName="rootComposite" presStyleCnt="0"/>
      <dgm:spPr/>
    </dgm:pt>
    <dgm:pt modelId="{3A3CF7EF-081B-404A-8A62-C0A059887BB5}" type="pres">
      <dgm:prSet presAssocID="{BB21FF16-0FA1-45D4-8568-89EBE78E59A2}" presName="rootText" presStyleLbl="node3" presStyleIdx="3" presStyleCnt="6">
        <dgm:presLayoutVars>
          <dgm:chPref val="3"/>
        </dgm:presLayoutVars>
      </dgm:prSet>
      <dgm:spPr/>
      <dgm:t>
        <a:bodyPr/>
        <a:lstStyle/>
        <a:p>
          <a:endParaRPr lang="zh-CN" altLang="en-US"/>
        </a:p>
      </dgm:t>
    </dgm:pt>
    <dgm:pt modelId="{1BBE9F2E-0532-4474-9CC1-ACB4D3DE8B55}" type="pres">
      <dgm:prSet presAssocID="{BB21FF16-0FA1-45D4-8568-89EBE78E59A2}" presName="rootConnector" presStyleLbl="node3" presStyleIdx="3" presStyleCnt="6"/>
      <dgm:spPr/>
      <dgm:t>
        <a:bodyPr/>
        <a:lstStyle/>
        <a:p>
          <a:endParaRPr lang="zh-CN" altLang="en-US"/>
        </a:p>
      </dgm:t>
    </dgm:pt>
    <dgm:pt modelId="{1758A220-3EA5-454D-8A00-DBEE1783C944}" type="pres">
      <dgm:prSet presAssocID="{BB21FF16-0FA1-45D4-8568-89EBE78E59A2}" presName="hierChild4" presStyleCnt="0"/>
      <dgm:spPr/>
    </dgm:pt>
    <dgm:pt modelId="{7CCF2AAC-A591-4701-A913-C03379640B0D}" type="pres">
      <dgm:prSet presAssocID="{BB21FF16-0FA1-45D4-8568-89EBE78E59A2}" presName="hierChild5" presStyleCnt="0"/>
      <dgm:spPr/>
    </dgm:pt>
    <dgm:pt modelId="{DDCB292C-5485-45F8-A9DD-56971D3231CF}" type="pres">
      <dgm:prSet presAssocID="{94DE87E2-876B-46E9-8A3F-B69CA3EFD376}" presName="hierChild5" presStyleCnt="0"/>
      <dgm:spPr/>
    </dgm:pt>
    <dgm:pt modelId="{41E44212-4AD5-4AD6-8F53-B57D12BE0677}" type="pres">
      <dgm:prSet presAssocID="{019FE949-68A2-4C1C-B995-104DD8C41BDE}" presName="Name37" presStyleLbl="parChTrans1D2" presStyleIdx="2" presStyleCnt="3"/>
      <dgm:spPr/>
      <dgm:t>
        <a:bodyPr/>
        <a:lstStyle/>
        <a:p>
          <a:endParaRPr lang="zh-CN" altLang="en-US"/>
        </a:p>
      </dgm:t>
    </dgm:pt>
    <dgm:pt modelId="{BA5D66E9-ED16-478B-82EB-CB2D4AD15093}" type="pres">
      <dgm:prSet presAssocID="{BE138A41-37AD-458E-9AE6-A07F891EE472}" presName="hierRoot2" presStyleCnt="0">
        <dgm:presLayoutVars>
          <dgm:hierBranch val="init"/>
        </dgm:presLayoutVars>
      </dgm:prSet>
      <dgm:spPr/>
    </dgm:pt>
    <dgm:pt modelId="{47514470-5AA1-4434-9929-38C47254235F}" type="pres">
      <dgm:prSet presAssocID="{BE138A41-37AD-458E-9AE6-A07F891EE472}" presName="rootComposite" presStyleCnt="0"/>
      <dgm:spPr/>
    </dgm:pt>
    <dgm:pt modelId="{8F3868A4-FAEC-4DB4-BDB7-B2E66803668B}" type="pres">
      <dgm:prSet presAssocID="{BE138A41-37AD-458E-9AE6-A07F891EE472}" presName="rootText" presStyleLbl="node2" presStyleIdx="2" presStyleCnt="3" custLinFactNeighborX="68947" custLinFactNeighborY="189">
        <dgm:presLayoutVars>
          <dgm:chPref val="3"/>
        </dgm:presLayoutVars>
      </dgm:prSet>
      <dgm:spPr/>
      <dgm:t>
        <a:bodyPr/>
        <a:lstStyle/>
        <a:p>
          <a:endParaRPr lang="zh-CN" altLang="en-US"/>
        </a:p>
      </dgm:t>
    </dgm:pt>
    <dgm:pt modelId="{455C6CF2-D86E-475F-ABD6-860D1F541F7B}" type="pres">
      <dgm:prSet presAssocID="{BE138A41-37AD-458E-9AE6-A07F891EE472}" presName="rootConnector" presStyleLbl="node2" presStyleIdx="2" presStyleCnt="3"/>
      <dgm:spPr/>
      <dgm:t>
        <a:bodyPr/>
        <a:lstStyle/>
        <a:p>
          <a:endParaRPr lang="zh-CN" altLang="en-US"/>
        </a:p>
      </dgm:t>
    </dgm:pt>
    <dgm:pt modelId="{BEF47C47-84D1-454E-A562-40D2DB0A69BF}" type="pres">
      <dgm:prSet presAssocID="{BE138A41-37AD-458E-9AE6-A07F891EE472}" presName="hierChild4" presStyleCnt="0"/>
      <dgm:spPr/>
    </dgm:pt>
    <dgm:pt modelId="{01F6557A-81C2-49D8-9F23-F4F4ACBBE4C9}" type="pres">
      <dgm:prSet presAssocID="{E293935A-7EA5-4F17-9B83-123605C610C2}" presName="Name37" presStyleLbl="parChTrans1D3" presStyleIdx="4" presStyleCnt="6"/>
      <dgm:spPr/>
      <dgm:t>
        <a:bodyPr/>
        <a:lstStyle/>
        <a:p>
          <a:endParaRPr lang="zh-CN" altLang="en-US"/>
        </a:p>
      </dgm:t>
    </dgm:pt>
    <dgm:pt modelId="{7FF2F0FB-BE7F-4B82-93E3-E6038314EE74}" type="pres">
      <dgm:prSet presAssocID="{39DA8105-E91D-437B-A27E-ADF622AF7ADD}" presName="hierRoot2" presStyleCnt="0">
        <dgm:presLayoutVars>
          <dgm:hierBranch val="init"/>
        </dgm:presLayoutVars>
      </dgm:prSet>
      <dgm:spPr/>
    </dgm:pt>
    <dgm:pt modelId="{691020B2-C4E7-42ED-A95C-249117714436}" type="pres">
      <dgm:prSet presAssocID="{39DA8105-E91D-437B-A27E-ADF622AF7ADD}" presName="rootComposite" presStyleCnt="0"/>
      <dgm:spPr/>
    </dgm:pt>
    <dgm:pt modelId="{DD28F394-D2B3-4E96-9D75-174E280DA407}" type="pres">
      <dgm:prSet presAssocID="{39DA8105-E91D-437B-A27E-ADF622AF7ADD}" presName="rootText" presStyleLbl="node3" presStyleIdx="4" presStyleCnt="6" custLinFactNeighborX="68947" custLinFactNeighborY="189">
        <dgm:presLayoutVars>
          <dgm:chPref val="3"/>
        </dgm:presLayoutVars>
      </dgm:prSet>
      <dgm:spPr/>
      <dgm:t>
        <a:bodyPr/>
        <a:lstStyle/>
        <a:p>
          <a:endParaRPr lang="zh-CN" altLang="en-US"/>
        </a:p>
      </dgm:t>
    </dgm:pt>
    <dgm:pt modelId="{9CBFC010-F2C0-479E-8DDD-141F70FA352C}" type="pres">
      <dgm:prSet presAssocID="{39DA8105-E91D-437B-A27E-ADF622AF7ADD}" presName="rootConnector" presStyleLbl="node3" presStyleIdx="4" presStyleCnt="6"/>
      <dgm:spPr/>
      <dgm:t>
        <a:bodyPr/>
        <a:lstStyle/>
        <a:p>
          <a:endParaRPr lang="zh-CN" altLang="en-US"/>
        </a:p>
      </dgm:t>
    </dgm:pt>
    <dgm:pt modelId="{A74102FA-3991-4FA7-8E84-551BD36A4932}" type="pres">
      <dgm:prSet presAssocID="{39DA8105-E91D-437B-A27E-ADF622AF7ADD}" presName="hierChild4" presStyleCnt="0"/>
      <dgm:spPr/>
    </dgm:pt>
    <dgm:pt modelId="{912C8675-E2F0-460F-A38D-B5A7443DDA0E}" type="pres">
      <dgm:prSet presAssocID="{39DA8105-E91D-437B-A27E-ADF622AF7ADD}" presName="hierChild5" presStyleCnt="0"/>
      <dgm:spPr/>
    </dgm:pt>
    <dgm:pt modelId="{7346A07F-CCE3-4999-8C49-0A300B45136C}" type="pres">
      <dgm:prSet presAssocID="{0E4A1E6B-3AEB-4D01-A511-63D9FE286621}" presName="Name37" presStyleLbl="parChTrans1D3" presStyleIdx="5" presStyleCnt="6"/>
      <dgm:spPr/>
      <dgm:t>
        <a:bodyPr/>
        <a:lstStyle/>
        <a:p>
          <a:endParaRPr lang="zh-CN" altLang="en-US"/>
        </a:p>
      </dgm:t>
    </dgm:pt>
    <dgm:pt modelId="{E81BC90C-1358-4B54-B594-6EDEA1460C8C}" type="pres">
      <dgm:prSet presAssocID="{01D40AAF-F053-49DC-AAEB-7EA20EBC98AA}" presName="hierRoot2" presStyleCnt="0">
        <dgm:presLayoutVars>
          <dgm:hierBranch val="init"/>
        </dgm:presLayoutVars>
      </dgm:prSet>
      <dgm:spPr/>
    </dgm:pt>
    <dgm:pt modelId="{AD0AFC66-4D33-47D5-BF6A-F6FF9C4662E5}" type="pres">
      <dgm:prSet presAssocID="{01D40AAF-F053-49DC-AAEB-7EA20EBC98AA}" presName="rootComposite" presStyleCnt="0"/>
      <dgm:spPr/>
    </dgm:pt>
    <dgm:pt modelId="{C9ED834A-91C6-4390-835F-E0CC17FB2AE4}" type="pres">
      <dgm:prSet presAssocID="{01D40AAF-F053-49DC-AAEB-7EA20EBC98AA}" presName="rootText" presStyleLbl="node3" presStyleIdx="5" presStyleCnt="6" custLinFactNeighborX="68947" custLinFactNeighborY="189">
        <dgm:presLayoutVars>
          <dgm:chPref val="3"/>
        </dgm:presLayoutVars>
      </dgm:prSet>
      <dgm:spPr/>
      <dgm:t>
        <a:bodyPr/>
        <a:lstStyle/>
        <a:p>
          <a:endParaRPr lang="zh-CN" altLang="en-US"/>
        </a:p>
      </dgm:t>
    </dgm:pt>
    <dgm:pt modelId="{7E83588C-D595-4D2D-B595-14539419AB46}" type="pres">
      <dgm:prSet presAssocID="{01D40AAF-F053-49DC-AAEB-7EA20EBC98AA}" presName="rootConnector" presStyleLbl="node3" presStyleIdx="5" presStyleCnt="6"/>
      <dgm:spPr/>
      <dgm:t>
        <a:bodyPr/>
        <a:lstStyle/>
        <a:p>
          <a:endParaRPr lang="zh-CN" altLang="en-US"/>
        </a:p>
      </dgm:t>
    </dgm:pt>
    <dgm:pt modelId="{E0D681BD-020C-4C90-8536-112D8E736060}" type="pres">
      <dgm:prSet presAssocID="{01D40AAF-F053-49DC-AAEB-7EA20EBC98AA}" presName="hierChild4" presStyleCnt="0"/>
      <dgm:spPr/>
    </dgm:pt>
    <dgm:pt modelId="{EEA56E6E-6B50-4A70-81D5-15598BD119A0}" type="pres">
      <dgm:prSet presAssocID="{01D40AAF-F053-49DC-AAEB-7EA20EBC98AA}" presName="hierChild5" presStyleCnt="0"/>
      <dgm:spPr/>
    </dgm:pt>
    <dgm:pt modelId="{9B0D9CAB-AD60-4DE6-B862-3CBE0D8A7F65}" type="pres">
      <dgm:prSet presAssocID="{BE138A41-37AD-458E-9AE6-A07F891EE472}" presName="hierChild5" presStyleCnt="0"/>
      <dgm:spPr/>
    </dgm:pt>
    <dgm:pt modelId="{8525C4C6-44B6-4FBD-96D3-A3984338D1EC}" type="pres">
      <dgm:prSet presAssocID="{3005D43F-EAB8-43E4-8629-5BF2CF4E8306}" presName="hierChild3" presStyleCnt="0"/>
      <dgm:spPr/>
    </dgm:pt>
  </dgm:ptLst>
  <dgm:cxnLst>
    <dgm:cxn modelId="{F6DA8841-BD4C-48AF-BB0B-F0F5DB20D991}" type="presOf" srcId="{2F5015AE-8530-4960-AD91-C26CFAE48EF2}" destId="{FBCEA111-32F3-48F5-85D3-F1D5B36BD0F2}" srcOrd="0" destOrd="0" presId="urn:microsoft.com/office/officeart/2005/8/layout/orgChart1"/>
    <dgm:cxn modelId="{2CE1148E-4BB5-4913-8922-AB1572588B72}" type="presOf" srcId="{019FE949-68A2-4C1C-B995-104DD8C41BDE}" destId="{41E44212-4AD5-4AD6-8F53-B57D12BE0677}" srcOrd="0" destOrd="0" presId="urn:microsoft.com/office/officeart/2005/8/layout/orgChart1"/>
    <dgm:cxn modelId="{B1EDE842-1292-4402-B0EC-9BA6E1BB9F27}" type="presOf" srcId="{DA534C3A-D727-4846-9880-F00609DFB259}" destId="{313745E2-7F87-4CE6-A729-10894EF2F568}" srcOrd="0" destOrd="0" presId="urn:microsoft.com/office/officeart/2005/8/layout/orgChart1"/>
    <dgm:cxn modelId="{5996AF5D-3DA6-4E84-BA3B-2595FE897AF1}" type="presOf" srcId="{94DE87E2-876B-46E9-8A3F-B69CA3EFD376}" destId="{D29A6D72-D9BA-4DA2-A562-345385003789}" srcOrd="0" destOrd="0" presId="urn:microsoft.com/office/officeart/2005/8/layout/orgChart1"/>
    <dgm:cxn modelId="{2A0033B7-519E-4409-B671-B802C99C2561}" type="presOf" srcId="{BE138A41-37AD-458E-9AE6-A07F891EE472}" destId="{8F3868A4-FAEC-4DB4-BDB7-B2E66803668B}" srcOrd="0" destOrd="0" presId="urn:microsoft.com/office/officeart/2005/8/layout/orgChart1"/>
    <dgm:cxn modelId="{328AFBB4-F41A-47ED-9EF7-B5D9C5ED4436}" type="presOf" srcId="{1CE5C892-F149-446F-8EFC-0C96DBE24416}" destId="{84B1B683-764E-4A84-9FD5-1FCE22DDD3D4}" srcOrd="0" destOrd="0" presId="urn:microsoft.com/office/officeart/2005/8/layout/orgChart1"/>
    <dgm:cxn modelId="{8E0D2990-54C7-4607-BC61-A67B6926F1FF}" srcId="{2F5015AE-8530-4960-AD91-C26CFAE48EF2}" destId="{2BE32428-E807-4DD9-87CD-A02E37440478}" srcOrd="1" destOrd="0" parTransId="{0ECDF1BB-E963-47CF-8FCD-27560E713841}" sibTransId="{0A17C2B6-427A-421E-9DD6-092A0EE23157}"/>
    <dgm:cxn modelId="{42E32D9C-FE6B-4FBF-B9C8-847C6FCEC1F5}" srcId="{94DE87E2-876B-46E9-8A3F-B69CA3EFD376}" destId="{BB21FF16-0FA1-45D4-8568-89EBE78E59A2}" srcOrd="1" destOrd="0" parTransId="{CF142CA4-78CF-413E-941D-E4A76D2F931F}" sibTransId="{F1DF43F8-A2CE-4045-94A7-28C5B4589FCE}"/>
    <dgm:cxn modelId="{06FEF344-71C4-45CC-B455-0FCF2DF92EC1}" type="presOf" srcId="{7CB28054-88F1-4C51-8C93-0294AAC3D106}" destId="{D3AF9A30-56C9-4169-9614-3C80B1243E97}" srcOrd="0" destOrd="0" presId="urn:microsoft.com/office/officeart/2005/8/layout/orgChart1"/>
    <dgm:cxn modelId="{4768F8ED-6681-4A88-8081-FFCA561D9B70}" type="presOf" srcId="{2F5015AE-8530-4960-AD91-C26CFAE48EF2}" destId="{4B9340CA-469B-4B49-B5F8-EC0C434D48CF}" srcOrd="1" destOrd="0" presId="urn:microsoft.com/office/officeart/2005/8/layout/orgChart1"/>
    <dgm:cxn modelId="{37F1B1D1-C381-4E45-A2C8-769C6BAC8014}" srcId="{3005D43F-EAB8-43E4-8629-5BF2CF4E8306}" destId="{BE138A41-37AD-458E-9AE6-A07F891EE472}" srcOrd="2" destOrd="0" parTransId="{019FE949-68A2-4C1C-B995-104DD8C41BDE}" sibTransId="{B0FB0B16-B0F0-472A-B7FD-456A744F266A}"/>
    <dgm:cxn modelId="{93E7E675-6DE8-4632-8EF8-C0B07EDC994D}" type="presOf" srcId="{3005D43F-EAB8-43E4-8629-5BF2CF4E8306}" destId="{780027CD-CF8C-4A71-A6F5-E2D0C66F2323}" srcOrd="1" destOrd="0" presId="urn:microsoft.com/office/officeart/2005/8/layout/orgChart1"/>
    <dgm:cxn modelId="{456F3919-BEEC-41E4-BE7C-95EB0BA09E85}" type="presOf" srcId="{CF142CA4-78CF-413E-941D-E4A76D2F931F}" destId="{77BC728C-4A44-4C30-AEFA-437FA93FA784}" srcOrd="0" destOrd="0" presId="urn:microsoft.com/office/officeart/2005/8/layout/orgChart1"/>
    <dgm:cxn modelId="{06E1C29A-DCCE-4A8C-A5F9-6D60E8C2E66C}" srcId="{3005D43F-EAB8-43E4-8629-5BF2CF4E8306}" destId="{94DE87E2-876B-46E9-8A3F-B69CA3EFD376}" srcOrd="1" destOrd="0" parTransId="{A1336B38-C330-4768-B59E-7AC8BD3C7C83}" sibTransId="{D849CE8E-9C95-4EB0-8D3C-57D6368CB12E}"/>
    <dgm:cxn modelId="{662EFFDE-FBE5-4FFD-B9AE-B5D703E798E9}" type="presOf" srcId="{3005D43F-EAB8-43E4-8629-5BF2CF4E8306}" destId="{69DF58AE-7CB4-4413-8085-D79DAC3E8A8B}" srcOrd="0" destOrd="0" presId="urn:microsoft.com/office/officeart/2005/8/layout/orgChart1"/>
    <dgm:cxn modelId="{AF5112D3-0087-425D-BFFD-643B94CF2862}" type="presOf" srcId="{01D40AAF-F053-49DC-AAEB-7EA20EBC98AA}" destId="{7E83588C-D595-4D2D-B595-14539419AB46}" srcOrd="1" destOrd="0" presId="urn:microsoft.com/office/officeart/2005/8/layout/orgChart1"/>
    <dgm:cxn modelId="{7F8A4752-382C-47C3-9B19-D6C36B79C52A}" srcId="{3005D43F-EAB8-43E4-8629-5BF2CF4E8306}" destId="{2F5015AE-8530-4960-AD91-C26CFAE48EF2}" srcOrd="0" destOrd="0" parTransId="{1CE5C892-F149-446F-8EFC-0C96DBE24416}" sibTransId="{BBD5587F-1F10-4187-A887-45FD71A085E5}"/>
    <dgm:cxn modelId="{70664BA9-743F-4AAC-95F3-6C9D15CE63E6}" type="presOf" srcId="{2BE32428-E807-4DD9-87CD-A02E37440478}" destId="{A170DD1C-E297-4F68-BD95-003ED8F5E17D}" srcOrd="1" destOrd="0" presId="urn:microsoft.com/office/officeart/2005/8/layout/orgChart1"/>
    <dgm:cxn modelId="{B96B3D29-406E-4549-8388-09128311DB05}" type="presOf" srcId="{6DDF2700-146F-4906-821F-7DBBFFDB0F8A}" destId="{C7F70A49-2B76-438B-AD83-D3119382B3F0}" srcOrd="0" destOrd="0" presId="urn:microsoft.com/office/officeart/2005/8/layout/orgChart1"/>
    <dgm:cxn modelId="{FA919195-E8C9-4249-A229-C24E28E3A54D}" type="presOf" srcId="{F3DF2407-DDFD-48BB-8DD2-585D7B1B8A49}" destId="{BC88FAE3-5A4B-40B3-8B22-FD425C030AB7}" srcOrd="0" destOrd="0" presId="urn:microsoft.com/office/officeart/2005/8/layout/orgChart1"/>
    <dgm:cxn modelId="{4078B592-1300-45D0-AF71-83AEDB5E88A2}" srcId="{2F5015AE-8530-4960-AD91-C26CFAE48EF2}" destId="{DA534C3A-D727-4846-9880-F00609DFB259}" srcOrd="0" destOrd="0" parTransId="{A7CB4CD9-DDD9-4D20-B86E-FEDB8EB0A7C5}" sibTransId="{292D6DC8-A2E2-48CC-AC6F-4A4F012C506E}"/>
    <dgm:cxn modelId="{1ABE3D40-9E64-4B95-BC54-890264CB62E6}" srcId="{BE138A41-37AD-458E-9AE6-A07F891EE472}" destId="{39DA8105-E91D-437B-A27E-ADF622AF7ADD}" srcOrd="0" destOrd="0" parTransId="{E293935A-7EA5-4F17-9B83-123605C610C2}" sibTransId="{DAB4CABE-40EE-45F5-8665-DDBB1CEE1069}"/>
    <dgm:cxn modelId="{80CA5152-360D-4763-A0A7-4C5355211E29}" srcId="{BE138A41-37AD-458E-9AE6-A07F891EE472}" destId="{01D40AAF-F053-49DC-AAEB-7EA20EBC98AA}" srcOrd="1" destOrd="0" parTransId="{0E4A1E6B-3AEB-4D01-A511-63D9FE286621}" sibTransId="{84B9A126-4DED-479D-BE1D-DD400EAF78D2}"/>
    <dgm:cxn modelId="{32081951-22EF-456E-8BA8-84C57A862D5E}" type="presOf" srcId="{BB21FF16-0FA1-45D4-8568-89EBE78E59A2}" destId="{1BBE9F2E-0532-4474-9CC1-ACB4D3DE8B55}" srcOrd="1" destOrd="0" presId="urn:microsoft.com/office/officeart/2005/8/layout/orgChart1"/>
    <dgm:cxn modelId="{EF55760C-FAEC-4F9E-A670-D19475BE655B}" type="presOf" srcId="{A7CB4CD9-DDD9-4D20-B86E-FEDB8EB0A7C5}" destId="{5B343C15-41E8-4714-818C-91A34EB5CE06}" srcOrd="0" destOrd="0" presId="urn:microsoft.com/office/officeart/2005/8/layout/orgChart1"/>
    <dgm:cxn modelId="{B1DCE954-B64F-4C67-BA7F-F16FDFBF868F}" type="presOf" srcId="{2BE32428-E807-4DD9-87CD-A02E37440478}" destId="{B6E475DF-3014-4D6C-8999-9A89367C4EB9}" srcOrd="0" destOrd="0" presId="urn:microsoft.com/office/officeart/2005/8/layout/orgChart1"/>
    <dgm:cxn modelId="{D2CF7CFC-4DD1-4DA6-BB8A-295FDD384B77}" srcId="{94DE87E2-876B-46E9-8A3F-B69CA3EFD376}" destId="{7CB28054-88F1-4C51-8C93-0294AAC3D106}" srcOrd="0" destOrd="0" parTransId="{6DDF2700-146F-4906-821F-7DBBFFDB0F8A}" sibTransId="{6AF30E51-3F92-4C5C-ACAB-67251EA316AA}"/>
    <dgm:cxn modelId="{BA8A6463-ED36-461F-9B97-C24B5E37F87D}" type="presOf" srcId="{7CB28054-88F1-4C51-8C93-0294AAC3D106}" destId="{EAE106BA-6E6E-42ED-B7F2-ABD025F519BE}" srcOrd="1" destOrd="0" presId="urn:microsoft.com/office/officeart/2005/8/layout/orgChart1"/>
    <dgm:cxn modelId="{A87A269D-DA77-417D-B108-9E3222085C55}" type="presOf" srcId="{01D40AAF-F053-49DC-AAEB-7EA20EBC98AA}" destId="{C9ED834A-91C6-4390-835F-E0CC17FB2AE4}" srcOrd="0" destOrd="0" presId="urn:microsoft.com/office/officeart/2005/8/layout/orgChart1"/>
    <dgm:cxn modelId="{02BC3D06-E9D1-40DE-B7DE-F4723B2C6D6D}" type="presOf" srcId="{39DA8105-E91D-437B-A27E-ADF622AF7ADD}" destId="{DD28F394-D2B3-4E96-9D75-174E280DA407}" srcOrd="0" destOrd="0" presId="urn:microsoft.com/office/officeart/2005/8/layout/orgChart1"/>
    <dgm:cxn modelId="{1D0B0026-0DE5-4067-AED5-9DD96D98C34A}" type="presOf" srcId="{94DE87E2-876B-46E9-8A3F-B69CA3EFD376}" destId="{2F878DAB-3F10-4F7F-A131-B13C0900BF07}" srcOrd="1" destOrd="0" presId="urn:microsoft.com/office/officeart/2005/8/layout/orgChart1"/>
    <dgm:cxn modelId="{77BE5140-DE68-45E9-B43C-89BB863D690A}" type="presOf" srcId="{A1336B38-C330-4768-B59E-7AC8BD3C7C83}" destId="{AB10C405-53B6-473A-B50E-106F89948B54}" srcOrd="0" destOrd="0" presId="urn:microsoft.com/office/officeart/2005/8/layout/orgChart1"/>
    <dgm:cxn modelId="{7AD8B419-633A-44CD-A93D-07435FA10246}" type="presOf" srcId="{39DA8105-E91D-437B-A27E-ADF622AF7ADD}" destId="{9CBFC010-F2C0-479E-8DDD-141F70FA352C}" srcOrd="1" destOrd="0" presId="urn:microsoft.com/office/officeart/2005/8/layout/orgChart1"/>
    <dgm:cxn modelId="{F536BAA3-38A7-4043-9F6E-99A6296B7505}" type="presOf" srcId="{0ECDF1BB-E963-47CF-8FCD-27560E713841}" destId="{C64BBF90-0EB5-4261-80CB-9EADC58B3FA8}" srcOrd="0" destOrd="0" presId="urn:microsoft.com/office/officeart/2005/8/layout/orgChart1"/>
    <dgm:cxn modelId="{6AD3C985-B54D-46D2-9AB2-AE388CA34D43}" type="presOf" srcId="{BE138A41-37AD-458E-9AE6-A07F891EE472}" destId="{455C6CF2-D86E-475F-ABD6-860D1F541F7B}" srcOrd="1" destOrd="0" presId="urn:microsoft.com/office/officeart/2005/8/layout/orgChart1"/>
    <dgm:cxn modelId="{960B3526-8B77-401F-A90E-082728EF3B2E}" type="presOf" srcId="{DA534C3A-D727-4846-9880-F00609DFB259}" destId="{8B58D543-553D-4005-900B-2742EEBBDE2B}" srcOrd="1" destOrd="0" presId="urn:microsoft.com/office/officeart/2005/8/layout/orgChart1"/>
    <dgm:cxn modelId="{AD8CECC9-9F01-4BEB-A732-AD30EE08F002}" type="presOf" srcId="{0E4A1E6B-3AEB-4D01-A511-63D9FE286621}" destId="{7346A07F-CCE3-4999-8C49-0A300B45136C}" srcOrd="0" destOrd="0" presId="urn:microsoft.com/office/officeart/2005/8/layout/orgChart1"/>
    <dgm:cxn modelId="{AE11A91B-AE16-4085-96C4-B62F6FEF4BB0}" srcId="{F3DF2407-DDFD-48BB-8DD2-585D7B1B8A49}" destId="{3005D43F-EAB8-43E4-8629-5BF2CF4E8306}" srcOrd="0" destOrd="0" parTransId="{E1B95D9B-1424-4529-91E5-AB188E436B40}" sibTransId="{65A08CDC-2701-49AF-AC46-FE0BB0900C37}"/>
    <dgm:cxn modelId="{E89EFACF-12F3-4DCA-AB89-75DA116A4BDE}" type="presOf" srcId="{E293935A-7EA5-4F17-9B83-123605C610C2}" destId="{01F6557A-81C2-49D8-9F23-F4F4ACBBE4C9}" srcOrd="0" destOrd="0" presId="urn:microsoft.com/office/officeart/2005/8/layout/orgChart1"/>
    <dgm:cxn modelId="{F253C10F-3A94-4232-8C00-8DCBFAAC623A}" type="presOf" srcId="{BB21FF16-0FA1-45D4-8568-89EBE78E59A2}" destId="{3A3CF7EF-081B-404A-8A62-C0A059887BB5}" srcOrd="0" destOrd="0" presId="urn:microsoft.com/office/officeart/2005/8/layout/orgChart1"/>
    <dgm:cxn modelId="{0A226350-05F5-4DB8-BC04-C49684E76CD0}" type="presParOf" srcId="{BC88FAE3-5A4B-40B3-8B22-FD425C030AB7}" destId="{BC191093-6433-4D92-8868-72E32F748FAD}" srcOrd="0" destOrd="0" presId="urn:microsoft.com/office/officeart/2005/8/layout/orgChart1"/>
    <dgm:cxn modelId="{CE648639-58C3-4ADB-B59B-0685ECA39A38}" type="presParOf" srcId="{BC191093-6433-4D92-8868-72E32F748FAD}" destId="{DFDFB0E4-B064-4493-B8C1-ED010FFB69DE}" srcOrd="0" destOrd="0" presId="urn:microsoft.com/office/officeart/2005/8/layout/orgChart1"/>
    <dgm:cxn modelId="{12B071BB-877F-4FDD-981C-619A63D6451F}" type="presParOf" srcId="{DFDFB0E4-B064-4493-B8C1-ED010FFB69DE}" destId="{69DF58AE-7CB4-4413-8085-D79DAC3E8A8B}" srcOrd="0" destOrd="0" presId="urn:microsoft.com/office/officeart/2005/8/layout/orgChart1"/>
    <dgm:cxn modelId="{7BE77E30-B4BC-4405-AD12-A860B0E810AB}" type="presParOf" srcId="{DFDFB0E4-B064-4493-B8C1-ED010FFB69DE}" destId="{780027CD-CF8C-4A71-A6F5-E2D0C66F2323}" srcOrd="1" destOrd="0" presId="urn:microsoft.com/office/officeart/2005/8/layout/orgChart1"/>
    <dgm:cxn modelId="{E66FBA3F-635A-4429-A5A5-56EA0D32BA28}" type="presParOf" srcId="{BC191093-6433-4D92-8868-72E32F748FAD}" destId="{5ECBB8AE-A0C7-4037-890A-12865F53C5ED}" srcOrd="1" destOrd="0" presId="urn:microsoft.com/office/officeart/2005/8/layout/orgChart1"/>
    <dgm:cxn modelId="{C800B9BB-768C-49B1-820A-479FE6034E29}" type="presParOf" srcId="{5ECBB8AE-A0C7-4037-890A-12865F53C5ED}" destId="{84B1B683-764E-4A84-9FD5-1FCE22DDD3D4}" srcOrd="0" destOrd="0" presId="urn:microsoft.com/office/officeart/2005/8/layout/orgChart1"/>
    <dgm:cxn modelId="{468FD5F7-A48E-4366-B696-C77E411BA41A}" type="presParOf" srcId="{5ECBB8AE-A0C7-4037-890A-12865F53C5ED}" destId="{F80F39F0-1A92-4055-B5C1-4CE9883C5611}" srcOrd="1" destOrd="0" presId="urn:microsoft.com/office/officeart/2005/8/layout/orgChart1"/>
    <dgm:cxn modelId="{89884024-3A67-4202-80B5-A48006EDC9E6}" type="presParOf" srcId="{F80F39F0-1A92-4055-B5C1-4CE9883C5611}" destId="{9BE45805-5D04-4205-835E-36C6A2AA6B8B}" srcOrd="0" destOrd="0" presId="urn:microsoft.com/office/officeart/2005/8/layout/orgChart1"/>
    <dgm:cxn modelId="{789462B2-C403-40B5-AC34-1C04B3D3E78C}" type="presParOf" srcId="{9BE45805-5D04-4205-835E-36C6A2AA6B8B}" destId="{FBCEA111-32F3-48F5-85D3-F1D5B36BD0F2}" srcOrd="0" destOrd="0" presId="urn:microsoft.com/office/officeart/2005/8/layout/orgChart1"/>
    <dgm:cxn modelId="{3AD72FAF-9BBD-4641-B7CC-790F5350B159}" type="presParOf" srcId="{9BE45805-5D04-4205-835E-36C6A2AA6B8B}" destId="{4B9340CA-469B-4B49-B5F8-EC0C434D48CF}" srcOrd="1" destOrd="0" presId="urn:microsoft.com/office/officeart/2005/8/layout/orgChart1"/>
    <dgm:cxn modelId="{B1C60D80-36BC-42A7-B712-1EF4FB25B5F1}" type="presParOf" srcId="{F80F39F0-1A92-4055-B5C1-4CE9883C5611}" destId="{7919698F-1C99-4587-9BB8-12579A32866B}" srcOrd="1" destOrd="0" presId="urn:microsoft.com/office/officeart/2005/8/layout/orgChart1"/>
    <dgm:cxn modelId="{E9E1B88D-C08F-417E-A23E-0F612FAA05B3}" type="presParOf" srcId="{7919698F-1C99-4587-9BB8-12579A32866B}" destId="{5B343C15-41E8-4714-818C-91A34EB5CE06}" srcOrd="0" destOrd="0" presId="urn:microsoft.com/office/officeart/2005/8/layout/orgChart1"/>
    <dgm:cxn modelId="{973AB687-C687-4094-9D3C-079D71845941}" type="presParOf" srcId="{7919698F-1C99-4587-9BB8-12579A32866B}" destId="{C5D94060-FAEF-46D2-AFF5-4035A95AEA23}" srcOrd="1" destOrd="0" presId="urn:microsoft.com/office/officeart/2005/8/layout/orgChart1"/>
    <dgm:cxn modelId="{BA8B8ED3-70F6-45D3-B60C-0F265A493D00}" type="presParOf" srcId="{C5D94060-FAEF-46D2-AFF5-4035A95AEA23}" destId="{5E6FF998-2382-4709-89F2-D6804074F91D}" srcOrd="0" destOrd="0" presId="urn:microsoft.com/office/officeart/2005/8/layout/orgChart1"/>
    <dgm:cxn modelId="{221D0005-22C0-4135-94BA-7F3F1AFE28C1}" type="presParOf" srcId="{5E6FF998-2382-4709-89F2-D6804074F91D}" destId="{313745E2-7F87-4CE6-A729-10894EF2F568}" srcOrd="0" destOrd="0" presId="urn:microsoft.com/office/officeart/2005/8/layout/orgChart1"/>
    <dgm:cxn modelId="{CCABB171-17ED-45C2-9F8E-1A95D4545511}" type="presParOf" srcId="{5E6FF998-2382-4709-89F2-D6804074F91D}" destId="{8B58D543-553D-4005-900B-2742EEBBDE2B}" srcOrd="1" destOrd="0" presId="urn:microsoft.com/office/officeart/2005/8/layout/orgChart1"/>
    <dgm:cxn modelId="{D8B80F57-A115-4ED7-A039-7BBB9A3C6A1B}" type="presParOf" srcId="{C5D94060-FAEF-46D2-AFF5-4035A95AEA23}" destId="{4BD0A56F-1322-45D4-A9B1-881E48288F94}" srcOrd="1" destOrd="0" presId="urn:microsoft.com/office/officeart/2005/8/layout/orgChart1"/>
    <dgm:cxn modelId="{1F317EA8-49F9-4A72-8ACA-EC9E39502AE7}" type="presParOf" srcId="{C5D94060-FAEF-46D2-AFF5-4035A95AEA23}" destId="{38BFD4E1-595D-424C-BCB9-01AB479A8AAD}" srcOrd="2" destOrd="0" presId="urn:microsoft.com/office/officeart/2005/8/layout/orgChart1"/>
    <dgm:cxn modelId="{DDDCADCD-D983-482B-B53A-63A5DF5F0514}" type="presParOf" srcId="{7919698F-1C99-4587-9BB8-12579A32866B}" destId="{C64BBF90-0EB5-4261-80CB-9EADC58B3FA8}" srcOrd="2" destOrd="0" presId="urn:microsoft.com/office/officeart/2005/8/layout/orgChart1"/>
    <dgm:cxn modelId="{532C6F9D-BD02-4867-9ACD-BD7D2335E379}" type="presParOf" srcId="{7919698F-1C99-4587-9BB8-12579A32866B}" destId="{7A91CC7A-5503-431A-9DF4-577BAC08F384}" srcOrd="3" destOrd="0" presId="urn:microsoft.com/office/officeart/2005/8/layout/orgChart1"/>
    <dgm:cxn modelId="{F1E6DA91-B497-4DB6-B3E1-78C59C005FA7}" type="presParOf" srcId="{7A91CC7A-5503-431A-9DF4-577BAC08F384}" destId="{D8C2E04F-9C88-4447-AA08-29B8E0F98101}" srcOrd="0" destOrd="0" presId="urn:microsoft.com/office/officeart/2005/8/layout/orgChart1"/>
    <dgm:cxn modelId="{61A5BB0D-8284-4B93-B4DB-3EB6720858CF}" type="presParOf" srcId="{D8C2E04F-9C88-4447-AA08-29B8E0F98101}" destId="{B6E475DF-3014-4D6C-8999-9A89367C4EB9}" srcOrd="0" destOrd="0" presId="urn:microsoft.com/office/officeart/2005/8/layout/orgChart1"/>
    <dgm:cxn modelId="{38CF1D98-8CFA-4CA4-BA40-8BE6EDF31C7E}" type="presParOf" srcId="{D8C2E04F-9C88-4447-AA08-29B8E0F98101}" destId="{A170DD1C-E297-4F68-BD95-003ED8F5E17D}" srcOrd="1" destOrd="0" presId="urn:microsoft.com/office/officeart/2005/8/layout/orgChart1"/>
    <dgm:cxn modelId="{6B772088-7D91-4113-B62E-0E720CD0E71B}" type="presParOf" srcId="{7A91CC7A-5503-431A-9DF4-577BAC08F384}" destId="{81BC9B07-1221-4223-A6BB-A29C86CECC18}" srcOrd="1" destOrd="0" presId="urn:microsoft.com/office/officeart/2005/8/layout/orgChart1"/>
    <dgm:cxn modelId="{90F49837-947A-46AE-8AC8-254BB2C7FF41}" type="presParOf" srcId="{7A91CC7A-5503-431A-9DF4-577BAC08F384}" destId="{D51F9E8F-6F30-48BF-860B-75B738FAA4F2}" srcOrd="2" destOrd="0" presId="urn:microsoft.com/office/officeart/2005/8/layout/orgChart1"/>
    <dgm:cxn modelId="{FF3380A4-6302-48F0-BBE5-4978BF176419}" type="presParOf" srcId="{F80F39F0-1A92-4055-B5C1-4CE9883C5611}" destId="{4978950F-A637-4328-B6D7-604B7CC7D76C}" srcOrd="2" destOrd="0" presId="urn:microsoft.com/office/officeart/2005/8/layout/orgChart1"/>
    <dgm:cxn modelId="{407629E6-9DF4-46D1-B5E4-8ED3A7CA0806}" type="presParOf" srcId="{5ECBB8AE-A0C7-4037-890A-12865F53C5ED}" destId="{AB10C405-53B6-473A-B50E-106F89948B54}" srcOrd="2" destOrd="0" presId="urn:microsoft.com/office/officeart/2005/8/layout/orgChart1"/>
    <dgm:cxn modelId="{7D9A511A-A94D-46A2-B6E5-D5CF4F11F435}" type="presParOf" srcId="{5ECBB8AE-A0C7-4037-890A-12865F53C5ED}" destId="{9C41CAF7-D3CD-4C06-8AD8-B408EA23474E}" srcOrd="3" destOrd="0" presId="urn:microsoft.com/office/officeart/2005/8/layout/orgChart1"/>
    <dgm:cxn modelId="{C864DBE8-4F4E-4FBC-B657-0F1F2221DA2A}" type="presParOf" srcId="{9C41CAF7-D3CD-4C06-8AD8-B408EA23474E}" destId="{2007A408-6FAB-43A0-A3F1-F85D1F2E1BC5}" srcOrd="0" destOrd="0" presId="urn:microsoft.com/office/officeart/2005/8/layout/orgChart1"/>
    <dgm:cxn modelId="{BF9910E9-5FC5-46F1-BD19-1C21AF4C9D31}" type="presParOf" srcId="{2007A408-6FAB-43A0-A3F1-F85D1F2E1BC5}" destId="{D29A6D72-D9BA-4DA2-A562-345385003789}" srcOrd="0" destOrd="0" presId="urn:microsoft.com/office/officeart/2005/8/layout/orgChart1"/>
    <dgm:cxn modelId="{6A12AADA-DFFF-49C6-AC96-0FB5E74F69DE}" type="presParOf" srcId="{2007A408-6FAB-43A0-A3F1-F85D1F2E1BC5}" destId="{2F878DAB-3F10-4F7F-A131-B13C0900BF07}" srcOrd="1" destOrd="0" presId="urn:microsoft.com/office/officeart/2005/8/layout/orgChart1"/>
    <dgm:cxn modelId="{E5328ED5-2EB4-41DD-8100-C319C7BBC32D}" type="presParOf" srcId="{9C41CAF7-D3CD-4C06-8AD8-B408EA23474E}" destId="{7238F37D-654C-4542-B2F2-2F5EEF4BD114}" srcOrd="1" destOrd="0" presId="urn:microsoft.com/office/officeart/2005/8/layout/orgChart1"/>
    <dgm:cxn modelId="{7AF79781-B942-498A-B637-91EC6EBD5471}" type="presParOf" srcId="{7238F37D-654C-4542-B2F2-2F5EEF4BD114}" destId="{C7F70A49-2B76-438B-AD83-D3119382B3F0}" srcOrd="0" destOrd="0" presId="urn:microsoft.com/office/officeart/2005/8/layout/orgChart1"/>
    <dgm:cxn modelId="{C699B85B-5FF5-4A41-A43F-84F18D0B0B2E}" type="presParOf" srcId="{7238F37D-654C-4542-B2F2-2F5EEF4BD114}" destId="{9FBB77D2-5EC7-482E-8B09-E6F22295A23F}" srcOrd="1" destOrd="0" presId="urn:microsoft.com/office/officeart/2005/8/layout/orgChart1"/>
    <dgm:cxn modelId="{4F6D6C00-3A43-4B95-9541-D4C84DDB5D0C}" type="presParOf" srcId="{9FBB77D2-5EC7-482E-8B09-E6F22295A23F}" destId="{A66B706B-818C-4B5F-8B72-F9E60FBB9CBF}" srcOrd="0" destOrd="0" presId="urn:microsoft.com/office/officeart/2005/8/layout/orgChart1"/>
    <dgm:cxn modelId="{9E2CDD88-F4CE-4C94-9549-3751845893D0}" type="presParOf" srcId="{A66B706B-818C-4B5F-8B72-F9E60FBB9CBF}" destId="{D3AF9A30-56C9-4169-9614-3C80B1243E97}" srcOrd="0" destOrd="0" presId="urn:microsoft.com/office/officeart/2005/8/layout/orgChart1"/>
    <dgm:cxn modelId="{46AF212B-0146-4CAE-B1B2-28272DDAED03}" type="presParOf" srcId="{A66B706B-818C-4B5F-8B72-F9E60FBB9CBF}" destId="{EAE106BA-6E6E-42ED-B7F2-ABD025F519BE}" srcOrd="1" destOrd="0" presId="urn:microsoft.com/office/officeart/2005/8/layout/orgChart1"/>
    <dgm:cxn modelId="{3D288EB1-9A1E-45B6-8FB0-3FE933C0B2D0}" type="presParOf" srcId="{9FBB77D2-5EC7-482E-8B09-E6F22295A23F}" destId="{7D76D76F-D82D-4ED9-88A9-E8C8F847E896}" srcOrd="1" destOrd="0" presId="urn:microsoft.com/office/officeart/2005/8/layout/orgChart1"/>
    <dgm:cxn modelId="{F3613D01-98E8-4525-B362-A57CF04BE1A1}" type="presParOf" srcId="{9FBB77D2-5EC7-482E-8B09-E6F22295A23F}" destId="{81CB39E9-0CB7-41F6-BBAE-1A83EE4F98BC}" srcOrd="2" destOrd="0" presId="urn:microsoft.com/office/officeart/2005/8/layout/orgChart1"/>
    <dgm:cxn modelId="{3B5717D4-EF32-43B6-AC41-F4C1C90DE6AF}" type="presParOf" srcId="{7238F37D-654C-4542-B2F2-2F5EEF4BD114}" destId="{77BC728C-4A44-4C30-AEFA-437FA93FA784}" srcOrd="2" destOrd="0" presId="urn:microsoft.com/office/officeart/2005/8/layout/orgChart1"/>
    <dgm:cxn modelId="{3643AAD0-919E-4568-8F44-F93501A7CB53}" type="presParOf" srcId="{7238F37D-654C-4542-B2F2-2F5EEF4BD114}" destId="{60BF6CFF-E69F-40B4-8E33-7BCBF37714A9}" srcOrd="3" destOrd="0" presId="urn:microsoft.com/office/officeart/2005/8/layout/orgChart1"/>
    <dgm:cxn modelId="{F6F4E745-2C74-46AF-A8C1-B6CDDC8FA373}" type="presParOf" srcId="{60BF6CFF-E69F-40B4-8E33-7BCBF37714A9}" destId="{ACBFD402-6260-497F-9A8B-36BEDDD832E4}" srcOrd="0" destOrd="0" presId="urn:microsoft.com/office/officeart/2005/8/layout/orgChart1"/>
    <dgm:cxn modelId="{E5FF1B2E-6765-4094-9106-07055BB332B3}" type="presParOf" srcId="{ACBFD402-6260-497F-9A8B-36BEDDD832E4}" destId="{3A3CF7EF-081B-404A-8A62-C0A059887BB5}" srcOrd="0" destOrd="0" presId="urn:microsoft.com/office/officeart/2005/8/layout/orgChart1"/>
    <dgm:cxn modelId="{7D2BDCED-F276-4C11-9DBD-250B9EF8C620}" type="presParOf" srcId="{ACBFD402-6260-497F-9A8B-36BEDDD832E4}" destId="{1BBE9F2E-0532-4474-9CC1-ACB4D3DE8B55}" srcOrd="1" destOrd="0" presId="urn:microsoft.com/office/officeart/2005/8/layout/orgChart1"/>
    <dgm:cxn modelId="{884E4D9F-2F64-4091-9D7E-EA8C524E1690}" type="presParOf" srcId="{60BF6CFF-E69F-40B4-8E33-7BCBF37714A9}" destId="{1758A220-3EA5-454D-8A00-DBEE1783C944}" srcOrd="1" destOrd="0" presId="urn:microsoft.com/office/officeart/2005/8/layout/orgChart1"/>
    <dgm:cxn modelId="{8814BDAC-47F6-48AC-82AC-FC9381F84738}" type="presParOf" srcId="{60BF6CFF-E69F-40B4-8E33-7BCBF37714A9}" destId="{7CCF2AAC-A591-4701-A913-C03379640B0D}" srcOrd="2" destOrd="0" presId="urn:microsoft.com/office/officeart/2005/8/layout/orgChart1"/>
    <dgm:cxn modelId="{BFA741E6-6012-4048-8E35-BBC21FF3B2E9}" type="presParOf" srcId="{9C41CAF7-D3CD-4C06-8AD8-B408EA23474E}" destId="{DDCB292C-5485-45F8-A9DD-56971D3231CF}" srcOrd="2" destOrd="0" presId="urn:microsoft.com/office/officeart/2005/8/layout/orgChart1"/>
    <dgm:cxn modelId="{F0504362-9D18-4FE5-9209-2C8649E5EF2B}" type="presParOf" srcId="{5ECBB8AE-A0C7-4037-890A-12865F53C5ED}" destId="{41E44212-4AD5-4AD6-8F53-B57D12BE0677}" srcOrd="4" destOrd="0" presId="urn:microsoft.com/office/officeart/2005/8/layout/orgChart1"/>
    <dgm:cxn modelId="{4D32AD1B-F7BF-4699-8D70-94B114A38A64}" type="presParOf" srcId="{5ECBB8AE-A0C7-4037-890A-12865F53C5ED}" destId="{BA5D66E9-ED16-478B-82EB-CB2D4AD15093}" srcOrd="5" destOrd="0" presId="urn:microsoft.com/office/officeart/2005/8/layout/orgChart1"/>
    <dgm:cxn modelId="{EE12CC20-AB72-4D93-8373-1A62E1E96442}" type="presParOf" srcId="{BA5D66E9-ED16-478B-82EB-CB2D4AD15093}" destId="{47514470-5AA1-4434-9929-38C47254235F}" srcOrd="0" destOrd="0" presId="urn:microsoft.com/office/officeart/2005/8/layout/orgChart1"/>
    <dgm:cxn modelId="{7F17C73F-07C9-45E1-8C08-0606EE216C98}" type="presParOf" srcId="{47514470-5AA1-4434-9929-38C47254235F}" destId="{8F3868A4-FAEC-4DB4-BDB7-B2E66803668B}" srcOrd="0" destOrd="0" presId="urn:microsoft.com/office/officeart/2005/8/layout/orgChart1"/>
    <dgm:cxn modelId="{0CF76166-53E4-4C7B-91AD-665A49F038C9}" type="presParOf" srcId="{47514470-5AA1-4434-9929-38C47254235F}" destId="{455C6CF2-D86E-475F-ABD6-860D1F541F7B}" srcOrd="1" destOrd="0" presId="urn:microsoft.com/office/officeart/2005/8/layout/orgChart1"/>
    <dgm:cxn modelId="{4E47F464-7583-4F75-96BA-68179B9CA2FF}" type="presParOf" srcId="{BA5D66E9-ED16-478B-82EB-CB2D4AD15093}" destId="{BEF47C47-84D1-454E-A562-40D2DB0A69BF}" srcOrd="1" destOrd="0" presId="urn:microsoft.com/office/officeart/2005/8/layout/orgChart1"/>
    <dgm:cxn modelId="{F79E4B68-189F-419B-925D-4FFFAC9272F0}" type="presParOf" srcId="{BEF47C47-84D1-454E-A562-40D2DB0A69BF}" destId="{01F6557A-81C2-49D8-9F23-F4F4ACBBE4C9}" srcOrd="0" destOrd="0" presId="urn:microsoft.com/office/officeart/2005/8/layout/orgChart1"/>
    <dgm:cxn modelId="{D26A9382-53D1-4A8E-91F4-732D4751D420}" type="presParOf" srcId="{BEF47C47-84D1-454E-A562-40D2DB0A69BF}" destId="{7FF2F0FB-BE7F-4B82-93E3-E6038314EE74}" srcOrd="1" destOrd="0" presId="urn:microsoft.com/office/officeart/2005/8/layout/orgChart1"/>
    <dgm:cxn modelId="{B7DC7375-81DE-4F1C-90D0-522A7077BD9B}" type="presParOf" srcId="{7FF2F0FB-BE7F-4B82-93E3-E6038314EE74}" destId="{691020B2-C4E7-42ED-A95C-249117714436}" srcOrd="0" destOrd="0" presId="urn:microsoft.com/office/officeart/2005/8/layout/orgChart1"/>
    <dgm:cxn modelId="{3D27997A-9C81-409A-884F-928D478EE625}" type="presParOf" srcId="{691020B2-C4E7-42ED-A95C-249117714436}" destId="{DD28F394-D2B3-4E96-9D75-174E280DA407}" srcOrd="0" destOrd="0" presId="urn:microsoft.com/office/officeart/2005/8/layout/orgChart1"/>
    <dgm:cxn modelId="{FE9EBE57-CADC-41D2-8BF2-74E40C50CB20}" type="presParOf" srcId="{691020B2-C4E7-42ED-A95C-249117714436}" destId="{9CBFC010-F2C0-479E-8DDD-141F70FA352C}" srcOrd="1" destOrd="0" presId="urn:microsoft.com/office/officeart/2005/8/layout/orgChart1"/>
    <dgm:cxn modelId="{A2DB2ADD-DA8C-4B5D-AD72-367EA1BC9E96}" type="presParOf" srcId="{7FF2F0FB-BE7F-4B82-93E3-E6038314EE74}" destId="{A74102FA-3991-4FA7-8E84-551BD36A4932}" srcOrd="1" destOrd="0" presId="urn:microsoft.com/office/officeart/2005/8/layout/orgChart1"/>
    <dgm:cxn modelId="{9A032BB7-37EE-4952-BA3B-E1E5A388A772}" type="presParOf" srcId="{7FF2F0FB-BE7F-4B82-93E3-E6038314EE74}" destId="{912C8675-E2F0-460F-A38D-B5A7443DDA0E}" srcOrd="2" destOrd="0" presId="urn:microsoft.com/office/officeart/2005/8/layout/orgChart1"/>
    <dgm:cxn modelId="{A0722E53-D9A9-43CC-B335-44920A6713DC}" type="presParOf" srcId="{BEF47C47-84D1-454E-A562-40D2DB0A69BF}" destId="{7346A07F-CCE3-4999-8C49-0A300B45136C}" srcOrd="2" destOrd="0" presId="urn:microsoft.com/office/officeart/2005/8/layout/orgChart1"/>
    <dgm:cxn modelId="{A63BD9B4-A368-4EDA-A3C7-3C77BEB18414}" type="presParOf" srcId="{BEF47C47-84D1-454E-A562-40D2DB0A69BF}" destId="{E81BC90C-1358-4B54-B594-6EDEA1460C8C}" srcOrd="3" destOrd="0" presId="urn:microsoft.com/office/officeart/2005/8/layout/orgChart1"/>
    <dgm:cxn modelId="{A9E476A3-FA96-42CB-B4E7-6BC7EC3319FF}" type="presParOf" srcId="{E81BC90C-1358-4B54-B594-6EDEA1460C8C}" destId="{AD0AFC66-4D33-47D5-BF6A-F6FF9C4662E5}" srcOrd="0" destOrd="0" presId="urn:microsoft.com/office/officeart/2005/8/layout/orgChart1"/>
    <dgm:cxn modelId="{854C054F-8F80-4004-9CEB-B271D70A3264}" type="presParOf" srcId="{AD0AFC66-4D33-47D5-BF6A-F6FF9C4662E5}" destId="{C9ED834A-91C6-4390-835F-E0CC17FB2AE4}" srcOrd="0" destOrd="0" presId="urn:microsoft.com/office/officeart/2005/8/layout/orgChart1"/>
    <dgm:cxn modelId="{310DA901-91C5-4508-A01E-0BC40C7D5432}" type="presParOf" srcId="{AD0AFC66-4D33-47D5-BF6A-F6FF9C4662E5}" destId="{7E83588C-D595-4D2D-B595-14539419AB46}" srcOrd="1" destOrd="0" presId="urn:microsoft.com/office/officeart/2005/8/layout/orgChart1"/>
    <dgm:cxn modelId="{0E51CCB5-CDA4-4065-B9F0-76EE1A483163}" type="presParOf" srcId="{E81BC90C-1358-4B54-B594-6EDEA1460C8C}" destId="{E0D681BD-020C-4C90-8536-112D8E736060}" srcOrd="1" destOrd="0" presId="urn:microsoft.com/office/officeart/2005/8/layout/orgChart1"/>
    <dgm:cxn modelId="{2CB50B8B-AF96-4E25-A1C4-B556FF66B3B0}" type="presParOf" srcId="{E81BC90C-1358-4B54-B594-6EDEA1460C8C}" destId="{EEA56E6E-6B50-4A70-81D5-15598BD119A0}" srcOrd="2" destOrd="0" presId="urn:microsoft.com/office/officeart/2005/8/layout/orgChart1"/>
    <dgm:cxn modelId="{B97985AD-20BE-4E62-859B-2CAC4F8DE20B}" type="presParOf" srcId="{BA5D66E9-ED16-478B-82EB-CB2D4AD15093}" destId="{9B0D9CAB-AD60-4DE6-B862-3CBE0D8A7F65}" srcOrd="2" destOrd="0" presId="urn:microsoft.com/office/officeart/2005/8/layout/orgChart1"/>
    <dgm:cxn modelId="{5711F8C4-C332-4CB4-B708-F9DF34AA7466}" type="presParOf" srcId="{BC191093-6433-4D92-8868-72E32F748FAD}" destId="{8525C4C6-44B6-4FBD-96D3-A3984338D1EC}" srcOrd="2" destOrd="0" presId="urn:microsoft.com/office/officeart/2005/8/layout/orgChart1"/>
  </dgm:cxnLst>
  <dgm:bg>
    <a:noFill/>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896544" cy="3024336"/>
        <a:chOff x="0" y="0"/>
        <a:chExt cx="4896544" cy="3024336"/>
      </a:xfrm>
    </dsp:grpSpPr>
    <dsp:sp modelId="{18E5CF23-D787-4DE5-BE92-EC43A298A0C8}">
      <dsp:nvSpPr>
        <dsp:cNvPr id="3" name="椭圆 2"/>
        <dsp:cNvSpPr/>
      </dsp:nvSpPr>
      <dsp:spPr bwMode="white">
        <a:xfrm>
          <a:off x="2020214" y="1198563"/>
          <a:ext cx="856116" cy="856116"/>
        </a:xfrm>
        <a:prstGeom prst="ellipse">
          <a:avLst/>
        </a:prstGeom>
      </dsp:spPr>
      <dsp:style>
        <a:lnRef idx="2">
          <a:schemeClr val="lt1"/>
        </a:lnRef>
        <a:fillRef idx="1">
          <a:schemeClr val="accent1"/>
        </a:fillRef>
        <a:effectRef idx="0">
          <a:scrgbClr r="0" g="0" b="0"/>
        </a:effectRef>
        <a:fontRef idx="minor">
          <a:schemeClr val="lt1"/>
        </a:fontRef>
      </dsp:style>
      <dsp:txBody>
        <a:bodyPr lIns="17780" tIns="17780" rIns="17780" bIns="1778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t>可行性研究</a:t>
          </a:r>
        </a:p>
      </dsp:txBody>
      <dsp:txXfrm>
        <a:off x="2020214" y="1198563"/>
        <a:ext cx="856116" cy="856116"/>
      </dsp:txXfrm>
    </dsp:sp>
    <dsp:sp modelId="{09510B05-AAB8-4B49-BDB3-ED2516215BB7}">
      <dsp:nvSpPr>
        <dsp:cNvPr id="4" name="右箭头 3"/>
        <dsp:cNvSpPr/>
      </dsp:nvSpPr>
      <dsp:spPr bwMode="white">
        <a:xfrm rot="16199999">
          <a:off x="2357524" y="881800"/>
          <a:ext cx="181497" cy="291080"/>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1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endParaRPr lang="zh-CN" altLang="en-US"/>
        </a:p>
      </dsp:txBody>
      <dsp:txXfrm rot="16199999">
        <a:off x="2357524" y="881800"/>
        <a:ext cx="181497" cy="291080"/>
      </dsp:txXfrm>
    </dsp:sp>
    <dsp:sp modelId="{4AABA00D-DB06-41A9-8CE8-8594D1735902}">
      <dsp:nvSpPr>
        <dsp:cNvPr id="5" name="椭圆 4"/>
        <dsp:cNvSpPr/>
      </dsp:nvSpPr>
      <dsp:spPr bwMode="white">
        <a:xfrm>
          <a:off x="2020214" y="0"/>
          <a:ext cx="856116" cy="856116"/>
        </a:xfrm>
        <a:prstGeom prst="ellipse">
          <a:avLst/>
        </a:prstGeom>
      </dsp:spPr>
      <dsp:style>
        <a:lnRef idx="2">
          <a:schemeClr val="lt1"/>
        </a:lnRef>
        <a:fillRef idx="1">
          <a:schemeClr val="accent1"/>
        </a:fillRef>
        <a:effectRef idx="0">
          <a:scrgbClr r="0" g="0" b="0"/>
        </a:effectRef>
        <a:fontRef idx="minor">
          <a:schemeClr val="lt1"/>
        </a:fontRef>
      </dsp:style>
      <dsp:txBody>
        <a:bodyPr lIns="17780" tIns="17780" rIns="17780" bIns="1778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t>经济可行性</a:t>
          </a:r>
        </a:p>
      </dsp:txBody>
      <dsp:txXfrm>
        <a:off x="2020214" y="0"/>
        <a:ext cx="856116" cy="856116"/>
      </dsp:txXfrm>
    </dsp:sp>
    <dsp:sp modelId="{743D14C9-3059-4AC3-B6EB-7436FD51B570}">
      <dsp:nvSpPr>
        <dsp:cNvPr id="6" name="右箭头 5"/>
        <dsp:cNvSpPr/>
      </dsp:nvSpPr>
      <dsp:spPr bwMode="white">
        <a:xfrm rot="-1080000">
          <a:off x="2927474" y="1295893"/>
          <a:ext cx="181497" cy="291080"/>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1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endParaRPr lang="zh-CN" altLang="en-US"/>
        </a:p>
      </dsp:txBody>
      <dsp:txXfrm rot="-1080000">
        <a:off x="2927474" y="1295893"/>
        <a:ext cx="181497" cy="291080"/>
      </dsp:txXfrm>
    </dsp:sp>
    <dsp:sp modelId="{77A4B640-DA04-4788-99C1-EA1849FBFED0}">
      <dsp:nvSpPr>
        <dsp:cNvPr id="7" name="椭圆 6"/>
        <dsp:cNvSpPr/>
      </dsp:nvSpPr>
      <dsp:spPr bwMode="white">
        <a:xfrm>
          <a:off x="3160115" y="828186"/>
          <a:ext cx="856116" cy="856116"/>
        </a:xfrm>
        <a:prstGeom prst="ellipse">
          <a:avLst/>
        </a:prstGeom>
      </dsp:spPr>
      <dsp:style>
        <a:lnRef idx="2">
          <a:schemeClr val="lt1"/>
        </a:lnRef>
        <a:fillRef idx="1">
          <a:schemeClr val="accent1"/>
        </a:fillRef>
        <a:effectRef idx="0">
          <a:scrgbClr r="0" g="0" b="0"/>
        </a:effectRef>
        <a:fontRef idx="minor">
          <a:schemeClr val="lt1"/>
        </a:fontRef>
      </dsp:style>
      <dsp:txBody>
        <a:bodyPr lIns="17780" tIns="17780" rIns="17780" bIns="1778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t>技术可行性</a:t>
          </a:r>
        </a:p>
      </dsp:txBody>
      <dsp:txXfrm>
        <a:off x="3160115" y="828186"/>
        <a:ext cx="856116" cy="856116"/>
      </dsp:txXfrm>
    </dsp:sp>
    <dsp:sp modelId="{7D91807E-50FF-4430-9717-9B0B70E8F795}">
      <dsp:nvSpPr>
        <dsp:cNvPr id="8" name="右箭头 7"/>
        <dsp:cNvSpPr/>
      </dsp:nvSpPr>
      <dsp:spPr bwMode="white">
        <a:xfrm rot="11767766">
          <a:off x="1732557" y="1305412"/>
          <a:ext cx="216536" cy="291080"/>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lIns="0" tIns="0" rIns="0" bIns="0" anchor="ctr"/>
        <a:lstStyle>
          <a:lvl1pPr algn="ctr">
            <a:defRPr sz="11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endParaRPr lang="zh-CN" altLang="en-US"/>
        </a:p>
      </dsp:txBody>
      <dsp:txXfrm rot="11767766">
        <a:off x="1732557" y="1305412"/>
        <a:ext cx="216536" cy="291080"/>
      </dsp:txXfrm>
    </dsp:sp>
    <dsp:sp modelId="{43A2F4A2-550F-49BD-AD5E-1D71E0D2EB22}">
      <dsp:nvSpPr>
        <dsp:cNvPr id="9" name="椭圆 8"/>
        <dsp:cNvSpPr/>
      </dsp:nvSpPr>
      <dsp:spPr bwMode="white">
        <a:xfrm>
          <a:off x="805320" y="847225"/>
          <a:ext cx="856116" cy="856116"/>
        </a:xfrm>
        <a:prstGeom prst="ellipse">
          <a:avLst/>
        </a:prstGeom>
      </dsp:spPr>
      <dsp:style>
        <a:lnRef idx="2">
          <a:schemeClr val="lt1"/>
        </a:lnRef>
        <a:fillRef idx="1">
          <a:schemeClr val="accent1"/>
        </a:fillRef>
        <a:effectRef idx="0">
          <a:scrgbClr r="0" g="0" b="0"/>
        </a:effectRef>
        <a:fontRef idx="minor">
          <a:schemeClr val="lt1"/>
        </a:fontRef>
      </dsp:style>
      <dsp:txBody>
        <a:bodyPr lIns="17780" tIns="17780" rIns="17780" bIns="1778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t>开发可行性</a:t>
          </a:r>
        </a:p>
      </dsp:txBody>
      <dsp:txXfrm>
        <a:off x="805320" y="847225"/>
        <a:ext cx="856116" cy="856116"/>
      </dsp:txXfrm>
    </dsp:sp>
    <dsp:sp modelId="{EE299B7B-7E57-4E7B-81E1-C3ACA7D38A12}">
      <dsp:nvSpPr>
        <dsp:cNvPr id="10" name="右箭头 9"/>
        <dsp:cNvSpPr/>
      </dsp:nvSpPr>
      <dsp:spPr bwMode="white">
        <a:xfrm rot="7560000">
          <a:off x="2005275" y="1965910"/>
          <a:ext cx="181497" cy="291080"/>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lIns="0" tIns="0" rIns="0" bIns="0" anchor="ctr"/>
        <a:lstStyle>
          <a:lvl1pPr algn="ctr">
            <a:defRPr sz="11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endParaRPr lang="zh-CN" altLang="en-US"/>
        </a:p>
      </dsp:txBody>
      <dsp:txXfrm rot="7560000">
        <a:off x="2005275" y="1965910"/>
        <a:ext cx="181497" cy="291080"/>
      </dsp:txXfrm>
    </dsp:sp>
    <dsp:sp modelId="{8DF5BD78-23FE-457E-B5C1-736DEF948BFB}">
      <dsp:nvSpPr>
        <dsp:cNvPr id="11" name="椭圆 10"/>
        <dsp:cNvSpPr/>
      </dsp:nvSpPr>
      <dsp:spPr bwMode="white">
        <a:xfrm>
          <a:off x="1315716" y="2168220"/>
          <a:ext cx="856116" cy="856116"/>
        </a:xfrm>
        <a:prstGeom prst="ellipse">
          <a:avLst/>
        </a:prstGeom>
      </dsp:spPr>
      <dsp:style>
        <a:lnRef idx="2">
          <a:schemeClr val="lt1"/>
        </a:lnRef>
        <a:fillRef idx="1">
          <a:schemeClr val="accent1"/>
        </a:fillRef>
        <a:effectRef idx="0">
          <a:scrgbClr r="0" g="0" b="0"/>
        </a:effectRef>
        <a:fontRef idx="minor">
          <a:schemeClr val="lt1"/>
        </a:fontRef>
      </dsp:style>
      <dsp:txBody>
        <a:bodyPr lIns="17780" tIns="17780" rIns="17780" bIns="1778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t>资源可行性</a:t>
          </a:r>
        </a:p>
      </dsp:txBody>
      <dsp:txXfrm>
        <a:off x="1315716" y="2168220"/>
        <a:ext cx="856116" cy="856116"/>
      </dsp:txXfrm>
    </dsp:sp>
    <dsp:sp modelId="{08BEBBFB-E6F4-4668-8EF8-328BC67F4EFD}">
      <dsp:nvSpPr>
        <dsp:cNvPr id="12" name="右箭头 11"/>
        <dsp:cNvSpPr/>
      </dsp:nvSpPr>
      <dsp:spPr bwMode="white">
        <a:xfrm rot="2931282">
          <a:off x="2757534" y="1965910"/>
          <a:ext cx="228714" cy="291080"/>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1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endParaRPr lang="zh-CN" altLang="en-US"/>
        </a:p>
      </dsp:txBody>
      <dsp:txXfrm rot="2931282">
        <a:off x="2757534" y="1965910"/>
        <a:ext cx="228714" cy="291080"/>
      </dsp:txXfrm>
    </dsp:sp>
    <dsp:sp modelId="{B4272B66-6250-446A-9669-57F47D145A3D}">
      <dsp:nvSpPr>
        <dsp:cNvPr id="13" name="椭圆 12"/>
        <dsp:cNvSpPr/>
      </dsp:nvSpPr>
      <dsp:spPr bwMode="white">
        <a:xfrm>
          <a:off x="2867451" y="2168220"/>
          <a:ext cx="856116" cy="856116"/>
        </a:xfrm>
        <a:prstGeom prst="ellipse">
          <a:avLst/>
        </a:prstGeom>
      </dsp:spPr>
      <dsp:style>
        <a:lnRef idx="2">
          <a:schemeClr val="lt1"/>
        </a:lnRef>
        <a:fillRef idx="1">
          <a:schemeClr val="accent1"/>
        </a:fillRef>
        <a:effectRef idx="0">
          <a:scrgbClr r="0" g="0" b="0"/>
        </a:effectRef>
        <a:fontRef idx="minor">
          <a:schemeClr val="lt1"/>
        </a:fontRef>
      </dsp:style>
      <dsp:txBody>
        <a:bodyPr lIns="17780" tIns="17780" rIns="17780" bIns="1778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a:t>法律可行性</a:t>
          </a:r>
        </a:p>
      </dsp:txBody>
      <dsp:txXfrm>
        <a:off x="2867451" y="2168220"/>
        <a:ext cx="856116" cy="856116"/>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14417" cy="2361034"/>
        <a:chOff x="0" y="0"/>
        <a:chExt cx="6014417" cy="2361034"/>
      </a:xfrm>
    </dsp:grpSpPr>
    <dsp:sp modelId="{84B1B683-764E-4A84-9FD5-1FCE22DDD3D4}">
      <dsp:nvSpPr>
        <dsp:cNvPr id="5" name="任意多边形 4"/>
        <dsp:cNvSpPr/>
      </dsp:nvSpPr>
      <dsp:spPr bwMode="white">
        <a:xfrm>
          <a:off x="1241720" y="448866"/>
          <a:ext cx="1653272" cy="188524"/>
        </a:xfrm>
        <a:custGeom>
          <a:avLst/>
          <a:gdLst/>
          <a:ahLst/>
          <a:cxnLst/>
          <a:pathLst>
            <a:path w="2604" h="297">
              <a:moveTo>
                <a:pt x="2604" y="0"/>
              </a:moveTo>
              <a:lnTo>
                <a:pt x="2604" y="148"/>
              </a:lnTo>
              <a:lnTo>
                <a:pt x="0" y="148"/>
              </a:lnTo>
              <a:lnTo>
                <a:pt x="0" y="297"/>
              </a:lnTo>
            </a:path>
          </a:pathLst>
        </a:custGeom>
      </dsp:spPr>
      <dsp:style>
        <a:lnRef idx="2">
          <a:schemeClr val="dk1">
            <a:shade val="60000"/>
          </a:schemeClr>
        </a:lnRef>
        <a:fillRef idx="0">
          <a:schemeClr val="dk1"/>
        </a:fillRef>
        <a:effectRef idx="0">
          <a:scrgbClr r="0" g="0" b="0"/>
        </a:effectRef>
        <a:fontRef idx="minor"/>
      </dsp:style>
      <dsp:txXfrm>
        <a:off x="1241720" y="448866"/>
        <a:ext cx="1653272" cy="188524"/>
      </dsp:txXfrm>
    </dsp:sp>
    <dsp:sp modelId="{5B343C15-41E8-4714-818C-91A34EB5CE06}">
      <dsp:nvSpPr>
        <dsp:cNvPr id="8" name="任意多边形 7"/>
        <dsp:cNvSpPr/>
      </dsp:nvSpPr>
      <dsp:spPr bwMode="white">
        <a:xfrm>
          <a:off x="882628" y="1086255"/>
          <a:ext cx="156520" cy="413805"/>
        </a:xfrm>
        <a:custGeom>
          <a:avLst/>
          <a:gdLst/>
          <a:ahLst/>
          <a:cxnLst/>
          <a:pathLst>
            <a:path w="246" h="652">
              <a:moveTo>
                <a:pt x="0" y="0"/>
              </a:moveTo>
              <a:lnTo>
                <a:pt x="0" y="652"/>
              </a:lnTo>
              <a:lnTo>
                <a:pt x="246" y="652"/>
              </a:lnTo>
            </a:path>
          </a:pathLst>
        </a:custGeom>
      </dsp:spPr>
      <dsp:style>
        <a:lnRef idx="2">
          <a:schemeClr val="dk1">
            <a:shade val="80000"/>
          </a:schemeClr>
        </a:lnRef>
        <a:fillRef idx="0">
          <a:schemeClr val="dk1"/>
        </a:fillRef>
        <a:effectRef idx="0">
          <a:scrgbClr r="0" g="0" b="0"/>
        </a:effectRef>
        <a:fontRef idx="minor"/>
      </dsp:style>
      <dsp:txXfrm>
        <a:off x="882628" y="1086255"/>
        <a:ext cx="156520" cy="413805"/>
      </dsp:txXfrm>
    </dsp:sp>
    <dsp:sp modelId="{C64BBF90-0EB5-4261-80CB-9EADC58B3FA8}">
      <dsp:nvSpPr>
        <dsp:cNvPr id="11" name="任意多边形 10"/>
        <dsp:cNvSpPr/>
      </dsp:nvSpPr>
      <dsp:spPr bwMode="white">
        <a:xfrm>
          <a:off x="882628" y="1086255"/>
          <a:ext cx="156520" cy="1050346"/>
        </a:xfrm>
        <a:custGeom>
          <a:avLst/>
          <a:gdLst/>
          <a:ahLst/>
          <a:cxnLst/>
          <a:pathLst>
            <a:path w="246" h="1654">
              <a:moveTo>
                <a:pt x="0" y="0"/>
              </a:moveTo>
              <a:lnTo>
                <a:pt x="0" y="1654"/>
              </a:lnTo>
              <a:lnTo>
                <a:pt x="246" y="1654"/>
              </a:lnTo>
            </a:path>
          </a:pathLst>
        </a:custGeom>
      </dsp:spPr>
      <dsp:style>
        <a:lnRef idx="2">
          <a:schemeClr val="dk1">
            <a:shade val="80000"/>
          </a:schemeClr>
        </a:lnRef>
        <a:fillRef idx="0">
          <a:schemeClr val="dk1"/>
        </a:fillRef>
        <a:effectRef idx="0">
          <a:scrgbClr r="0" g="0" b="0"/>
        </a:effectRef>
        <a:fontRef idx="minor"/>
      </dsp:style>
      <dsp:txXfrm>
        <a:off x="882628" y="1086255"/>
        <a:ext cx="156520" cy="1050346"/>
      </dsp:txXfrm>
    </dsp:sp>
    <dsp:sp modelId="{AB10C405-53B6-473A-B50E-106F89948B54}">
      <dsp:nvSpPr>
        <dsp:cNvPr id="14" name="任意多边形 13"/>
        <dsp:cNvSpPr/>
      </dsp:nvSpPr>
      <dsp:spPr bwMode="white">
        <a:xfrm>
          <a:off x="2894992" y="448866"/>
          <a:ext cx="0" cy="188524"/>
        </a:xfrm>
        <a:custGeom>
          <a:avLst/>
          <a:gdLst/>
          <a:ahLst/>
          <a:cxnLst/>
          <a:pathLst>
            <a:path h="297">
              <a:moveTo>
                <a:pt x="0" y="0"/>
              </a:moveTo>
              <a:lnTo>
                <a:pt x="0" y="148"/>
              </a:lnTo>
              <a:lnTo>
                <a:pt x="0" y="148"/>
              </a:lnTo>
              <a:lnTo>
                <a:pt x="0" y="297"/>
              </a:lnTo>
            </a:path>
          </a:pathLst>
        </a:custGeom>
      </dsp:spPr>
      <dsp:style>
        <a:lnRef idx="2">
          <a:schemeClr val="dk1">
            <a:shade val="60000"/>
          </a:schemeClr>
        </a:lnRef>
        <a:fillRef idx="0">
          <a:schemeClr val="dk1"/>
        </a:fillRef>
        <a:effectRef idx="0">
          <a:scrgbClr r="0" g="0" b="0"/>
        </a:effectRef>
        <a:fontRef idx="minor"/>
      </dsp:style>
      <dsp:txXfrm>
        <a:off x="2894992" y="448866"/>
        <a:ext cx="0" cy="188524"/>
      </dsp:txXfrm>
    </dsp:sp>
    <dsp:sp modelId="{C7F70A49-2B76-438B-AD83-D3119382B3F0}">
      <dsp:nvSpPr>
        <dsp:cNvPr id="17" name="任意多边形 16"/>
        <dsp:cNvSpPr/>
      </dsp:nvSpPr>
      <dsp:spPr bwMode="white">
        <a:xfrm>
          <a:off x="2535899" y="1086255"/>
          <a:ext cx="134660" cy="412957"/>
        </a:xfrm>
        <a:custGeom>
          <a:avLst/>
          <a:gdLst/>
          <a:ahLst/>
          <a:cxnLst/>
          <a:pathLst>
            <a:path w="212" h="650">
              <a:moveTo>
                <a:pt x="0" y="0"/>
              </a:moveTo>
              <a:lnTo>
                <a:pt x="0" y="650"/>
              </a:lnTo>
              <a:lnTo>
                <a:pt x="212" y="650"/>
              </a:lnTo>
            </a:path>
          </a:pathLst>
        </a:custGeom>
      </dsp:spPr>
      <dsp:style>
        <a:lnRef idx="2">
          <a:schemeClr val="dk1">
            <a:shade val="80000"/>
          </a:schemeClr>
        </a:lnRef>
        <a:fillRef idx="0">
          <a:schemeClr val="dk1"/>
        </a:fillRef>
        <a:effectRef idx="0">
          <a:scrgbClr r="0" g="0" b="0"/>
        </a:effectRef>
        <a:fontRef idx="minor"/>
      </dsp:style>
      <dsp:txXfrm>
        <a:off x="2535899" y="1086255"/>
        <a:ext cx="134660" cy="412957"/>
      </dsp:txXfrm>
    </dsp:sp>
    <dsp:sp modelId="{77BC728C-4A44-4C30-AEFA-437FA93FA784}">
      <dsp:nvSpPr>
        <dsp:cNvPr id="20" name="任意多边形 19"/>
        <dsp:cNvSpPr/>
      </dsp:nvSpPr>
      <dsp:spPr bwMode="white">
        <a:xfrm>
          <a:off x="2535899" y="1086255"/>
          <a:ext cx="134660" cy="1050346"/>
        </a:xfrm>
        <a:custGeom>
          <a:avLst/>
          <a:gdLst/>
          <a:ahLst/>
          <a:cxnLst/>
          <a:pathLst>
            <a:path w="212" h="1654">
              <a:moveTo>
                <a:pt x="0" y="0"/>
              </a:moveTo>
              <a:lnTo>
                <a:pt x="0" y="1654"/>
              </a:lnTo>
              <a:lnTo>
                <a:pt x="212" y="1654"/>
              </a:lnTo>
            </a:path>
          </a:pathLst>
        </a:custGeom>
      </dsp:spPr>
      <dsp:style>
        <a:lnRef idx="2">
          <a:schemeClr val="dk1">
            <a:shade val="80000"/>
          </a:schemeClr>
        </a:lnRef>
        <a:fillRef idx="0">
          <a:schemeClr val="dk1"/>
        </a:fillRef>
        <a:effectRef idx="0">
          <a:scrgbClr r="0" g="0" b="0"/>
        </a:effectRef>
        <a:fontRef idx="minor"/>
      </dsp:style>
      <dsp:txXfrm>
        <a:off x="2535899" y="1086255"/>
        <a:ext cx="134660" cy="1050346"/>
      </dsp:txXfrm>
    </dsp:sp>
    <dsp:sp modelId="{41E44212-4AD5-4AD6-8F53-B57D12BE0677}">
      <dsp:nvSpPr>
        <dsp:cNvPr id="23" name="任意多边形 22"/>
        <dsp:cNvSpPr/>
      </dsp:nvSpPr>
      <dsp:spPr bwMode="white">
        <a:xfrm>
          <a:off x="2894992" y="448866"/>
          <a:ext cx="1705215" cy="189372"/>
        </a:xfrm>
        <a:custGeom>
          <a:avLst/>
          <a:gdLst/>
          <a:ahLst/>
          <a:cxnLst/>
          <a:pathLst>
            <a:path w="2685" h="298">
              <a:moveTo>
                <a:pt x="0" y="0"/>
              </a:moveTo>
              <a:lnTo>
                <a:pt x="0" y="150"/>
              </a:lnTo>
              <a:lnTo>
                <a:pt x="2685" y="150"/>
              </a:lnTo>
              <a:lnTo>
                <a:pt x="2685" y="298"/>
              </a:lnTo>
            </a:path>
          </a:pathLst>
        </a:custGeom>
      </dsp:spPr>
      <dsp:style>
        <a:lnRef idx="2">
          <a:schemeClr val="dk1">
            <a:shade val="60000"/>
          </a:schemeClr>
        </a:lnRef>
        <a:fillRef idx="0">
          <a:schemeClr val="dk1"/>
        </a:fillRef>
        <a:effectRef idx="0">
          <a:scrgbClr r="0" g="0" b="0"/>
        </a:effectRef>
        <a:fontRef idx="minor"/>
      </dsp:style>
      <dsp:txXfrm>
        <a:off x="2894992" y="448866"/>
        <a:ext cx="1705215" cy="189372"/>
      </dsp:txXfrm>
    </dsp:sp>
    <dsp:sp modelId="{01F6557A-81C2-49D8-9F23-F4F4ACBBE4C9}">
      <dsp:nvSpPr>
        <dsp:cNvPr id="26" name="任意多边形 25"/>
        <dsp:cNvSpPr/>
      </dsp:nvSpPr>
      <dsp:spPr bwMode="white">
        <a:xfrm>
          <a:off x="4241114" y="1087104"/>
          <a:ext cx="134660" cy="412957"/>
        </a:xfrm>
        <a:custGeom>
          <a:avLst/>
          <a:gdLst/>
          <a:ahLst/>
          <a:cxnLst/>
          <a:pathLst>
            <a:path w="212" h="650">
              <a:moveTo>
                <a:pt x="0" y="0"/>
              </a:moveTo>
              <a:lnTo>
                <a:pt x="0" y="650"/>
              </a:lnTo>
              <a:lnTo>
                <a:pt x="212" y="650"/>
              </a:lnTo>
            </a:path>
          </a:pathLst>
        </a:custGeom>
      </dsp:spPr>
      <dsp:style>
        <a:lnRef idx="2">
          <a:schemeClr val="dk1">
            <a:shade val="80000"/>
          </a:schemeClr>
        </a:lnRef>
        <a:fillRef idx="0">
          <a:schemeClr val="dk1"/>
        </a:fillRef>
        <a:effectRef idx="0">
          <a:scrgbClr r="0" g="0" b="0"/>
        </a:effectRef>
        <a:fontRef idx="minor"/>
      </dsp:style>
      <dsp:txXfrm>
        <a:off x="4241114" y="1087104"/>
        <a:ext cx="134660" cy="412957"/>
      </dsp:txXfrm>
    </dsp:sp>
    <dsp:sp modelId="{7346A07F-CCE3-4999-8C49-0A300B45136C}">
      <dsp:nvSpPr>
        <dsp:cNvPr id="29" name="任意多边形 28"/>
        <dsp:cNvSpPr/>
      </dsp:nvSpPr>
      <dsp:spPr bwMode="white">
        <a:xfrm>
          <a:off x="4241114" y="1087104"/>
          <a:ext cx="134660" cy="1049498"/>
        </a:xfrm>
        <a:custGeom>
          <a:avLst/>
          <a:gdLst/>
          <a:ahLst/>
          <a:cxnLst/>
          <a:pathLst>
            <a:path w="212" h="1653">
              <a:moveTo>
                <a:pt x="0" y="0"/>
              </a:moveTo>
              <a:lnTo>
                <a:pt x="0" y="1653"/>
              </a:lnTo>
              <a:lnTo>
                <a:pt x="212" y="1653"/>
              </a:lnTo>
            </a:path>
          </a:pathLst>
        </a:custGeom>
      </dsp:spPr>
      <dsp:style>
        <a:lnRef idx="2">
          <a:schemeClr val="dk1">
            <a:shade val="80000"/>
          </a:schemeClr>
        </a:lnRef>
        <a:fillRef idx="0">
          <a:schemeClr val="dk1"/>
        </a:fillRef>
        <a:effectRef idx="0">
          <a:scrgbClr r="0" g="0" b="0"/>
        </a:effectRef>
        <a:fontRef idx="minor"/>
      </dsp:style>
      <dsp:txXfrm>
        <a:off x="4241114" y="1087104"/>
        <a:ext cx="134660" cy="1049498"/>
      </dsp:txXfrm>
    </dsp:sp>
    <dsp:sp modelId="{69DF58AE-7CB4-4413-8085-D79DAC3E8A8B}">
      <dsp:nvSpPr>
        <dsp:cNvPr id="3" name="矩形 2"/>
        <dsp:cNvSpPr/>
      </dsp:nvSpPr>
      <dsp:spPr bwMode="white">
        <a:xfrm>
          <a:off x="2446126" y="0"/>
          <a:ext cx="897732" cy="448866"/>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6985" tIns="6985" rIns="6985" bIns="6985"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100">
              <a:solidFill>
                <a:schemeClr val="dk1"/>
              </a:solidFill>
            </a:rPr>
            <a:t>系统</a:t>
          </a:r>
          <a:endParaRPr>
            <a:solidFill>
              <a:schemeClr val="dk1"/>
            </a:solidFill>
          </a:endParaRPr>
        </a:p>
      </dsp:txBody>
      <dsp:txXfrm>
        <a:off x="2446126" y="0"/>
        <a:ext cx="897732" cy="448866"/>
      </dsp:txXfrm>
    </dsp:sp>
    <dsp:sp modelId="{FBCEA111-32F3-48F5-85D3-F1D5B36BD0F2}">
      <dsp:nvSpPr>
        <dsp:cNvPr id="6" name="矩形 5"/>
        <dsp:cNvSpPr/>
      </dsp:nvSpPr>
      <dsp:spPr bwMode="white">
        <a:xfrm>
          <a:off x="792854" y="637390"/>
          <a:ext cx="897732" cy="448866"/>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6985" tIns="6985" rIns="6985" bIns="6985"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100">
              <a:solidFill>
                <a:schemeClr val="dk1"/>
              </a:solidFill>
            </a:rPr>
            <a:t>子系统</a:t>
          </a:r>
          <a:endParaRPr>
            <a:solidFill>
              <a:schemeClr val="dk1"/>
            </a:solidFill>
          </a:endParaRPr>
        </a:p>
      </dsp:txBody>
      <dsp:txXfrm>
        <a:off x="792854" y="637390"/>
        <a:ext cx="897732" cy="448866"/>
      </dsp:txXfrm>
    </dsp:sp>
    <dsp:sp modelId="{313745E2-7F87-4CE6-A729-10894EF2F568}">
      <dsp:nvSpPr>
        <dsp:cNvPr id="9" name="矩形 8"/>
        <dsp:cNvSpPr/>
      </dsp:nvSpPr>
      <dsp:spPr bwMode="white">
        <a:xfrm>
          <a:off x="1039147" y="1275627"/>
          <a:ext cx="897732" cy="448866"/>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6985" tIns="6985" rIns="6985" bIns="6985"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100">
              <a:solidFill>
                <a:schemeClr val="dk1"/>
              </a:solidFill>
            </a:rPr>
            <a:t>模块</a:t>
          </a:r>
          <a:endParaRPr>
            <a:solidFill>
              <a:schemeClr val="dk1"/>
            </a:solidFill>
          </a:endParaRPr>
        </a:p>
      </dsp:txBody>
      <dsp:txXfrm>
        <a:off x="1039147" y="1275627"/>
        <a:ext cx="897732" cy="448866"/>
      </dsp:txXfrm>
    </dsp:sp>
    <dsp:sp modelId="{B6E475DF-3014-4D6C-8999-9A89367C4EB9}">
      <dsp:nvSpPr>
        <dsp:cNvPr id="12" name="矩形 11"/>
        <dsp:cNvSpPr/>
      </dsp:nvSpPr>
      <dsp:spPr bwMode="white">
        <a:xfrm>
          <a:off x="1039147" y="1912169"/>
          <a:ext cx="897732" cy="448866"/>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6985" tIns="6985" rIns="6985" bIns="6985"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100">
              <a:solidFill>
                <a:schemeClr val="dk1"/>
              </a:solidFill>
            </a:rPr>
            <a:t>模块</a:t>
          </a:r>
          <a:endParaRPr>
            <a:solidFill>
              <a:schemeClr val="dk1"/>
            </a:solidFill>
          </a:endParaRPr>
        </a:p>
      </dsp:txBody>
      <dsp:txXfrm>
        <a:off x="1039147" y="1912169"/>
        <a:ext cx="897732" cy="448866"/>
      </dsp:txXfrm>
    </dsp:sp>
    <dsp:sp modelId="{D29A6D72-D9BA-4DA2-A562-345385003789}">
      <dsp:nvSpPr>
        <dsp:cNvPr id="15" name="矩形 14"/>
        <dsp:cNvSpPr/>
      </dsp:nvSpPr>
      <dsp:spPr bwMode="white">
        <a:xfrm>
          <a:off x="2446126" y="637390"/>
          <a:ext cx="897732" cy="448866"/>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6985" tIns="6985" rIns="6985" bIns="6985"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100">
              <a:solidFill>
                <a:schemeClr val="dk1"/>
              </a:solidFill>
            </a:rPr>
            <a:t>子系统</a:t>
          </a:r>
          <a:endParaRPr>
            <a:solidFill>
              <a:schemeClr val="dk1"/>
            </a:solidFill>
          </a:endParaRPr>
        </a:p>
      </dsp:txBody>
      <dsp:txXfrm>
        <a:off x="2446126" y="637390"/>
        <a:ext cx="897732" cy="448866"/>
      </dsp:txXfrm>
    </dsp:sp>
    <dsp:sp modelId="{D3AF9A30-56C9-4169-9614-3C80B1243E97}">
      <dsp:nvSpPr>
        <dsp:cNvPr id="18" name="矩形 17"/>
        <dsp:cNvSpPr/>
      </dsp:nvSpPr>
      <dsp:spPr bwMode="white">
        <a:xfrm>
          <a:off x="2670559" y="1274779"/>
          <a:ext cx="897732" cy="448866"/>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6985" tIns="6985" rIns="6985" bIns="6985"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100">
              <a:solidFill>
                <a:schemeClr val="dk1"/>
              </a:solidFill>
            </a:rPr>
            <a:t>模块</a:t>
          </a:r>
          <a:endParaRPr>
            <a:solidFill>
              <a:schemeClr val="dk1"/>
            </a:solidFill>
          </a:endParaRPr>
        </a:p>
      </dsp:txBody>
      <dsp:txXfrm>
        <a:off x="2670559" y="1274779"/>
        <a:ext cx="897732" cy="448866"/>
      </dsp:txXfrm>
    </dsp:sp>
    <dsp:sp modelId="{3A3CF7EF-081B-404A-8A62-C0A059887BB5}">
      <dsp:nvSpPr>
        <dsp:cNvPr id="21" name="矩形 20"/>
        <dsp:cNvSpPr/>
      </dsp:nvSpPr>
      <dsp:spPr bwMode="white">
        <a:xfrm>
          <a:off x="2670559" y="1912169"/>
          <a:ext cx="897732" cy="448866"/>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6985" tIns="6985" rIns="6985" bIns="6985"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100">
              <a:solidFill>
                <a:schemeClr val="dk1"/>
              </a:solidFill>
            </a:rPr>
            <a:t>模块</a:t>
          </a:r>
          <a:endParaRPr>
            <a:solidFill>
              <a:schemeClr val="dk1"/>
            </a:solidFill>
          </a:endParaRPr>
        </a:p>
      </dsp:txBody>
      <dsp:txXfrm>
        <a:off x="2670559" y="1912169"/>
        <a:ext cx="897732" cy="448866"/>
      </dsp:txXfrm>
    </dsp:sp>
    <dsp:sp modelId="{8F3868A4-FAEC-4DB4-BDB7-B2E66803668B}">
      <dsp:nvSpPr>
        <dsp:cNvPr id="24" name="矩形 23"/>
        <dsp:cNvSpPr/>
      </dsp:nvSpPr>
      <dsp:spPr bwMode="white">
        <a:xfrm>
          <a:off x="4151341" y="638238"/>
          <a:ext cx="897732" cy="448866"/>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6985" tIns="6985" rIns="6985" bIns="6985"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100">
              <a:solidFill>
                <a:schemeClr val="dk1"/>
              </a:solidFill>
            </a:rPr>
            <a:t>子系统</a:t>
          </a:r>
          <a:endParaRPr>
            <a:solidFill>
              <a:schemeClr val="dk1"/>
            </a:solidFill>
          </a:endParaRPr>
        </a:p>
      </dsp:txBody>
      <dsp:txXfrm>
        <a:off x="4151341" y="638238"/>
        <a:ext cx="897732" cy="448866"/>
      </dsp:txXfrm>
    </dsp:sp>
    <dsp:sp modelId="{DD28F394-D2B3-4E96-9D75-174E280DA407}">
      <dsp:nvSpPr>
        <dsp:cNvPr id="27" name="矩形 26"/>
        <dsp:cNvSpPr/>
      </dsp:nvSpPr>
      <dsp:spPr bwMode="white">
        <a:xfrm>
          <a:off x="4375774" y="1275627"/>
          <a:ext cx="897732" cy="448866"/>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6985" tIns="6985" rIns="6985" bIns="6985"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100">
              <a:solidFill>
                <a:schemeClr val="dk1"/>
              </a:solidFill>
            </a:rPr>
            <a:t>模块</a:t>
          </a:r>
          <a:endParaRPr>
            <a:solidFill>
              <a:schemeClr val="dk1"/>
            </a:solidFill>
          </a:endParaRPr>
        </a:p>
      </dsp:txBody>
      <dsp:txXfrm>
        <a:off x="4375774" y="1275627"/>
        <a:ext cx="897732" cy="448866"/>
      </dsp:txXfrm>
    </dsp:sp>
    <dsp:sp modelId="{C9ED834A-91C6-4390-835F-E0CC17FB2AE4}">
      <dsp:nvSpPr>
        <dsp:cNvPr id="30" name="矩形 29"/>
        <dsp:cNvSpPr/>
      </dsp:nvSpPr>
      <dsp:spPr bwMode="white">
        <a:xfrm>
          <a:off x="4375774" y="1912169"/>
          <a:ext cx="897732" cy="448866"/>
        </a:xfrm>
        <a:prstGeom prst="rect">
          <a:avLst/>
        </a:prstGeom>
        <a:sp3d prstMaterial="dkEdge">
          <a:bevelT w="8200" h="38100"/>
        </a:sp3d>
      </dsp:spPr>
      <dsp:style>
        <a:lnRef idx="0">
          <a:schemeClr val="dk1">
            <a:shade val="80000"/>
          </a:schemeClr>
        </a:lnRef>
        <a:fillRef idx="2">
          <a:schemeClr val="lt1"/>
        </a:fillRef>
        <a:effectRef idx="1">
          <a:scrgbClr r="0" g="0" b="0"/>
        </a:effectRef>
        <a:fontRef idx="minor">
          <a:schemeClr val="dk1"/>
        </a:fontRef>
      </dsp:style>
      <dsp:txBody>
        <a:bodyPr lIns="6985" tIns="6985" rIns="6985" bIns="6985"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100">
              <a:solidFill>
                <a:schemeClr val="dk1"/>
              </a:solidFill>
            </a:rPr>
            <a:t>模块</a:t>
          </a:r>
          <a:endParaRPr>
            <a:solidFill>
              <a:schemeClr val="dk1"/>
            </a:solidFill>
          </a:endParaRPr>
        </a:p>
      </dsp:txBody>
      <dsp:txXfrm>
        <a:off x="4375774" y="1912169"/>
        <a:ext cx="897732" cy="448866"/>
      </dsp:txXfrm>
    </dsp:sp>
    <dsp:sp modelId="{780027CD-CF8C-4A71-A6F5-E2D0C66F2323}">
      <dsp:nvSpPr>
        <dsp:cNvPr id="4" name="矩形 3" hidden="1"/>
        <dsp:cNvSpPr/>
      </dsp:nvSpPr>
      <dsp:spPr>
        <a:xfrm>
          <a:off x="2446126" y="0"/>
          <a:ext cx="179546" cy="448866"/>
        </a:xfrm>
        <a:prstGeom prst="rect">
          <a:avLst/>
        </a:prstGeom>
      </dsp:spPr>
      <dsp:txXfrm>
        <a:off x="2446126" y="0"/>
        <a:ext cx="179546" cy="448866"/>
      </dsp:txXfrm>
    </dsp:sp>
    <dsp:sp modelId="{4B9340CA-469B-4B49-B5F8-EC0C434D48CF}">
      <dsp:nvSpPr>
        <dsp:cNvPr id="7" name="矩形 6" hidden="1"/>
        <dsp:cNvSpPr/>
      </dsp:nvSpPr>
      <dsp:spPr>
        <a:xfrm>
          <a:off x="792854" y="637390"/>
          <a:ext cx="179546" cy="448866"/>
        </a:xfrm>
        <a:prstGeom prst="rect">
          <a:avLst/>
        </a:prstGeom>
      </dsp:spPr>
      <dsp:txXfrm>
        <a:off x="792854" y="637390"/>
        <a:ext cx="179546" cy="448866"/>
      </dsp:txXfrm>
    </dsp:sp>
    <dsp:sp modelId="{8B58D543-553D-4005-900B-2742EEBBDE2B}">
      <dsp:nvSpPr>
        <dsp:cNvPr id="10" name="矩形 9" hidden="1"/>
        <dsp:cNvSpPr/>
      </dsp:nvSpPr>
      <dsp:spPr>
        <a:xfrm>
          <a:off x="1039147" y="1275627"/>
          <a:ext cx="179546" cy="448866"/>
        </a:xfrm>
        <a:prstGeom prst="rect">
          <a:avLst/>
        </a:prstGeom>
      </dsp:spPr>
      <dsp:txXfrm>
        <a:off x="1039147" y="1275627"/>
        <a:ext cx="179546" cy="448866"/>
      </dsp:txXfrm>
    </dsp:sp>
    <dsp:sp modelId="{A170DD1C-E297-4F68-BD95-003ED8F5E17D}">
      <dsp:nvSpPr>
        <dsp:cNvPr id="13" name="矩形 12" hidden="1"/>
        <dsp:cNvSpPr/>
      </dsp:nvSpPr>
      <dsp:spPr>
        <a:xfrm>
          <a:off x="1039147" y="1912169"/>
          <a:ext cx="179546" cy="448866"/>
        </a:xfrm>
        <a:prstGeom prst="rect">
          <a:avLst/>
        </a:prstGeom>
      </dsp:spPr>
      <dsp:txXfrm>
        <a:off x="1039147" y="1912169"/>
        <a:ext cx="179546" cy="448866"/>
      </dsp:txXfrm>
    </dsp:sp>
    <dsp:sp modelId="{2F878DAB-3F10-4F7F-A131-B13C0900BF07}">
      <dsp:nvSpPr>
        <dsp:cNvPr id="16" name="矩形 15" hidden="1"/>
        <dsp:cNvSpPr/>
      </dsp:nvSpPr>
      <dsp:spPr>
        <a:xfrm>
          <a:off x="2446126" y="637390"/>
          <a:ext cx="179546" cy="448866"/>
        </a:xfrm>
        <a:prstGeom prst="rect">
          <a:avLst/>
        </a:prstGeom>
      </dsp:spPr>
      <dsp:txXfrm>
        <a:off x="2446126" y="637390"/>
        <a:ext cx="179546" cy="448866"/>
      </dsp:txXfrm>
    </dsp:sp>
    <dsp:sp modelId="{EAE106BA-6E6E-42ED-B7F2-ABD025F519BE}">
      <dsp:nvSpPr>
        <dsp:cNvPr id="19" name="矩形 18" hidden="1"/>
        <dsp:cNvSpPr/>
      </dsp:nvSpPr>
      <dsp:spPr>
        <a:xfrm>
          <a:off x="2670559" y="1274779"/>
          <a:ext cx="179546" cy="448866"/>
        </a:xfrm>
        <a:prstGeom prst="rect">
          <a:avLst/>
        </a:prstGeom>
      </dsp:spPr>
      <dsp:txXfrm>
        <a:off x="2670559" y="1274779"/>
        <a:ext cx="179546" cy="448866"/>
      </dsp:txXfrm>
    </dsp:sp>
    <dsp:sp modelId="{1BBE9F2E-0532-4474-9CC1-ACB4D3DE8B55}">
      <dsp:nvSpPr>
        <dsp:cNvPr id="22" name="矩形 21" hidden="1"/>
        <dsp:cNvSpPr/>
      </dsp:nvSpPr>
      <dsp:spPr>
        <a:xfrm>
          <a:off x="2670559" y="1912169"/>
          <a:ext cx="179546" cy="448866"/>
        </a:xfrm>
        <a:prstGeom prst="rect">
          <a:avLst/>
        </a:prstGeom>
      </dsp:spPr>
      <dsp:txXfrm>
        <a:off x="2670559" y="1912169"/>
        <a:ext cx="179546" cy="448866"/>
      </dsp:txXfrm>
    </dsp:sp>
    <dsp:sp modelId="{455C6CF2-D86E-475F-ABD6-860D1F541F7B}">
      <dsp:nvSpPr>
        <dsp:cNvPr id="25" name="矩形 24" hidden="1"/>
        <dsp:cNvSpPr/>
      </dsp:nvSpPr>
      <dsp:spPr>
        <a:xfrm>
          <a:off x="4151341" y="638238"/>
          <a:ext cx="179546" cy="448866"/>
        </a:xfrm>
        <a:prstGeom prst="rect">
          <a:avLst/>
        </a:prstGeom>
      </dsp:spPr>
      <dsp:txXfrm>
        <a:off x="4151341" y="638238"/>
        <a:ext cx="179546" cy="448866"/>
      </dsp:txXfrm>
    </dsp:sp>
    <dsp:sp modelId="{9CBFC010-F2C0-479E-8DDD-141F70FA352C}">
      <dsp:nvSpPr>
        <dsp:cNvPr id="28" name="矩形 27" hidden="1"/>
        <dsp:cNvSpPr/>
      </dsp:nvSpPr>
      <dsp:spPr>
        <a:xfrm>
          <a:off x="4375774" y="1275627"/>
          <a:ext cx="179546" cy="448866"/>
        </a:xfrm>
        <a:prstGeom prst="rect">
          <a:avLst/>
        </a:prstGeom>
      </dsp:spPr>
      <dsp:txXfrm>
        <a:off x="4375774" y="1275627"/>
        <a:ext cx="179546" cy="448866"/>
      </dsp:txXfrm>
    </dsp:sp>
    <dsp:sp modelId="{7E83588C-D595-4D2D-B595-14539419AB46}">
      <dsp:nvSpPr>
        <dsp:cNvPr id="31" name="矩形 30" hidden="1"/>
        <dsp:cNvSpPr/>
      </dsp:nvSpPr>
      <dsp:spPr>
        <a:xfrm>
          <a:off x="4375774" y="1912169"/>
          <a:ext cx="179546" cy="448866"/>
        </a:xfrm>
        <a:prstGeom prst="rect">
          <a:avLst/>
        </a:prstGeom>
      </dsp:spPr>
      <dsp:txXfrm>
        <a:off x="4375774" y="1912169"/>
        <a:ext cx="179546" cy="448866"/>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2" name="Rectangle 4"/>
          <p:cNvSpPr>
            <a:spLocks noGrp="1" noRot="1"/>
          </p:cNvSpPr>
          <p:nvPr>
            <p:ph type="sldImg" idx="2"/>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5881F53-56E4-464C-A6B0-70CD3AC43E9C}" type="slidenum">
              <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幻灯片图像占位符 1"/>
          <p:cNvSpPr>
            <a:spLocks noGrp="1" noRot="1" noChangeAspect="1" noTextEdit="1"/>
          </p:cNvSpPr>
          <p:nvPr>
            <p:ph type="sldImg"/>
          </p:nvPr>
        </p:nvSpPr>
        <p:spPr>
          <a:ln/>
        </p:spPr>
      </p:sp>
      <p:sp>
        <p:nvSpPr>
          <p:cNvPr id="2048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20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27A60BFD-7F67-4D7E-9099-E584E28F5193}"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2ECECF8-B8A8-41B1-B3DC-77012C445654}"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C6DF563-F30B-4721-B62B-F4E3DC109E9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F1A16768-5F7D-4C28-A435-50267E5FD46C}"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3EDE58ED-DF8A-4E40-A39D-4703AF66CE71}"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4E04DF0-2230-4F68-B5B5-16591D1B415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68CF04AC-0977-445C-8BBE-CAF531142176}"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58723E94-267A-4E1D-84F3-E1656275F10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5ADB7C23-1D69-43B4-82B3-55FF231DA18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E030D8E-874C-4A7D-ACC2-1B1FA931A426}"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31B46B1-7811-4C96-AB65-5D8F500F4352}"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9144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863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9144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863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D7ECB1A8-DE5C-457E-94A9-E4AAC6DD8B82}"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73914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914400" y="2589213"/>
            <a:ext cx="73914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B516B73C-3F75-4A03-8073-B5D80C72AF1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64A29B4B-DB11-4011-A72D-620AA770AAF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1027" name="Rectangle 3"/>
          <p:cNvSpPr>
            <a:spLocks noGrp="1"/>
          </p:cNvSpPr>
          <p:nvPr>
            <p:ph type="body" idx="1"/>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94C6234A-AE10-4FAB-9197-295DFD52D89C}"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405563"/>
            <a:ext cx="2540000" cy="3651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软件工程与安全</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1032"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3.bin"/></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4.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5.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6.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6.emf"/><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4"/>
          <p:cNvSpPr>
            <a:spLocks noGrp="1"/>
          </p:cNvSpPr>
          <p:nvPr>
            <p:ph type="ctrTitle"/>
          </p:nvPr>
        </p:nvSpPr>
        <p:spPr>
          <a:xfrm>
            <a:off x="1258888" y="1916113"/>
            <a:ext cx="6156325" cy="673100"/>
          </a:xfrm>
          <a:ln/>
          <a:effectLst>
            <a:outerShdw dist="17961" dir="2699999" algn="ctr" rotWithShape="0">
              <a:srgbClr val="777777">
                <a:alpha val="100000"/>
              </a:srgbClr>
            </a:outerShdw>
          </a:effectLst>
        </p:spPr>
        <p:txBody>
          <a:bodyPr vert="horz" wrap="square" lIns="91440" tIns="45720" rIns="91440" bIns="45720" anchor="ctr" anchorCtr="0"/>
          <a:p>
            <a:pPr>
              <a:buClrTx/>
              <a:buSzTx/>
              <a:buFontTx/>
            </a:pPr>
            <a:r>
              <a:rPr lang="zh-CN" altLang="en-US" dirty="0">
                <a:latin typeface="Arial" panose="020B0604020202020204" pitchFamily="34" charset="0"/>
                <a:ea typeface="华文中宋" panose="02010600040101010101" pitchFamily="2" charset="-122"/>
                <a:cs typeface="+mj-cs"/>
              </a:rPr>
              <a:t>第三章   可行性研究</a:t>
            </a:r>
            <a:endParaRPr lang="zh-CN" altLang="en-US" dirty="0">
              <a:latin typeface="Arial" panose="020B0604020202020204" pitchFamily="34" charset="0"/>
              <a:ea typeface="华文中宋" panose="02010600040101010101" pitchFamily="2" charset="-122"/>
              <a:cs typeface="+mj-cs"/>
            </a:endParaRPr>
          </a:p>
        </p:txBody>
      </p:sp>
      <p:sp>
        <p:nvSpPr>
          <p:cNvPr id="18435"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2" name="副标题 1"/>
          <p:cNvSpPr>
            <a:spLocks noGrp="1"/>
          </p:cNvSpPr>
          <p:nvPr>
            <p:ph type="subTitle" idx="1"/>
          </p:nvPr>
        </p:nvSpPr>
        <p:spPr>
          <a:xfrm>
            <a:off x="3924300" y="3213100"/>
            <a:ext cx="3743325" cy="863600"/>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可行性研究</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9459" name="页脚占位符 3"/>
          <p:cNvSpPr txBox="1">
            <a:spLocks noGrp="1"/>
          </p:cNvSpPr>
          <p:nvPr>
            <p:ph type="ftr" sz="quarter" idx="3"/>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ea typeface="+mn-ea"/>
                <a:cs typeface="+mn-cs"/>
              </a:rPr>
              <a:t>　　</a:t>
            </a:r>
            <a:fld id="{9A0DB2DC-4C9A-4742-B13C-FB6460FD3503}" type="slidenum">
              <a:rPr lang="en-US" altLang="zh-CN" sz="1800" b="1" dirty="0">
                <a:solidFill>
                  <a:schemeClr val="accent2"/>
                </a:solidFill>
                <a:latin typeface="Times New Roman" panose="02020603050405020304" pitchFamily="18" charset="0"/>
                <a:ea typeface="+mn-ea"/>
                <a:cs typeface="+mn-cs"/>
              </a:rPr>
            </a:fld>
            <a:r>
              <a:rPr lang="zh-CN" altLang="zh-CN" sz="1800" b="1" dirty="0">
                <a:solidFill>
                  <a:schemeClr val="accent2"/>
                </a:solidFill>
                <a:latin typeface="Times New Roman" panose="02020603050405020304" pitchFamily="18" charset="0"/>
                <a:ea typeface="+mn-ea"/>
                <a:cs typeface="+mn-cs"/>
              </a:rPr>
              <a:t>　　　　　　</a:t>
            </a:r>
            <a:endParaRPr lang="zh-CN" altLang="zh-CN" sz="1800" b="1" dirty="0">
              <a:solidFill>
                <a:schemeClr val="accent2"/>
              </a:solidFill>
              <a:latin typeface="Times New Roman" panose="02020603050405020304" pitchFamily="18" charset="0"/>
              <a:ea typeface="+mn-ea"/>
              <a:cs typeface="+mn-cs"/>
            </a:endParaRPr>
          </a:p>
        </p:txBody>
      </p:sp>
      <p:sp>
        <p:nvSpPr>
          <p:cNvPr id="19460" name="内容占位符 1"/>
          <p:cNvSpPr>
            <a:spLocks noGrp="1"/>
          </p:cNvSpPr>
          <p:nvPr>
            <p:ph idx="1"/>
          </p:nvPr>
        </p:nvSpPr>
        <p:spPr>
          <a:xfrm>
            <a:off x="1087438" y="2306638"/>
            <a:ext cx="7391400" cy="2382837"/>
          </a:xfrm>
          <a:ln/>
        </p:spPr>
        <p:txBody>
          <a:bodyPr vert="horz" wrap="square" lIns="91440" tIns="45720" rIns="91440" bIns="45720" anchor="t" anchorCtr="0">
            <a:spAutoFit/>
          </a:bodyPr>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一、可行性研究的任务 </a:t>
            </a:r>
            <a:endParaRPr lang="en-US" altLang="zh-CN"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二、可行性研究的过程</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三、可行性研究使用的工具</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四、项目进度计划与成本分析</a:t>
            </a:r>
            <a:endParaRPr lang="zh-CN" altLang="en-US" dirty="0">
              <a:latin typeface="华文中宋" panose="02010600040101010101" pitchFamily="2" charset="-122"/>
              <a:ea typeface="华文中宋" panose="02010600040101010101" pitchFamily="2" charset="-122"/>
              <a:cs typeface="+mn-cs"/>
            </a:endParaRPr>
          </a:p>
        </p:txBody>
      </p:sp>
      <p:sp>
        <p:nvSpPr>
          <p:cNvPr id="6" name="文本框 5"/>
          <p:cNvSpPr txBox="1"/>
          <p:nvPr/>
        </p:nvSpPr>
        <p:spPr>
          <a:xfrm>
            <a:off x="395288" y="1341438"/>
            <a:ext cx="4572000" cy="706438"/>
          </a:xfrm>
          <a:prstGeom prst="rect">
            <a:avLst/>
          </a:prstGeom>
          <a:noFill/>
        </p:spPr>
        <p:txBody>
          <a:bodyPr>
            <a:spAutoFit/>
          </a:bodyPr>
          <a:lstStyle/>
          <a:p>
            <a:pPr marR="0" defTabSz="914400">
              <a:buClrTx/>
              <a:buSzTx/>
              <a:buFontTx/>
              <a:buNone/>
              <a:defRPr/>
            </a:pPr>
            <a:r>
              <a:rPr kumimoji="0" lang="zh-CN" altLang="en-US" sz="400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本章要点</a:t>
            </a:r>
            <a:endParaRPr kumimoji="0" lang="zh-CN" altLang="en-US" sz="4000" kern="1200" cap="none" spc="0" normalizeH="0" baseline="0" noProof="0" dirty="0">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a:ln/>
        </p:spPr>
        <p:txBody>
          <a:bodyPr vert="horz" wrap="square" lIns="91440" tIns="45720" rIns="91440" bIns="45720" anchor="ctr" anchorCtr="0"/>
          <a:p>
            <a:r>
              <a:rPr lang="zh-CN" altLang="en-US" dirty="0"/>
              <a:t> </a:t>
            </a:r>
            <a:r>
              <a:rPr lang="en-US" altLang="zh-CN" dirty="0"/>
              <a:t>3.1</a:t>
            </a:r>
            <a:r>
              <a:rPr lang="zh-CN" altLang="en-US" dirty="0"/>
              <a:t>问题定义</a:t>
            </a:r>
            <a:endParaRPr lang="zh-CN" altLang="en-US" dirty="0"/>
          </a:p>
        </p:txBody>
      </p:sp>
      <p:sp>
        <p:nvSpPr>
          <p:cNvPr id="21507" name="内容占位符 2"/>
          <p:cNvSpPr>
            <a:spLocks noGrp="1"/>
          </p:cNvSpPr>
          <p:nvPr>
            <p:ph idx="1"/>
          </p:nvPr>
        </p:nvSpPr>
        <p:spPr>
          <a:xfrm>
            <a:off x="827088" y="1196975"/>
            <a:ext cx="7391400" cy="4321175"/>
          </a:xfrm>
          <a:ln/>
        </p:spPr>
        <p:txBody>
          <a:bodyPr vert="horz" wrap="square" lIns="91440" tIns="45720" rIns="91440" bIns="45720" anchor="t" anchorCtr="0">
            <a:spAutoFit/>
          </a:bodyPr>
          <a:p>
            <a:pPr>
              <a:buSzPct val="70000"/>
            </a:pPr>
            <a:r>
              <a:rPr lang="zh-CN" altLang="en-US" dirty="0">
                <a:solidFill>
                  <a:srgbClr val="3333CC"/>
                </a:solidFill>
                <a:latin typeface="华文中宋" panose="02010600040101010101" pitchFamily="2" charset="-122"/>
                <a:ea typeface="华文中宋" panose="02010600040101010101" pitchFamily="2" charset="-122"/>
                <a:cs typeface="+mn-cs"/>
              </a:rPr>
              <a:t>问题定义就是描述问题</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一般来说是用一句话来描述想做什么。</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 </a:t>
            </a:r>
            <a:r>
              <a:rPr lang="zh-CN" altLang="en-US" dirty="0">
                <a:latin typeface="华文中宋" panose="02010600040101010101" pitchFamily="2" charset="-122"/>
                <a:ea typeface="华文中宋" panose="02010600040101010101" pitchFamily="2" charset="-122"/>
                <a:cs typeface="+mn-cs"/>
              </a:rPr>
              <a:t>问题定义是整个软件工程的第一个步聚，甚至可以说软件工程里面各个项目的第一个步骤。</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问题定义可能是来源于不同的领域，不同的方面。这种问题定义在现实生活中，可能有两个主要的来源，一个主要来源是做软件产品，另一个是软件的委托开发，</a:t>
            </a:r>
            <a:r>
              <a:rPr lang="zh-CN" altLang="en-US" dirty="0">
                <a:solidFill>
                  <a:srgbClr val="3333CC"/>
                </a:solidFill>
                <a:latin typeface="华文中宋" panose="02010600040101010101" pitchFamily="2" charset="-122"/>
                <a:ea typeface="华文中宋" panose="02010600040101010101" pitchFamily="2" charset="-122"/>
                <a:cs typeface="+mn-cs"/>
              </a:rPr>
              <a:t>不同的问题来源引起不同的问题定义。</a:t>
            </a:r>
            <a:endParaRPr lang="en-US" altLang="zh-CN" dirty="0">
              <a:latin typeface="华文中宋" panose="02010600040101010101" pitchFamily="2" charset="-122"/>
              <a:ea typeface="华文中宋" panose="02010600040101010101" pitchFamily="2" charset="-122"/>
              <a:cs typeface="+mn-cs"/>
            </a:endParaRPr>
          </a:p>
        </p:txBody>
      </p:sp>
      <p:sp>
        <p:nvSpPr>
          <p:cNvPr id="2150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a:ln/>
        </p:spPr>
        <p:txBody>
          <a:bodyPr vert="horz" wrap="square" lIns="91440" tIns="45720" rIns="91440" bIns="45720" anchor="ctr" anchorCtr="0"/>
          <a:p>
            <a:r>
              <a:rPr lang="zh-CN" altLang="en-US" dirty="0"/>
              <a:t>问题定义报告的内容</a:t>
            </a:r>
            <a:endParaRPr lang="zh-CN" altLang="en-US" dirty="0"/>
          </a:p>
        </p:txBody>
      </p:sp>
      <p:sp>
        <p:nvSpPr>
          <p:cNvPr id="22531" name="内容占位符 2"/>
          <p:cNvSpPr>
            <a:spLocks noGrp="1"/>
          </p:cNvSpPr>
          <p:nvPr>
            <p:ph idx="1"/>
          </p:nvPr>
        </p:nvSpPr>
        <p:spPr>
          <a:xfrm>
            <a:off x="827088" y="1379538"/>
            <a:ext cx="7391400" cy="350837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软件项目用途和目标。</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软件项目类型和规模。</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软件项目开发的</a:t>
            </a:r>
            <a:r>
              <a:rPr lang="zh-CN" altLang="en-US" dirty="0">
                <a:solidFill>
                  <a:srgbClr val="3333CC"/>
                </a:solidFill>
                <a:latin typeface="华文中宋" panose="02010600040101010101" pitchFamily="2" charset="-122"/>
                <a:ea typeface="华文中宋" panose="02010600040101010101" pitchFamily="2" charset="-122"/>
                <a:cs typeface="+mn-cs"/>
              </a:rPr>
              <a:t>开始时间</a:t>
            </a:r>
            <a:r>
              <a:rPr lang="zh-CN" altLang="en-US" dirty="0">
                <a:latin typeface="华文中宋" panose="02010600040101010101" pitchFamily="2" charset="-122"/>
                <a:ea typeface="华文中宋" panose="02010600040101010101" pitchFamily="2" charset="-122"/>
                <a:cs typeface="+mn-cs"/>
              </a:rPr>
              <a:t>以及大致</a:t>
            </a:r>
            <a:r>
              <a:rPr lang="zh-CN" altLang="en-US" dirty="0">
                <a:solidFill>
                  <a:srgbClr val="3333CC"/>
                </a:solidFill>
                <a:latin typeface="华文中宋" panose="02010600040101010101" pitchFamily="2" charset="-122"/>
                <a:ea typeface="华文中宋" panose="02010600040101010101" pitchFamily="2" charset="-122"/>
                <a:cs typeface="+mn-cs"/>
              </a:rPr>
              <a:t>交付使用的时间。</a:t>
            </a:r>
            <a:r>
              <a:rPr lang="zh-CN" altLang="en-US" dirty="0">
                <a:latin typeface="华文中宋" panose="02010600040101010101" pitchFamily="2" charset="-122"/>
                <a:ea typeface="华文中宋" panose="02010600040101010101" pitchFamily="2" charset="-122"/>
                <a:cs typeface="+mn-cs"/>
              </a:rPr>
              <a:t> </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软件项目开发投入的经费。</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软件的交付形式和内容。</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是否需要培训及硬件。</a:t>
            </a:r>
            <a:endParaRPr lang="zh-CN" altLang="en-US" dirty="0">
              <a:latin typeface="华文中宋" panose="02010600040101010101" pitchFamily="2" charset="-122"/>
              <a:ea typeface="华文中宋" panose="02010600040101010101" pitchFamily="2" charset="-122"/>
              <a:cs typeface="+mn-cs"/>
            </a:endParaRPr>
          </a:p>
        </p:txBody>
      </p:sp>
      <p:sp>
        <p:nvSpPr>
          <p:cNvPr id="2253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a:ln/>
        </p:spPr>
        <p:txBody>
          <a:bodyPr vert="horz" wrap="square" lIns="91440" tIns="45720" rIns="91440" bIns="45720" anchor="ctr" anchorCtr="0"/>
          <a:p>
            <a:r>
              <a:rPr lang="zh-CN" altLang="en-US" dirty="0"/>
              <a:t> </a:t>
            </a:r>
            <a:r>
              <a:rPr lang="en-US" altLang="zh-CN" dirty="0"/>
              <a:t>3.2 </a:t>
            </a:r>
            <a:r>
              <a:rPr lang="zh-CN" altLang="en-US" dirty="0"/>
              <a:t>可行性研究的任务</a:t>
            </a:r>
            <a:endParaRPr lang="zh-CN" altLang="en-US" dirty="0"/>
          </a:p>
        </p:txBody>
      </p:sp>
      <p:sp>
        <p:nvSpPr>
          <p:cNvPr id="23555" name="内容占位符 2"/>
          <p:cNvSpPr>
            <a:spLocks noGrp="1"/>
          </p:cNvSpPr>
          <p:nvPr>
            <p:ph idx="1"/>
          </p:nvPr>
        </p:nvSpPr>
        <p:spPr>
          <a:xfrm>
            <a:off x="827088" y="1379538"/>
            <a:ext cx="7391400" cy="2825750"/>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可行性研究的目的是用最小的代价在尽可能短的时间内确定问题是否能够解决。</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关键：不是解决问题，而是确定问题是否值得去解。</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研究在当前的具体条件下，是否具备开发系统必要的资源和其他条件。 </a:t>
            </a:r>
            <a:endParaRPr lang="en-US" altLang="zh-CN" dirty="0">
              <a:latin typeface="华文中宋" panose="02010600040101010101" pitchFamily="2" charset="-122"/>
              <a:ea typeface="华文中宋" panose="02010600040101010101" pitchFamily="2" charset="-122"/>
              <a:cs typeface="+mn-cs"/>
            </a:endParaRPr>
          </a:p>
        </p:txBody>
      </p:sp>
      <p:sp>
        <p:nvSpPr>
          <p:cNvPr id="2355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a:ln/>
        </p:spPr>
        <p:txBody>
          <a:bodyPr vert="horz" wrap="square" lIns="91440" tIns="45720" rIns="91440" bIns="45720" anchor="ctr" anchorCtr="0"/>
          <a:p>
            <a:r>
              <a:rPr lang="zh-CN" altLang="en-US" dirty="0"/>
              <a:t>可行性研究的任务</a:t>
            </a:r>
            <a:endParaRPr lang="zh-CN" altLang="en-US" dirty="0"/>
          </a:p>
        </p:txBody>
      </p:sp>
      <p:sp>
        <p:nvSpPr>
          <p:cNvPr id="21507" name="内容占位符 2"/>
          <p:cNvSpPr>
            <a:spLocks noGrp="1"/>
          </p:cNvSpPr>
          <p:nvPr>
            <p:ph idx="1"/>
          </p:nvPr>
        </p:nvSpPr>
        <p:spPr>
          <a:xfrm>
            <a:off x="827088" y="1379538"/>
            <a:ext cx="7391400" cy="409892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技术可行性</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经济可行性</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实施可行性</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其他可行性</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开发方案</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不是解决问题，而是确定是否可解</a:t>
            </a:r>
            <a:r>
              <a:rPr kumimoji="0" lang="en-US"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值得解</a:t>
            </a:r>
            <a:endPar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endParaRPr>
          </a:p>
        </p:txBody>
      </p:sp>
      <p:sp>
        <p:nvSpPr>
          <p:cNvPr id="2458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5" name="图示 4"/>
          <p:cNvGraphicFramePr/>
          <p:nvPr/>
        </p:nvGraphicFramePr>
        <p:xfrm>
          <a:off x="3491880" y="1556792"/>
          <a:ext cx="4896544" cy="302433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a:ln/>
        </p:spPr>
        <p:txBody>
          <a:bodyPr vert="horz" wrap="square" lIns="91440" tIns="45720" rIns="91440" bIns="45720" anchor="ctr" anchorCtr="0"/>
          <a:p>
            <a:r>
              <a:rPr lang="zh-CN" altLang="en-US" dirty="0"/>
              <a:t>可行性研究的任务</a:t>
            </a:r>
            <a:endParaRPr lang="zh-CN" altLang="en-US" dirty="0"/>
          </a:p>
        </p:txBody>
      </p:sp>
      <p:sp>
        <p:nvSpPr>
          <p:cNvPr id="29699" name="内容占位符 2"/>
          <p:cNvSpPr>
            <a:spLocks noGrp="1" noChangeArrowheads="1"/>
          </p:cNvSpPr>
          <p:nvPr>
            <p:ph idx="1"/>
          </p:nvPr>
        </p:nvSpPr>
        <p:spPr>
          <a:xfrm>
            <a:off x="755650" y="1484313"/>
            <a:ext cx="7391400" cy="378618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4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 经济可行性</a:t>
            </a:r>
            <a:r>
              <a:rPr kumimoji="0" lang="en-US" altLang="zh-CN" sz="24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经济可行性研究主要进行</a:t>
            </a:r>
            <a:r>
              <a:rPr kumimoji="0" lang="zh-CN"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成本效益分析</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包括估计项目的开发成本，估算开发成本是否会高于项目预期的全部利润。例如，构建电话服务中心，需配备两个电话接线员等工作人员，以及中继器、服务器等设备，因此，需调研一天打入的电话量，以确保系统运行后能获得利润，即在经济上是可行的</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mn-ea"/>
              <a:ea typeface="华文中宋" panose="02010600040101010101" pitchFamily="2" charset="-122"/>
              <a:cs typeface="+mn-cs"/>
            </a:endParaRPr>
          </a:p>
        </p:txBody>
      </p:sp>
      <p:sp>
        <p:nvSpPr>
          <p:cNvPr id="2560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a:ln/>
        </p:spPr>
        <p:txBody>
          <a:bodyPr vert="horz" wrap="square" lIns="91440" tIns="45720" rIns="91440" bIns="45720" anchor="ctr" anchorCtr="0"/>
          <a:p>
            <a:r>
              <a:rPr lang="zh-CN" altLang="en-US" dirty="0"/>
              <a:t>可行性研究的任务</a:t>
            </a:r>
            <a:endParaRPr lang="zh-CN" altLang="en-US" dirty="0"/>
          </a:p>
        </p:txBody>
      </p:sp>
      <p:sp>
        <p:nvSpPr>
          <p:cNvPr id="26627" name="内容占位符 2"/>
          <p:cNvSpPr>
            <a:spLocks noGrp="1"/>
          </p:cNvSpPr>
          <p:nvPr>
            <p:ph idx="1"/>
          </p:nvPr>
        </p:nvSpPr>
        <p:spPr>
          <a:xfrm>
            <a:off x="827088" y="908050"/>
            <a:ext cx="7391400" cy="630238"/>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sz="2800" b="1" dirty="0">
                <a:latin typeface="华文中宋" panose="02010600040101010101" pitchFamily="2" charset="-122"/>
                <a:ea typeface="华文中宋" panose="02010600040101010101" pitchFamily="2" charset="-122"/>
                <a:cs typeface="+mn-cs"/>
              </a:rPr>
              <a:t>1</a:t>
            </a:r>
            <a:r>
              <a:rPr lang="zh-CN" altLang="en-US" sz="2800" b="1" dirty="0">
                <a:latin typeface="华文中宋" panose="02010600040101010101" pitchFamily="2" charset="-122"/>
                <a:ea typeface="华文中宋" panose="02010600040101010101" pitchFamily="2" charset="-122"/>
                <a:cs typeface="+mn-cs"/>
              </a:rPr>
              <a:t>） 经济可行性</a:t>
            </a:r>
            <a:r>
              <a:rPr lang="en-US" altLang="zh-CN" sz="2800" b="1" dirty="0">
                <a:latin typeface="华文中宋" panose="02010600040101010101" pitchFamily="2" charset="-122"/>
                <a:ea typeface="华文中宋" panose="02010600040101010101" pitchFamily="2" charset="-122"/>
                <a:cs typeface="+mn-cs"/>
              </a:rPr>
              <a:t>:</a:t>
            </a:r>
            <a:endParaRPr lang="en-US" altLang="zh-CN" sz="2800" b="1" dirty="0">
              <a:latin typeface="华文中宋" panose="02010600040101010101" pitchFamily="2" charset="-122"/>
              <a:ea typeface="华文中宋" panose="02010600040101010101" pitchFamily="2" charset="-122"/>
              <a:cs typeface="+mn-cs"/>
            </a:endParaRPr>
          </a:p>
        </p:txBody>
      </p:sp>
      <p:sp>
        <p:nvSpPr>
          <p:cNvPr id="2662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9" name="Rectangle 9"/>
          <p:cNvSpPr>
            <a:spLocks noChangeArrowheads="1"/>
          </p:cNvSpPr>
          <p:nvPr/>
        </p:nvSpPr>
        <p:spPr bwMode="auto">
          <a:xfrm>
            <a:off x="1382713" y="3027363"/>
            <a:ext cx="1447800" cy="1600200"/>
          </a:xfrm>
          <a:prstGeom prst="rect">
            <a:avLst/>
          </a:prstGeom>
          <a:noFill/>
          <a:ln w="38100" cmpd="dbl">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基于计算</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机系统的</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成本由四</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部分组成</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grpSp>
        <p:nvGrpSpPr>
          <p:cNvPr id="10" name="Group 20"/>
          <p:cNvGrpSpPr/>
          <p:nvPr/>
        </p:nvGrpSpPr>
        <p:grpSpPr>
          <a:xfrm>
            <a:off x="2830513" y="2722563"/>
            <a:ext cx="228600" cy="2057400"/>
            <a:chOff x="2352" y="2112"/>
            <a:chExt cx="144" cy="1296"/>
          </a:xfrm>
        </p:grpSpPr>
        <p:sp>
          <p:nvSpPr>
            <p:cNvPr id="11" name="Line 11"/>
            <p:cNvSpPr>
              <a:spLocks noChangeShapeType="1"/>
            </p:cNvSpPr>
            <p:nvPr/>
          </p:nvSpPr>
          <p:spPr bwMode="auto">
            <a:xfrm>
              <a:off x="2352" y="2784"/>
              <a:ext cx="144" cy="0"/>
            </a:xfrm>
            <a:prstGeom prst="line">
              <a:avLst/>
            </a:prstGeom>
            <a:noFill/>
            <a:ln w="38100" cmpd="dbl">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accent2"/>
                </a:solidFill>
                <a:effectLst/>
                <a:uLnTx/>
                <a:uFillTx/>
                <a:latin typeface="+mn-ea"/>
                <a:ea typeface="+mn-ea"/>
                <a:cs typeface="+mn-cs"/>
              </a:endParaRPr>
            </a:p>
          </p:txBody>
        </p:sp>
        <p:sp>
          <p:nvSpPr>
            <p:cNvPr id="12" name="Line 12"/>
            <p:cNvSpPr>
              <a:spLocks noChangeShapeType="1"/>
            </p:cNvSpPr>
            <p:nvPr/>
          </p:nvSpPr>
          <p:spPr bwMode="auto">
            <a:xfrm flipH="1">
              <a:off x="2496" y="2112"/>
              <a:ext cx="0" cy="1296"/>
            </a:xfrm>
            <a:prstGeom prst="line">
              <a:avLst/>
            </a:prstGeom>
            <a:noFill/>
            <a:ln w="38100" cmpd="dbl">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accent2"/>
                </a:solidFill>
                <a:effectLst/>
                <a:uLnTx/>
                <a:uFillTx/>
                <a:latin typeface="+mn-ea"/>
                <a:ea typeface="+mn-ea"/>
                <a:cs typeface="+mn-cs"/>
              </a:endParaRPr>
            </a:p>
          </p:txBody>
        </p:sp>
      </p:grpSp>
      <p:grpSp>
        <p:nvGrpSpPr>
          <p:cNvPr id="13" name="Group 21"/>
          <p:cNvGrpSpPr/>
          <p:nvPr/>
        </p:nvGrpSpPr>
        <p:grpSpPr>
          <a:xfrm>
            <a:off x="3059113" y="2417763"/>
            <a:ext cx="4572000" cy="533400"/>
            <a:chOff x="2496" y="1920"/>
            <a:chExt cx="2544" cy="336"/>
          </a:xfrm>
        </p:grpSpPr>
        <p:sp>
          <p:nvSpPr>
            <p:cNvPr id="14" name="Rectangle 10"/>
            <p:cNvSpPr>
              <a:spLocks noChangeArrowheads="1"/>
            </p:cNvSpPr>
            <p:nvPr/>
          </p:nvSpPr>
          <p:spPr bwMode="auto">
            <a:xfrm>
              <a:off x="2784" y="1920"/>
              <a:ext cx="2256" cy="336"/>
            </a:xfrm>
            <a:prstGeom prst="rect">
              <a:avLst/>
            </a:prstGeom>
            <a:noFill/>
            <a:ln w="317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1、购置软、硬件及有关设备费用</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sp>
          <p:nvSpPr>
            <p:cNvPr id="15" name="Line 13"/>
            <p:cNvSpPr>
              <a:spLocks noChangeShapeType="1"/>
            </p:cNvSpPr>
            <p:nvPr/>
          </p:nvSpPr>
          <p:spPr bwMode="auto">
            <a:xfrm>
              <a:off x="2496" y="2112"/>
              <a:ext cx="288" cy="0"/>
            </a:xfrm>
            <a:prstGeom prst="line">
              <a:avLst/>
            </a:prstGeom>
            <a:noFill/>
            <a:ln w="38100" cmpd="dbl">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accent2"/>
                </a:solidFill>
                <a:effectLst/>
                <a:uLnTx/>
                <a:uFillTx/>
                <a:latin typeface="+mn-ea"/>
                <a:ea typeface="+mn-ea"/>
                <a:cs typeface="+mn-cs"/>
              </a:endParaRPr>
            </a:p>
          </p:txBody>
        </p:sp>
      </p:grpSp>
      <p:grpSp>
        <p:nvGrpSpPr>
          <p:cNvPr id="16" name="Group 22"/>
          <p:cNvGrpSpPr/>
          <p:nvPr/>
        </p:nvGrpSpPr>
        <p:grpSpPr>
          <a:xfrm>
            <a:off x="3059113" y="3103563"/>
            <a:ext cx="4071937" cy="533400"/>
            <a:chOff x="2496" y="2352"/>
            <a:chExt cx="1488" cy="336"/>
          </a:xfrm>
        </p:grpSpPr>
        <p:sp>
          <p:nvSpPr>
            <p:cNvPr id="17" name="Rectangle 14"/>
            <p:cNvSpPr>
              <a:spLocks noChangeArrowheads="1"/>
            </p:cNvSpPr>
            <p:nvPr/>
          </p:nvSpPr>
          <p:spPr bwMode="auto">
            <a:xfrm>
              <a:off x="2679" y="2352"/>
              <a:ext cx="1305" cy="336"/>
            </a:xfrm>
            <a:prstGeom prst="rect">
              <a:avLst/>
            </a:prstGeom>
            <a:noFill/>
            <a:ln w="317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2、系统开发费用</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sp>
          <p:nvSpPr>
            <p:cNvPr id="18" name="Line 17"/>
            <p:cNvSpPr>
              <a:spLocks noChangeShapeType="1"/>
            </p:cNvSpPr>
            <p:nvPr/>
          </p:nvSpPr>
          <p:spPr bwMode="auto">
            <a:xfrm>
              <a:off x="2496" y="2544"/>
              <a:ext cx="183" cy="0"/>
            </a:xfrm>
            <a:prstGeom prst="line">
              <a:avLst/>
            </a:prstGeom>
            <a:noFill/>
            <a:ln w="38100" cmpd="dbl">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accent2"/>
                </a:solidFill>
                <a:effectLst/>
                <a:uLnTx/>
                <a:uFillTx/>
                <a:latin typeface="+mn-ea"/>
                <a:ea typeface="+mn-ea"/>
                <a:cs typeface="+mn-cs"/>
              </a:endParaRPr>
            </a:p>
          </p:txBody>
        </p:sp>
      </p:grpSp>
      <p:grpSp>
        <p:nvGrpSpPr>
          <p:cNvPr id="19" name="Group 23"/>
          <p:cNvGrpSpPr/>
          <p:nvPr/>
        </p:nvGrpSpPr>
        <p:grpSpPr>
          <a:xfrm>
            <a:off x="3059113" y="3789363"/>
            <a:ext cx="4000500" cy="533400"/>
            <a:chOff x="2496" y="2784"/>
            <a:chExt cx="1968" cy="336"/>
          </a:xfrm>
        </p:grpSpPr>
        <p:sp>
          <p:nvSpPr>
            <p:cNvPr id="20" name="Rectangle 15"/>
            <p:cNvSpPr>
              <a:spLocks noChangeArrowheads="1"/>
            </p:cNvSpPr>
            <p:nvPr/>
          </p:nvSpPr>
          <p:spPr bwMode="auto">
            <a:xfrm>
              <a:off x="2784" y="2784"/>
              <a:ext cx="1680" cy="336"/>
            </a:xfrm>
            <a:prstGeom prst="rect">
              <a:avLst/>
            </a:prstGeom>
            <a:noFill/>
            <a:ln w="317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3、系统安装和维护费用</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sp>
          <p:nvSpPr>
            <p:cNvPr id="21" name="Line 18"/>
            <p:cNvSpPr>
              <a:spLocks noChangeShapeType="1"/>
            </p:cNvSpPr>
            <p:nvPr/>
          </p:nvSpPr>
          <p:spPr bwMode="auto">
            <a:xfrm>
              <a:off x="2496" y="2976"/>
              <a:ext cx="288" cy="0"/>
            </a:xfrm>
            <a:prstGeom prst="line">
              <a:avLst/>
            </a:prstGeom>
            <a:noFill/>
            <a:ln w="38100" cmpd="dbl">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accent2"/>
                </a:solidFill>
                <a:effectLst/>
                <a:uLnTx/>
                <a:uFillTx/>
                <a:latin typeface="+mn-ea"/>
                <a:ea typeface="+mn-ea"/>
                <a:cs typeface="+mn-cs"/>
              </a:endParaRPr>
            </a:p>
          </p:txBody>
        </p:sp>
      </p:grpSp>
      <p:grpSp>
        <p:nvGrpSpPr>
          <p:cNvPr id="22" name="Group 24"/>
          <p:cNvGrpSpPr/>
          <p:nvPr/>
        </p:nvGrpSpPr>
        <p:grpSpPr>
          <a:xfrm>
            <a:off x="3059113" y="4475163"/>
            <a:ext cx="4000500" cy="533400"/>
            <a:chOff x="2496" y="3216"/>
            <a:chExt cx="1968" cy="336"/>
          </a:xfrm>
        </p:grpSpPr>
        <p:sp>
          <p:nvSpPr>
            <p:cNvPr id="23" name="Rectangle 16"/>
            <p:cNvSpPr>
              <a:spLocks noChangeArrowheads="1"/>
            </p:cNvSpPr>
            <p:nvPr/>
          </p:nvSpPr>
          <p:spPr bwMode="auto">
            <a:xfrm>
              <a:off x="2784" y="3216"/>
              <a:ext cx="1680" cy="336"/>
            </a:xfrm>
            <a:prstGeom prst="rect">
              <a:avLst/>
            </a:prstGeom>
            <a:noFill/>
            <a:ln w="3175">
              <a:solidFill>
                <a:schemeClr val="tx1"/>
              </a:solid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4、人员培训费用费用</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sp>
          <p:nvSpPr>
            <p:cNvPr id="24" name="Line 19"/>
            <p:cNvSpPr>
              <a:spLocks noChangeShapeType="1"/>
            </p:cNvSpPr>
            <p:nvPr/>
          </p:nvSpPr>
          <p:spPr bwMode="auto">
            <a:xfrm>
              <a:off x="2496" y="3408"/>
              <a:ext cx="288" cy="0"/>
            </a:xfrm>
            <a:prstGeom prst="line">
              <a:avLst/>
            </a:prstGeom>
            <a:noFill/>
            <a:ln w="38100" cmpd="dbl">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1" i="0" u="none" strike="noStrike" kern="1200" cap="none" spc="0" normalizeH="0" baseline="0" noProof="0">
                <a:ln>
                  <a:noFill/>
                </a:ln>
                <a:solidFill>
                  <a:schemeClr val="accent2"/>
                </a:solidFill>
                <a:effectLst/>
                <a:uLnTx/>
                <a:uFillTx/>
                <a:latin typeface="+mn-ea"/>
                <a:ea typeface="+mn-ea"/>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dissolv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dissolv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ssolve">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a:ln/>
        </p:spPr>
        <p:txBody>
          <a:bodyPr vert="horz" wrap="square" lIns="91440" tIns="45720" rIns="91440" bIns="45720" anchor="ctr" anchorCtr="0"/>
          <a:p>
            <a:r>
              <a:rPr lang="zh-CN" altLang="en-US" dirty="0"/>
              <a:t>可行性研究的任务</a:t>
            </a:r>
            <a:endParaRPr lang="zh-CN" altLang="en-US" dirty="0"/>
          </a:p>
        </p:txBody>
      </p:sp>
      <p:sp>
        <p:nvSpPr>
          <p:cNvPr id="21507" name="内容占位符 2"/>
          <p:cNvSpPr>
            <a:spLocks noGrp="1"/>
          </p:cNvSpPr>
          <p:nvPr>
            <p:ph idx="1"/>
          </p:nvPr>
        </p:nvSpPr>
        <p:spPr>
          <a:xfrm>
            <a:off x="827088" y="1052513"/>
            <a:ext cx="7391400" cy="490537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en-US" sz="28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技术可行性</a:t>
            </a:r>
            <a:r>
              <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技术可行性是最难决断并且最关键的问题。根据客户提出的系统功能、性能及实现系统的各项约束条件，从技术的角度研究系统实现的可行性。在此阶段，</a:t>
            </a:r>
            <a:r>
              <a:rPr kumimoji="0" lang="zh-CN"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系统分析员应采集软件系统涉及到的各种信息，包括系统性能、可靠性、可维护性等方面</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，分析实现系统功能和性能所需要的各种设备、技术、方法和过程，并且需要分析软件开发在技术方面可能面临的风险，以及技术问题对开发成本的影响等。</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765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charRg st="0"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p:cNvSpPr>
          <p:nvPr>
            <p:ph type="title"/>
          </p:nvPr>
        </p:nvSpPr>
        <p:spPr>
          <a:ln/>
        </p:spPr>
        <p:txBody>
          <a:bodyPr vert="horz" wrap="square" lIns="91440" tIns="45720" rIns="91440" bIns="45720" anchor="ctr" anchorCtr="0"/>
          <a:p>
            <a:r>
              <a:rPr lang="zh-CN" altLang="en-US" dirty="0"/>
              <a:t>可行性研究的任务</a:t>
            </a:r>
            <a:endParaRPr lang="zh-CN" altLang="en-US" dirty="0"/>
          </a:p>
        </p:txBody>
      </p:sp>
      <p:sp>
        <p:nvSpPr>
          <p:cNvPr id="21507" name="内容占位符 2"/>
          <p:cNvSpPr>
            <a:spLocks noGrp="1"/>
          </p:cNvSpPr>
          <p:nvPr>
            <p:ph idx="1"/>
          </p:nvPr>
        </p:nvSpPr>
        <p:spPr>
          <a:xfrm>
            <a:off x="827088" y="1125538"/>
            <a:ext cx="7561263" cy="419258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4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）资源可行性</a:t>
            </a:r>
            <a:endParaRPr kumimoji="0" lang="en-US" altLang="zh-CN"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资源可行性分析主要考虑软件开发组织是否具备开发该软件的资源，包括开发系统的人员是否存在问题，用于建立系统的其他资源，如硬件、软件等是否具备</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法律可行性</a:t>
            </a:r>
            <a:endParaRPr kumimoji="0" lang="zh-CN" altLang="zh-CN"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法律可行性是指研究在系统开发过程中可能涉及的各种合同、侵权、责任以及各种与法律相抵触的问题</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86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1507">
                                            <p:txEl>
                                              <p:charRg st="0"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a:ln/>
        </p:spPr>
        <p:txBody>
          <a:bodyPr vert="horz" wrap="square" lIns="91440" tIns="45720" rIns="91440" bIns="45720" anchor="ctr" anchorCtr="0"/>
          <a:p>
            <a:r>
              <a:rPr lang="zh-CN" altLang="en-US" dirty="0"/>
              <a:t>可行性研究的任务</a:t>
            </a:r>
            <a:endParaRPr lang="zh-CN" altLang="en-US" dirty="0"/>
          </a:p>
        </p:txBody>
      </p:sp>
      <p:sp>
        <p:nvSpPr>
          <p:cNvPr id="21507" name="内容占位符 2"/>
          <p:cNvSpPr>
            <a:spLocks noGrp="1"/>
          </p:cNvSpPr>
          <p:nvPr>
            <p:ph idx="1"/>
          </p:nvPr>
        </p:nvSpPr>
        <p:spPr>
          <a:xfrm>
            <a:off x="827088" y="1196975"/>
            <a:ext cx="7391400" cy="481647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en-US" altLang="zh-CN" sz="28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5</a:t>
            </a: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开发可行性</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zh-CN" altLang="zh-CN"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提出系统实现的各种方案并进行评价之后，从中选择一种最优秀的方案。</a:t>
            </a:r>
            <a:endParaRPr kumimoji="0" lang="zh-CN" altLang="en-US"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根据</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成本、时间、人员、技术、设备等因素的不同要求，实现系统所提供的选择</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方案通常都不是唯一的</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。而每一种方案开发出来的系统在功能和性能方面都会存在很大的差异。</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系统论证和选择、确定系统开发方案也是一个折衷过程。</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970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1507">
                                            <p:txEl>
                                              <p:charRg st="0"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7">
                                            <p:txEl>
                                              <p:charRg st="8" end="4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07">
                                            <p:txEl>
                                              <p:charRg st="41" end="11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07">
                                            <p:txEl>
                                              <p:charRg st="119" end="14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a:ln/>
        </p:spPr>
        <p:txBody>
          <a:bodyPr vert="horz" wrap="square" lIns="91440" tIns="45720" rIns="91440" bIns="45720" anchor="ctr" anchorCtr="0"/>
          <a:p>
            <a:r>
              <a:rPr lang="en-US" altLang="zh-CN" dirty="0"/>
              <a:t>3.3 </a:t>
            </a:r>
            <a:r>
              <a:rPr lang="zh-CN" altLang="en-US" dirty="0"/>
              <a:t>可行性研究的步骤</a:t>
            </a:r>
            <a:endParaRPr lang="zh-CN" altLang="en-US" dirty="0"/>
          </a:p>
        </p:txBody>
      </p:sp>
      <p:sp>
        <p:nvSpPr>
          <p:cNvPr id="21507" name="内容占位符 2"/>
          <p:cNvSpPr>
            <a:spLocks noGrp="1"/>
          </p:cNvSpPr>
          <p:nvPr>
            <p:ph idx="1"/>
          </p:nvPr>
        </p:nvSpPr>
        <p:spPr>
          <a:xfrm>
            <a:off x="323850" y="1125538"/>
            <a:ext cx="8640763" cy="4929187"/>
          </a:xfrm>
          <a:ln/>
        </p:spPr>
        <p:txBody>
          <a:bodyPr vert="horz" wrap="square" lIns="91440" tIns="45720" rIns="91440" bIns="45720" anchor="t" anchorCtr="0">
            <a:spAutoFit/>
          </a:bodyPr>
          <a:p>
            <a:pPr marL="0" indent="0">
              <a:lnSpc>
                <a:spcPct val="12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复查系统规模和目标</a:t>
            </a:r>
            <a:endParaRPr lang="en-US" altLang="zh-CN"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      </a:t>
            </a:r>
            <a:r>
              <a:rPr lang="zh-CN" altLang="en-US" dirty="0">
                <a:solidFill>
                  <a:srgbClr val="3333CC"/>
                </a:solidFill>
                <a:latin typeface="华文中宋" panose="02010600040101010101" pitchFamily="2" charset="-122"/>
                <a:ea typeface="华文中宋" panose="02010600040101010101" pitchFamily="2" charset="-122"/>
                <a:cs typeface="+mn-cs"/>
              </a:rPr>
              <a:t>访问关键人员、仔细阅读和分析有关材料，</a:t>
            </a:r>
            <a:r>
              <a:rPr lang="zh-CN" altLang="en-US" dirty="0">
                <a:latin typeface="华文中宋" panose="02010600040101010101" pitchFamily="2" charset="-122"/>
                <a:ea typeface="华文中宋" panose="02010600040101010101" pitchFamily="2" charset="-122"/>
                <a:cs typeface="+mn-cs"/>
              </a:rPr>
              <a:t>复查问题定义中的</a:t>
            </a:r>
            <a:r>
              <a:rPr lang="zh-CN" altLang="en-US" dirty="0">
                <a:solidFill>
                  <a:srgbClr val="3333CC"/>
                </a:solidFill>
                <a:latin typeface="华文中宋" panose="02010600040101010101" pitchFamily="2" charset="-122"/>
                <a:ea typeface="华文中宋" panose="02010600040101010101" pitchFamily="2" charset="-122"/>
                <a:cs typeface="+mn-cs"/>
              </a:rPr>
              <a:t>规模和目标</a:t>
            </a:r>
            <a:r>
              <a:rPr lang="zh-CN" altLang="en-US" dirty="0">
                <a:latin typeface="华文中宋" panose="02010600040101010101" pitchFamily="2" charset="-122"/>
                <a:ea typeface="华文中宋" panose="02010600040101010101" pitchFamily="2" charset="-122"/>
                <a:cs typeface="+mn-cs"/>
              </a:rPr>
              <a:t>，明确目标系统的一切限制和约束。</a:t>
            </a:r>
            <a:endParaRPr lang="zh-CN" altLang="en-US"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研究目前正在使用的系统</a:t>
            </a:r>
            <a:endParaRPr lang="zh-CN" altLang="en-US"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现有系统是信息的重要来源。新系统必须能完成旧系统的基本功能，也必须解决旧系统的缺陷。</a:t>
            </a:r>
            <a:endParaRPr lang="zh-CN" altLang="en-US"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a:t>
            </a:r>
            <a:r>
              <a:rPr lang="zh-CN" altLang="en-US" dirty="0">
                <a:solidFill>
                  <a:srgbClr val="3333CC"/>
                </a:solidFill>
                <a:latin typeface="华文中宋" panose="02010600040101010101" pitchFamily="2" charset="-122"/>
                <a:ea typeface="华文中宋" panose="02010600040101010101" pitchFamily="2" charset="-122"/>
                <a:cs typeface="+mn-cs"/>
              </a:rPr>
              <a:t>了解相似的系统或软件。</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导出新系统的高层逻辑模型</a:t>
            </a:r>
            <a:endParaRPr lang="zh-CN" altLang="en-US"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从现有</a:t>
            </a:r>
            <a:r>
              <a:rPr lang="zh-CN" altLang="en-US" dirty="0">
                <a:solidFill>
                  <a:srgbClr val="3333CC"/>
                </a:solidFill>
                <a:latin typeface="华文中宋" panose="02010600040101010101" pitchFamily="2" charset="-122"/>
                <a:ea typeface="华文中宋" panose="02010600040101010101" pitchFamily="2" charset="-122"/>
                <a:cs typeface="+mn-cs"/>
              </a:rPr>
              <a:t>物理系统出发</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导出现有系统的逻辑模型</a:t>
            </a:r>
            <a:r>
              <a:rPr lang="zh-CN" altLang="en-US" dirty="0">
                <a:latin typeface="华文中宋" panose="02010600040101010101" pitchFamily="2" charset="-122"/>
                <a:ea typeface="华文中宋" panose="02010600040101010101" pitchFamily="2" charset="-122"/>
                <a:cs typeface="+mn-cs"/>
              </a:rPr>
              <a:t>，设计新系统的逻辑模型，再导出物理模型。</a:t>
            </a:r>
            <a:endParaRPr lang="zh-CN" altLang="en-US" dirty="0">
              <a:latin typeface="华文中宋" panose="02010600040101010101" pitchFamily="2" charset="-122"/>
              <a:ea typeface="华文中宋" panose="02010600040101010101" pitchFamily="2" charset="-122"/>
              <a:cs typeface="+mn-cs"/>
            </a:endParaRPr>
          </a:p>
        </p:txBody>
      </p:sp>
      <p:sp>
        <p:nvSpPr>
          <p:cNvPr id="3072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1507">
                                            <p:txEl>
                                              <p:charRg st="0" end="1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7">
                                            <p:txEl>
                                              <p:charRg st="12" end="6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07">
                                            <p:txEl>
                                              <p:charRg st="67" end="8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07">
                                            <p:txEl>
                                              <p:charRg st="81" end="13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507">
                                            <p:txEl>
                                              <p:charRg st="130" end="14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507">
                                            <p:txEl>
                                              <p:charRg st="148" end="16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507">
                                            <p:txEl>
                                              <p:charRg st="163" end="2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a:ln/>
        </p:spPr>
        <p:txBody>
          <a:bodyPr vert="horz" wrap="square" lIns="91440" tIns="45720" rIns="91440" bIns="45720" anchor="ctr" anchorCtr="0"/>
          <a:p>
            <a:r>
              <a:rPr lang="en-US" altLang="zh-CN" dirty="0"/>
              <a:t> </a:t>
            </a:r>
            <a:r>
              <a:rPr lang="zh-CN" altLang="en-US" dirty="0"/>
              <a:t>可行性研究的步骤</a:t>
            </a:r>
            <a:endParaRPr lang="zh-CN" altLang="en-US" dirty="0"/>
          </a:p>
        </p:txBody>
      </p:sp>
      <p:sp>
        <p:nvSpPr>
          <p:cNvPr id="21507" name="内容占位符 2"/>
          <p:cNvSpPr>
            <a:spLocks noGrp="1"/>
          </p:cNvSpPr>
          <p:nvPr>
            <p:ph idx="1"/>
          </p:nvPr>
        </p:nvSpPr>
        <p:spPr>
          <a:xfrm>
            <a:off x="323850" y="981075"/>
            <a:ext cx="8424863" cy="5299075"/>
          </a:xfrm>
          <a:ln/>
        </p:spPr>
        <p:txBody>
          <a:bodyPr vert="horz" wrap="square" lIns="91440" tIns="45720" rIns="91440" bIns="45720" anchor="t" anchorCtr="0">
            <a:spAutoFit/>
          </a:bodyPr>
          <a:p>
            <a:pPr marL="0" indent="0">
              <a:lnSpc>
                <a:spcPct val="12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重新定义问题</a:t>
            </a:r>
            <a:endParaRPr lang="zh-CN" altLang="en-US"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复查问题定义，</a:t>
            </a:r>
            <a:r>
              <a:rPr lang="zh-CN" altLang="en-US" dirty="0">
                <a:solidFill>
                  <a:srgbClr val="3333CC"/>
                </a:solidFill>
                <a:latin typeface="华文中宋" panose="02010600040101010101" pitchFamily="2" charset="-122"/>
                <a:ea typeface="华文中宋" panose="02010600040101010101" pitchFamily="2" charset="-122"/>
                <a:cs typeface="+mn-cs"/>
              </a:rPr>
              <a:t>重新定义和修正问题，</a:t>
            </a:r>
            <a:r>
              <a:rPr lang="zh-CN" altLang="en-US" dirty="0">
                <a:latin typeface="华文中宋" panose="02010600040101010101" pitchFamily="2" charset="-122"/>
                <a:ea typeface="华文中宋" panose="02010600040101010101" pitchFamily="2" charset="-122"/>
                <a:cs typeface="+mn-cs"/>
              </a:rPr>
              <a:t>前四步骤是一个循环。</a:t>
            </a:r>
            <a:endParaRPr lang="zh-CN" altLang="en-US"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5.</a:t>
            </a:r>
            <a:r>
              <a:rPr lang="zh-CN" altLang="en-US" dirty="0">
                <a:latin typeface="华文中宋" panose="02010600040101010101" pitchFamily="2" charset="-122"/>
                <a:ea typeface="华文中宋" panose="02010600040101010101" pitchFamily="2" charset="-122"/>
                <a:cs typeface="+mn-cs"/>
              </a:rPr>
              <a:t>导出和评价供选择的解法</a:t>
            </a:r>
            <a:endParaRPr lang="zh-CN" altLang="en-US"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从逻辑模型出发，导出几种解决方案。从</a:t>
            </a:r>
            <a:r>
              <a:rPr lang="zh-CN" altLang="en-US" dirty="0">
                <a:solidFill>
                  <a:srgbClr val="3333CC"/>
                </a:solidFill>
                <a:latin typeface="华文中宋" panose="02010600040101010101" pitchFamily="2" charset="-122"/>
                <a:ea typeface="华文中宋" panose="02010600040101010101" pitchFamily="2" charset="-122"/>
                <a:cs typeface="+mn-cs"/>
              </a:rPr>
              <a:t>技术可行性考虑排除不可行的方案，</a:t>
            </a:r>
            <a:r>
              <a:rPr lang="zh-CN" altLang="en-US" dirty="0">
                <a:latin typeface="华文中宋" panose="02010600040101010101" pitchFamily="2" charset="-122"/>
                <a:ea typeface="华文中宋" panose="02010600040101010101" pitchFamily="2" charset="-122"/>
                <a:cs typeface="+mn-cs"/>
              </a:rPr>
              <a:t>其次考虑实施可行性，估计</a:t>
            </a:r>
            <a:r>
              <a:rPr lang="zh-CN" altLang="en-US" dirty="0">
                <a:solidFill>
                  <a:srgbClr val="3333CC"/>
                </a:solidFill>
                <a:latin typeface="华文中宋" panose="02010600040101010101" pitchFamily="2" charset="-122"/>
                <a:ea typeface="华文中宋" panose="02010600040101010101" pitchFamily="2" charset="-122"/>
                <a:cs typeface="+mn-cs"/>
              </a:rPr>
              <a:t>开发成本和费用。</a:t>
            </a:r>
            <a:r>
              <a:rPr lang="zh-CN" altLang="en-US" dirty="0">
                <a:latin typeface="华文中宋" panose="02010600040101010101" pitchFamily="2" charset="-122"/>
                <a:ea typeface="华文中宋" panose="02010600040101010101" pitchFamily="2" charset="-122"/>
                <a:cs typeface="+mn-cs"/>
              </a:rPr>
              <a:t>最后，为每个技术、操作和经济都可行的系统制定实现</a:t>
            </a:r>
            <a:r>
              <a:rPr lang="zh-CN" altLang="en-US" dirty="0">
                <a:solidFill>
                  <a:srgbClr val="3333CC"/>
                </a:solidFill>
                <a:latin typeface="华文中宋" panose="02010600040101010101" pitchFamily="2" charset="-122"/>
                <a:ea typeface="华文中宋" panose="02010600040101010101" pitchFamily="2" charset="-122"/>
                <a:cs typeface="+mn-cs"/>
              </a:rPr>
              <a:t>进度表</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6.</a:t>
            </a:r>
            <a:r>
              <a:rPr lang="zh-CN" altLang="en-US" dirty="0">
                <a:latin typeface="华文中宋" panose="02010600040101010101" pitchFamily="2" charset="-122"/>
                <a:ea typeface="华文中宋" panose="02010600040101010101" pitchFamily="2" charset="-122"/>
                <a:cs typeface="+mn-cs"/>
              </a:rPr>
              <a:t>推荐一个方案</a:t>
            </a:r>
            <a:endParaRPr lang="zh-CN" altLang="en-US" dirty="0">
              <a:latin typeface="华文中宋" panose="02010600040101010101" pitchFamily="2" charset="-122"/>
              <a:ea typeface="华文中宋" panose="02010600040101010101" pitchFamily="2" charset="-122"/>
              <a:cs typeface="+mn-cs"/>
            </a:endParaRPr>
          </a:p>
          <a:p>
            <a:pPr marL="0" indent="0">
              <a:lnSpc>
                <a:spcPct val="12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根据可行性研究结果做出决定，是否可行，及给出可行的方案。</a:t>
            </a:r>
            <a:endParaRPr lang="zh-CN" altLang="en-US" dirty="0">
              <a:latin typeface="华文中宋" panose="02010600040101010101" pitchFamily="2" charset="-122"/>
              <a:ea typeface="华文中宋" panose="02010600040101010101" pitchFamily="2" charset="-122"/>
              <a:cs typeface="+mn-cs"/>
            </a:endParaRPr>
          </a:p>
        </p:txBody>
      </p:sp>
      <p:sp>
        <p:nvSpPr>
          <p:cNvPr id="3174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1507">
                                            <p:txEl>
                                              <p:charRg st="0"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7">
                                            <p:txEl>
                                              <p:charRg st="9" end="4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07">
                                            <p:txEl>
                                              <p:charRg st="43" end="5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07">
                                            <p:txEl>
                                              <p:charRg st="57" end="14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507">
                                            <p:txEl>
                                              <p:charRg st="146" end="15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507">
                                            <p:txEl>
                                              <p:charRg st="155" end="18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a:ln/>
        </p:spPr>
        <p:txBody>
          <a:bodyPr vert="horz" wrap="square" lIns="91440" tIns="45720" rIns="91440" bIns="45720" anchor="ctr" anchorCtr="0"/>
          <a:p>
            <a:r>
              <a:rPr lang="zh-CN" altLang="en-US" dirty="0"/>
              <a:t> 可行性研究的步骤</a:t>
            </a:r>
            <a:endParaRPr lang="zh-CN" altLang="en-US" dirty="0"/>
          </a:p>
        </p:txBody>
      </p:sp>
      <p:sp>
        <p:nvSpPr>
          <p:cNvPr id="32771" name="内容占位符 2"/>
          <p:cNvSpPr>
            <a:spLocks noGrp="1"/>
          </p:cNvSpPr>
          <p:nvPr>
            <p:ph idx="1"/>
          </p:nvPr>
        </p:nvSpPr>
        <p:spPr>
          <a:xfrm>
            <a:off x="539750" y="981075"/>
            <a:ext cx="7993063" cy="5207000"/>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7.</a:t>
            </a:r>
            <a:r>
              <a:rPr lang="zh-CN" altLang="en-US" dirty="0">
                <a:latin typeface="华文中宋" panose="02010600040101010101" pitchFamily="2" charset="-122"/>
                <a:ea typeface="华文中宋" panose="02010600040101010101" pitchFamily="2" charset="-122"/>
                <a:cs typeface="+mn-cs"/>
              </a:rPr>
              <a:t>草拟开发计划</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）任务分解，确定负责人，项目小组</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大致进度规划</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3333CC"/>
                </a:solidFill>
                <a:latin typeface="华文中宋" panose="02010600040101010101" pitchFamily="2" charset="-122"/>
                <a:ea typeface="华文中宋" panose="02010600040101010101" pitchFamily="2" charset="-122"/>
                <a:cs typeface="+mn-cs"/>
              </a:rPr>
              <a:t>财务预算 </a:t>
            </a:r>
            <a:endParaRPr lang="zh-CN" altLang="en-US" dirty="0">
              <a:solidFill>
                <a:srgbClr val="3333CC"/>
              </a:solidFill>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）风险分析及对策</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技术风险、市场风险、政策风险</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8.</a:t>
            </a:r>
            <a:r>
              <a:rPr lang="zh-CN" altLang="en-US" dirty="0">
                <a:latin typeface="华文中宋" panose="02010600040101010101" pitchFamily="2" charset="-122"/>
                <a:ea typeface="华文中宋" panose="02010600040101010101" pitchFamily="2" charset="-122"/>
                <a:cs typeface="+mn-cs"/>
              </a:rPr>
              <a:t>书写文档提交审查</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把上述可行性研究各个步骤的结果写成清晰的文档，并提交给用户和使用部门的负责人仔审查。</a:t>
            </a:r>
            <a:endParaRPr lang="zh-CN" altLang="en-US" dirty="0">
              <a:latin typeface="华文中宋" panose="02010600040101010101" pitchFamily="2" charset="-122"/>
              <a:ea typeface="华文中宋" panose="02010600040101010101" pitchFamily="2" charset="-122"/>
              <a:cs typeface="+mn-cs"/>
            </a:endParaRPr>
          </a:p>
        </p:txBody>
      </p:sp>
      <p:sp>
        <p:nvSpPr>
          <p:cNvPr id="3277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1"/>
          <p:cNvSpPr>
            <a:spLocks noGrp="1"/>
          </p:cNvSpPr>
          <p:nvPr>
            <p:ph type="title"/>
          </p:nvPr>
        </p:nvSpPr>
        <p:spPr>
          <a:ln/>
        </p:spPr>
        <p:txBody>
          <a:bodyPr vert="horz" wrap="square" lIns="91440" tIns="45720" rIns="91440" bIns="45720" anchor="ctr" anchorCtr="0"/>
          <a:p>
            <a:r>
              <a:rPr lang="en-US" altLang="zh-CN" dirty="0"/>
              <a:t>3.4 </a:t>
            </a:r>
            <a:r>
              <a:rPr lang="zh-CN" altLang="en-US" dirty="0"/>
              <a:t>系统流程图</a:t>
            </a:r>
            <a:endParaRPr lang="zh-CN" altLang="en-US" dirty="0"/>
          </a:p>
        </p:txBody>
      </p:sp>
      <p:sp>
        <p:nvSpPr>
          <p:cNvPr id="43011" name="内容占位符 2"/>
          <p:cNvSpPr>
            <a:spLocks noGrp="1" noChangeArrowheads="1"/>
          </p:cNvSpPr>
          <p:nvPr>
            <p:ph idx="1"/>
          </p:nvPr>
        </p:nvSpPr>
        <p:spPr>
          <a:xfrm>
            <a:off x="827088" y="1379538"/>
            <a:ext cx="7391400" cy="368776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系统</a:t>
            </a: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流程图</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20000"/>
              </a:spcBef>
              <a:spcAft>
                <a:spcPct val="0"/>
              </a:spcAft>
              <a:buClr>
                <a:srgbClr val="3333CC"/>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uLnTx/>
                <a:uFillTx/>
                <a:latin typeface="Garamond" panose="02020404030301010803" pitchFamily="18" charset="0"/>
                <a:ea typeface="华文中宋" panose="02010600040101010101" pitchFamily="2" charset="-122"/>
                <a:cs typeface="+mn-cs"/>
              </a:rPr>
              <a:t>系统流程图作为概括</a:t>
            </a:r>
            <a:r>
              <a:rPr kumimoji="0" lang="zh-CN" altLang="en-US" sz="2400" b="1" i="0" u="none" strike="noStrike" kern="0" cap="none" spc="0" normalizeH="0" baseline="0" noProof="0" dirty="0">
                <a:ln>
                  <a:noFill/>
                </a:ln>
                <a:solidFill>
                  <a:srgbClr val="3333CC"/>
                </a:solidFill>
                <a:effectLst/>
                <a:uLnTx/>
                <a:uFillTx/>
                <a:latin typeface="Garamond" panose="02020404030301010803" pitchFamily="18" charset="0"/>
                <a:ea typeface="华文中宋" panose="02010600040101010101" pitchFamily="2" charset="-122"/>
                <a:cs typeface="+mn-cs"/>
              </a:rPr>
              <a:t>描述物理系统</a:t>
            </a:r>
            <a:r>
              <a:rPr kumimoji="0" lang="zh-CN" altLang="en-US" sz="2400" b="1" i="0" u="none" strike="noStrike" kern="0" cap="none" spc="0" normalizeH="0" baseline="0" noProof="0" dirty="0">
                <a:ln>
                  <a:noFill/>
                </a:ln>
                <a:solidFill>
                  <a:schemeClr val="tx1"/>
                </a:solidFill>
                <a:effectLst/>
                <a:uLnTx/>
                <a:uFillTx/>
                <a:latin typeface="Garamond" panose="02020404030301010803" pitchFamily="18" charset="0"/>
                <a:ea typeface="华文中宋" panose="02010600040101010101" pitchFamily="2" charset="-122"/>
                <a:cs typeface="+mn-cs"/>
              </a:rPr>
              <a:t>的图形工具。</a:t>
            </a:r>
            <a:endParaRPr kumimoji="0" lang="en-US" altLang="zh-CN" sz="2400" b="1" i="0" u="none" strike="noStrike" kern="0" cap="none" spc="0" normalizeH="0" baseline="0" noProof="0" dirty="0">
              <a:ln>
                <a:noFill/>
              </a:ln>
              <a:solidFill>
                <a:schemeClr val="tx1"/>
              </a:solidFill>
              <a:effectLst/>
              <a:uLnTx/>
              <a:uFillTx/>
              <a:latin typeface="Garamond" panose="02020404030301010803" pitchFamily="18" charset="0"/>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20000"/>
              </a:spcBef>
              <a:spcAft>
                <a:spcPct val="0"/>
              </a:spcAft>
              <a:buClr>
                <a:srgbClr val="3333CC"/>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uLnTx/>
                <a:uFillTx/>
                <a:latin typeface="Garamond" panose="02020404030301010803" pitchFamily="18" charset="0"/>
                <a:ea typeface="华文中宋" panose="02010600040101010101" pitchFamily="2" charset="-122"/>
                <a:cs typeface="+mn-cs"/>
              </a:rPr>
              <a:t>主要使用</a:t>
            </a:r>
            <a:r>
              <a:rPr kumimoji="0" lang="zh-CN" altLang="en-US" sz="2400" b="1" i="0" u="none" strike="noStrike" kern="0" cap="none" spc="0" normalizeH="0" baseline="0" noProof="0" dirty="0">
                <a:ln>
                  <a:noFill/>
                </a:ln>
                <a:solidFill>
                  <a:srgbClr val="3333CC"/>
                </a:solidFill>
                <a:effectLst/>
                <a:uLnTx/>
                <a:uFillTx/>
                <a:latin typeface="Garamond" panose="02020404030301010803" pitchFamily="18" charset="0"/>
                <a:ea typeface="华文中宋" panose="02010600040101010101" pitchFamily="2" charset="-122"/>
                <a:cs typeface="+mn-cs"/>
              </a:rPr>
              <a:t>图形符号</a:t>
            </a:r>
            <a:r>
              <a:rPr kumimoji="0" lang="zh-CN" altLang="en-US" sz="2400" b="1" i="0" u="none" strike="noStrike" kern="0" cap="none" spc="0" normalizeH="0" baseline="0" noProof="0" dirty="0">
                <a:ln>
                  <a:noFill/>
                </a:ln>
                <a:solidFill>
                  <a:schemeClr val="tx1"/>
                </a:solidFill>
                <a:effectLst/>
                <a:uLnTx/>
                <a:uFillTx/>
                <a:latin typeface="Garamond" panose="02020404030301010803" pitchFamily="18" charset="0"/>
                <a:ea typeface="华文中宋" panose="02010600040101010101" pitchFamily="2" charset="-122"/>
                <a:cs typeface="+mn-cs"/>
              </a:rPr>
              <a:t>描述系统里的每个部件。</a:t>
            </a:r>
            <a:endParaRPr kumimoji="0" lang="en-US" altLang="zh-CN" sz="2400" b="1" i="0" u="none" strike="noStrike" kern="0" cap="none" spc="0" normalizeH="0" baseline="0" noProof="0" dirty="0">
              <a:ln>
                <a:noFill/>
              </a:ln>
              <a:solidFill>
                <a:schemeClr val="tx1"/>
              </a:solidFill>
              <a:effectLst/>
              <a:uLnTx/>
              <a:uFillTx/>
              <a:latin typeface="Garamond" panose="02020404030301010803" pitchFamily="18" charset="0"/>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20000"/>
              </a:spcBef>
              <a:spcAft>
                <a:spcPct val="0"/>
              </a:spcAft>
              <a:buClr>
                <a:srgbClr val="3333CC"/>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tx1"/>
                </a:solidFill>
                <a:effectLst/>
                <a:uLnTx/>
                <a:uFillTx/>
                <a:latin typeface="Garamond" panose="02020404030301010803" pitchFamily="18" charset="0"/>
                <a:ea typeface="华文中宋" panose="02010600040101010101" pitchFamily="2" charset="-122"/>
                <a:cs typeface="+mn-cs"/>
              </a:rPr>
              <a:t>表现信息在系统各部件之间的流动，是</a:t>
            </a:r>
            <a:r>
              <a:rPr kumimoji="0" lang="zh-CN" altLang="en-US" sz="2400" b="1" i="0" u="none" strike="noStrike" kern="0" cap="none" spc="0" normalizeH="0" baseline="0" noProof="0" dirty="0">
                <a:ln>
                  <a:noFill/>
                </a:ln>
                <a:solidFill>
                  <a:srgbClr val="3333CC"/>
                </a:solidFill>
                <a:effectLst/>
                <a:uLnTx/>
                <a:uFillTx/>
                <a:latin typeface="Garamond" panose="02020404030301010803" pitchFamily="18" charset="0"/>
                <a:ea typeface="华文中宋" panose="02010600040101010101" pitchFamily="2" charset="-122"/>
                <a:cs typeface="+mn-cs"/>
              </a:rPr>
              <a:t>物理数据流图，不是控制过程。</a:t>
            </a:r>
            <a:endParaRPr kumimoji="0" lang="zh-CN" altLang="en-US" sz="2400" b="1" i="0" u="none" strike="noStrike" kern="0" cap="none" spc="0" normalizeH="0" baseline="0" noProof="0" dirty="0">
              <a:ln>
                <a:noFill/>
              </a:ln>
              <a:solidFill>
                <a:srgbClr val="3333CC"/>
              </a:solidFill>
              <a:effectLst/>
              <a:uLnTx/>
              <a:uFillTx/>
              <a:latin typeface="Garamond" panose="02020404030301010803" pitchFamily="18" charset="0"/>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0"/>
              </a:spcBef>
              <a:spcAft>
                <a:spcPct val="0"/>
              </a:spcAft>
              <a:buClrTx/>
              <a:buSzPct val="70000"/>
              <a:buFontTx/>
              <a:buNone/>
              <a:defRPr/>
            </a:pPr>
            <a:r>
              <a:rPr kumimoji="0" lang="zh-CN" altLang="en-US" sz="2400" b="1" i="0" u="none" strike="noStrike" kern="0" cap="none" spc="0" normalizeH="0" baseline="0" noProof="0" dirty="0">
                <a:ln>
                  <a:noFill/>
                </a:ln>
                <a:solidFill>
                  <a:schemeClr val="tx1"/>
                </a:solidFill>
                <a:effectLst/>
                <a:uLnTx/>
                <a:uFillTx/>
                <a:latin typeface="Garamond" panose="02020404030301010803" pitchFamily="18" charset="0"/>
                <a:ea typeface="华文中宋" panose="02010600040101010101" pitchFamily="2" charset="-122"/>
                <a:cs typeface="+mn-cs"/>
              </a:rPr>
              <a:t>    </a:t>
            </a:r>
            <a:endParaRPr kumimoji="0" lang="zh-CN" altLang="en-US" sz="2400" b="1" i="0" u="none" strike="noStrike" kern="0" cap="none" spc="0" normalizeH="0" baseline="0" noProof="0" dirty="0">
              <a:ln>
                <a:noFill/>
              </a:ln>
              <a:solidFill>
                <a:schemeClr val="tx1"/>
              </a:solidFill>
              <a:effectLst/>
              <a:uLnTx/>
              <a:uFillTx/>
              <a:latin typeface="Garamond" panose="02020404030301010803" pitchFamily="18" charset="0"/>
              <a:ea typeface="华文中宋" panose="02010600040101010101" pitchFamily="2" charset="-122"/>
              <a:cs typeface="+mn-cs"/>
            </a:endParaRPr>
          </a:p>
        </p:txBody>
      </p:sp>
      <p:sp>
        <p:nvSpPr>
          <p:cNvPr id="3379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1"/>
          <p:cNvSpPr>
            <a:spLocks noGrp="1"/>
          </p:cNvSpPr>
          <p:nvPr>
            <p:ph type="title"/>
          </p:nvPr>
        </p:nvSpPr>
        <p:spPr>
          <a:ln/>
        </p:spPr>
        <p:txBody>
          <a:bodyPr vert="horz" wrap="square" lIns="91440" tIns="45720" rIns="91440" bIns="45720" anchor="ctr" anchorCtr="0"/>
          <a:p>
            <a:r>
              <a:rPr lang="zh-CN" altLang="en-US" dirty="0"/>
              <a:t>可行性研究阶段使用的工具</a:t>
            </a:r>
            <a:endParaRPr lang="zh-CN" altLang="en-US" dirty="0"/>
          </a:p>
        </p:txBody>
      </p:sp>
      <p:sp>
        <p:nvSpPr>
          <p:cNvPr id="34819" name="内容占位符 2"/>
          <p:cNvSpPr>
            <a:spLocks noGrp="1"/>
          </p:cNvSpPr>
          <p:nvPr>
            <p:ph idx="1"/>
          </p:nvPr>
        </p:nvSpPr>
        <p:spPr>
          <a:xfrm>
            <a:off x="827088" y="981075"/>
            <a:ext cx="7391400" cy="552450"/>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系统流程图</a:t>
            </a: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基本符号</a:t>
            </a:r>
            <a:endParaRPr lang="zh-CN" altLang="en-US" dirty="0">
              <a:latin typeface="华文中宋" panose="02010600040101010101" pitchFamily="2" charset="-122"/>
              <a:ea typeface="华文中宋" panose="02010600040101010101" pitchFamily="2" charset="-122"/>
              <a:cs typeface="+mn-cs"/>
            </a:endParaRPr>
          </a:p>
        </p:txBody>
      </p:sp>
      <p:sp>
        <p:nvSpPr>
          <p:cNvPr id="3482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34821" name="图片 2"/>
          <p:cNvPicPr>
            <a:picLocks noChangeAspect="1"/>
          </p:cNvPicPr>
          <p:nvPr/>
        </p:nvPicPr>
        <p:blipFill>
          <a:blip r:embed="rId1"/>
          <a:stretch>
            <a:fillRect/>
          </a:stretch>
        </p:blipFill>
        <p:spPr>
          <a:xfrm>
            <a:off x="1692275" y="1889125"/>
            <a:ext cx="5276850" cy="4095750"/>
          </a:xfrm>
          <a:prstGeom prst="rect">
            <a:avLst/>
          </a:prstGeom>
          <a:noFill/>
          <a:ln w="9525">
            <a:no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a:ln/>
        </p:spPr>
        <p:txBody>
          <a:bodyPr vert="horz" wrap="square" lIns="91440" tIns="45720" rIns="91440" bIns="45720" anchor="ctr" anchorCtr="0"/>
          <a:p>
            <a:r>
              <a:rPr lang="zh-CN" altLang="zh-CN" dirty="0"/>
              <a:t>系统流程图的作用</a:t>
            </a:r>
            <a:endParaRPr lang="zh-CN" altLang="en-US" dirty="0"/>
          </a:p>
        </p:txBody>
      </p:sp>
      <p:sp>
        <p:nvSpPr>
          <p:cNvPr id="35843" name="内容占位符 2"/>
          <p:cNvSpPr>
            <a:spLocks noGrp="1"/>
          </p:cNvSpPr>
          <p:nvPr>
            <p:ph idx="1"/>
          </p:nvPr>
        </p:nvSpPr>
        <p:spPr>
          <a:xfrm>
            <a:off x="827088" y="1379538"/>
            <a:ext cx="7391400" cy="4405312"/>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zh-CN" dirty="0">
                <a:latin typeface="华文中宋" panose="02010600040101010101" pitchFamily="2" charset="-122"/>
                <a:ea typeface="华文中宋" panose="02010600040101010101" pitchFamily="2" charset="-122"/>
                <a:cs typeface="+mn-cs"/>
              </a:rPr>
              <a:t>．制作系统流程图的过程是系统分析员全面了解系统业务处理情况的过程，它是系统分析员作进一步分析的依据。 </a:t>
            </a:r>
            <a:endParaRPr lang="zh-CN"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2</a:t>
            </a:r>
            <a:r>
              <a:rPr lang="zh-CN" altLang="zh-CN" dirty="0">
                <a:latin typeface="华文中宋" panose="02010600040101010101" pitchFamily="2" charset="-122"/>
                <a:ea typeface="华文中宋" panose="02010600040101010101" pitchFamily="2" charset="-122"/>
                <a:cs typeface="+mn-cs"/>
              </a:rPr>
              <a:t>．系统流程图是系统分析员、管理人员、业务操作人员相互交流的工具。 </a:t>
            </a:r>
            <a:endParaRPr lang="zh-CN"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．系统分析员可直接在系统流程图上拟出可以实现计算机处理的部分。 </a:t>
            </a:r>
            <a:endParaRPr lang="zh-CN"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4</a:t>
            </a:r>
            <a:r>
              <a:rPr lang="zh-CN" altLang="zh-CN" dirty="0">
                <a:latin typeface="华文中宋" panose="02010600040101010101" pitchFamily="2" charset="-122"/>
                <a:ea typeface="华文中宋" panose="02010600040101010101" pitchFamily="2" charset="-122"/>
                <a:cs typeface="+mn-cs"/>
              </a:rPr>
              <a:t>．可利用系统流程图来分析业务流程的合理性。</a:t>
            </a:r>
            <a:r>
              <a:rPr lang="zh-CN" altLang="en-US" b="1" dirty="0">
                <a:latin typeface="Garamond" panose="02020404030301010803" pitchFamily="18" charset="0"/>
                <a:ea typeface="华文中宋" panose="02010600040101010101" pitchFamily="2" charset="-122"/>
                <a:cs typeface="+mn-cs"/>
              </a:rPr>
              <a:t>    </a:t>
            </a:r>
            <a:endParaRPr lang="zh-CN" altLang="en-US" b="1" dirty="0">
              <a:latin typeface="Garamond" panose="02020404030301010803" pitchFamily="18" charset="0"/>
              <a:ea typeface="华文中宋" panose="02010600040101010101" pitchFamily="2" charset="-122"/>
              <a:cs typeface="+mn-cs"/>
            </a:endParaRPr>
          </a:p>
        </p:txBody>
      </p:sp>
      <p:sp>
        <p:nvSpPr>
          <p:cNvPr id="358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a:ln/>
        </p:spPr>
        <p:txBody>
          <a:bodyPr vert="horz" wrap="square" lIns="91440" tIns="45720" rIns="91440" bIns="45720" anchor="ctr" anchorCtr="0"/>
          <a:p>
            <a:r>
              <a:rPr lang="zh-CN" altLang="en-US" dirty="0"/>
              <a:t>系统流程图</a:t>
            </a:r>
            <a:r>
              <a:rPr lang="en-US" altLang="zh-CN" dirty="0"/>
              <a:t>—</a:t>
            </a:r>
            <a:r>
              <a:rPr lang="zh-CN" altLang="en-US" dirty="0"/>
              <a:t>例题</a:t>
            </a:r>
            <a:endParaRPr lang="zh-CN" altLang="en-US" dirty="0"/>
          </a:p>
        </p:txBody>
      </p:sp>
      <p:sp>
        <p:nvSpPr>
          <p:cNvPr id="36867" name="内容占位符 2"/>
          <p:cNvSpPr>
            <a:spLocks noGrp="1"/>
          </p:cNvSpPr>
          <p:nvPr>
            <p:ph idx="1"/>
          </p:nvPr>
        </p:nvSpPr>
        <p:spPr>
          <a:xfrm>
            <a:off x="395288" y="1074738"/>
            <a:ext cx="8280400" cy="2714625"/>
          </a:xfrm>
          <a:ln/>
        </p:spPr>
        <p:txBody>
          <a:bodyPr vert="horz" wrap="square" lIns="91440" tIns="45720" rIns="91440" bIns="45720" anchor="t" anchorCtr="0">
            <a:spAutoFit/>
          </a:bodyPr>
          <a:p>
            <a:pPr marL="0" indent="0">
              <a:lnSpc>
                <a:spcPct val="120000"/>
              </a:lnSpc>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例题</a:t>
            </a: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某装配厂有一座存放零件的仓库，仓库中现有的各种零件的数量以及每种零件的库存量临界值等数据记录在库存清单主文件中。当仓库中零件数量有变化时，应该及时修改库存清单文件，如果哪种零件的库存量少于它的库存量临界值，则应该报告给采购部门以便定货，规定每天向采购部门送一次定货报告。</a:t>
            </a:r>
            <a:endParaRPr lang="zh-CN" altLang="en-US" dirty="0">
              <a:latin typeface="华文中宋" panose="02010600040101010101" pitchFamily="2" charset="-122"/>
              <a:ea typeface="华文中宋" panose="02010600040101010101" pitchFamily="2" charset="-122"/>
              <a:cs typeface="+mn-cs"/>
            </a:endParaRPr>
          </a:p>
        </p:txBody>
      </p:sp>
      <p:sp>
        <p:nvSpPr>
          <p:cNvPr id="368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36869" name="Group 4"/>
          <p:cNvGrpSpPr/>
          <p:nvPr/>
        </p:nvGrpSpPr>
        <p:grpSpPr>
          <a:xfrm>
            <a:off x="755650" y="3933825"/>
            <a:ext cx="7620000" cy="2133600"/>
            <a:chOff x="624" y="2400"/>
            <a:chExt cx="4368" cy="1536"/>
          </a:xfrm>
        </p:grpSpPr>
        <p:sp>
          <p:nvSpPr>
            <p:cNvPr id="36870" name="AutoShape 5"/>
            <p:cNvSpPr/>
            <p:nvPr/>
          </p:nvSpPr>
          <p:spPr>
            <a:xfrm>
              <a:off x="624" y="2400"/>
              <a:ext cx="1152" cy="624"/>
            </a:xfrm>
            <a:prstGeom prst="triangle">
              <a:avLst>
                <a:gd name="adj" fmla="val 50000"/>
              </a:avLst>
            </a:prstGeom>
            <a:solidFill>
              <a:srgbClr val="FFFFFF"/>
            </a:solidFill>
            <a:ln w="9525">
              <a:noFill/>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endParaRPr lang="zh-CN" altLang="en-US" sz="1800" b="1" dirty="0">
                <a:solidFill>
                  <a:srgbClr val="FF0000"/>
                </a:solidFill>
                <a:latin typeface="Garamond" panose="02020404030301010803" pitchFamily="18" charset="0"/>
              </a:endParaRPr>
            </a:p>
          </p:txBody>
        </p:sp>
        <p:grpSp>
          <p:nvGrpSpPr>
            <p:cNvPr id="36871" name="Group 6"/>
            <p:cNvGrpSpPr/>
            <p:nvPr/>
          </p:nvGrpSpPr>
          <p:grpSpPr>
            <a:xfrm>
              <a:off x="624" y="2400"/>
              <a:ext cx="4368" cy="1536"/>
              <a:chOff x="632" y="2246"/>
              <a:chExt cx="3648" cy="1248"/>
            </a:xfrm>
          </p:grpSpPr>
          <p:grpSp>
            <p:nvGrpSpPr>
              <p:cNvPr id="36872" name="Group 7"/>
              <p:cNvGrpSpPr/>
              <p:nvPr/>
            </p:nvGrpSpPr>
            <p:grpSpPr>
              <a:xfrm>
                <a:off x="1562" y="2845"/>
                <a:ext cx="562" cy="205"/>
                <a:chOff x="4317" y="6545"/>
                <a:chExt cx="1080" cy="358"/>
              </a:xfrm>
            </p:grpSpPr>
            <p:sp>
              <p:nvSpPr>
                <p:cNvPr id="36899" name="Text Box 8"/>
                <p:cNvSpPr txBox="1"/>
                <p:nvPr/>
              </p:nvSpPr>
              <p:spPr>
                <a:xfrm>
                  <a:off x="4408" y="6545"/>
                  <a:ext cx="900" cy="312"/>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80000"/>
                    </a:lnSpc>
                    <a:spcBef>
                      <a:spcPct val="0"/>
                    </a:spcBef>
                    <a:buClrTx/>
                    <a:buSzTx/>
                    <a:buFontTx/>
                    <a:buNone/>
                  </a:pPr>
                  <a:r>
                    <a:rPr lang="zh-CN" altLang="en-US" b="1" dirty="0">
                      <a:solidFill>
                        <a:srgbClr val="FF0000"/>
                      </a:solidFill>
                      <a:latin typeface="Times New Roman" panose="02020603050405020304" pitchFamily="18" charset="0"/>
                      <a:ea typeface="楷体_GB2312"/>
                    </a:rPr>
                    <a:t>变化</a:t>
                  </a:r>
                  <a:endParaRPr lang="zh-CN" altLang="en-US" b="1" dirty="0">
                    <a:solidFill>
                      <a:srgbClr val="FF0000"/>
                    </a:solidFill>
                    <a:latin typeface="Times New Roman" panose="02020603050405020304" pitchFamily="18" charset="0"/>
                    <a:ea typeface="楷体_GB2312"/>
                  </a:endParaRPr>
                </a:p>
              </p:txBody>
            </p:sp>
            <p:sp>
              <p:nvSpPr>
                <p:cNvPr id="36900" name="Line 9"/>
                <p:cNvSpPr/>
                <p:nvPr/>
              </p:nvSpPr>
              <p:spPr>
                <a:xfrm>
                  <a:off x="4317" y="6903"/>
                  <a:ext cx="1080" cy="0"/>
                </a:xfrm>
                <a:prstGeom prst="line">
                  <a:avLst/>
                </a:prstGeom>
                <a:ln w="12700" cap="flat" cmpd="sng">
                  <a:solidFill>
                    <a:srgbClr val="000000"/>
                  </a:solidFill>
                  <a:prstDash val="solid"/>
                  <a:headEnd type="none" w="med" len="med"/>
                  <a:tailEnd type="arrow" w="sm" len="med"/>
                </a:ln>
              </p:spPr>
            </p:sp>
          </p:grpSp>
          <p:sp>
            <p:nvSpPr>
              <p:cNvPr id="36873" name="AutoShape 10"/>
              <p:cNvSpPr/>
              <p:nvPr/>
            </p:nvSpPr>
            <p:spPr>
              <a:xfrm>
                <a:off x="695" y="2655"/>
                <a:ext cx="811" cy="750"/>
              </a:xfrm>
              <a:prstGeom prst="flowChartMagneticDisk">
                <a:avLst/>
              </a:prstGeom>
              <a:solidFill>
                <a:srgbClr val="FFFFFF"/>
              </a:solidFill>
              <a:ln w="9525" cap="flat" cmpd="sng">
                <a:solidFill>
                  <a:srgbClr val="000000"/>
                </a:solidFill>
                <a:prstDash val="solid"/>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endParaRPr lang="zh-CN" altLang="en-US" sz="1800" b="1" dirty="0">
                  <a:solidFill>
                    <a:srgbClr val="FF0000"/>
                  </a:solidFill>
                  <a:latin typeface="Garamond" panose="02020404030301010803" pitchFamily="18" charset="0"/>
                </a:endParaRPr>
              </a:p>
            </p:txBody>
          </p:sp>
          <p:sp>
            <p:nvSpPr>
              <p:cNvPr id="36874" name="Freeform 11"/>
              <p:cNvSpPr/>
              <p:nvPr/>
            </p:nvSpPr>
            <p:spPr>
              <a:xfrm>
                <a:off x="706" y="2591"/>
                <a:ext cx="794" cy="214"/>
              </a:xfrm>
              <a:custGeom>
                <a:avLst/>
                <a:gdLst>
                  <a:gd name="txL" fmla="*/ 0 w 1440"/>
                  <a:gd name="txT" fmla="*/ 0 h 400"/>
                  <a:gd name="txR" fmla="*/ 1440 w 1440"/>
                  <a:gd name="txB" fmla="*/ 400 h 400"/>
                </a:gdLst>
                <a:ahLst/>
                <a:cxnLst>
                  <a:cxn ang="0">
                    <a:pos x="1" y="1"/>
                  </a:cxn>
                  <a:cxn ang="0">
                    <a:pos x="1" y="1"/>
                  </a:cxn>
                  <a:cxn ang="0">
                    <a:pos x="1" y="1"/>
                  </a:cxn>
                  <a:cxn ang="0">
                    <a:pos x="1" y="1"/>
                  </a:cxn>
                  <a:cxn ang="0">
                    <a:pos x="1" y="1"/>
                  </a:cxn>
                  <a:cxn ang="0">
                    <a:pos x="1" y="1"/>
                  </a:cxn>
                  <a:cxn ang="0">
                    <a:pos x="1" y="1"/>
                  </a:cxn>
                  <a:cxn ang="0">
                    <a:pos x="1" y="1"/>
                  </a:cxn>
                  <a:cxn ang="0">
                    <a:pos x="0" y="1"/>
                  </a:cxn>
                  <a:cxn ang="0">
                    <a:pos x="1" y="1"/>
                  </a:cxn>
                  <a:cxn ang="0">
                    <a:pos x="1" y="1"/>
                  </a:cxn>
                  <a:cxn ang="0">
                    <a:pos x="1" y="1"/>
                  </a:cxn>
                </a:cxnLst>
                <a:rect l="txL" t="txT" r="txR" b="txB"/>
                <a:pathLst>
                  <a:path w="1440" h="400">
                    <a:moveTo>
                      <a:pt x="300" y="51"/>
                    </a:moveTo>
                    <a:cubicBezTo>
                      <a:pt x="454" y="0"/>
                      <a:pt x="328" y="28"/>
                      <a:pt x="525" y="36"/>
                    </a:cubicBezTo>
                    <a:cubicBezTo>
                      <a:pt x="720" y="44"/>
                      <a:pt x="915" y="46"/>
                      <a:pt x="1110" y="51"/>
                    </a:cubicBezTo>
                    <a:cubicBezTo>
                      <a:pt x="1142" y="62"/>
                      <a:pt x="1167" y="88"/>
                      <a:pt x="1200" y="96"/>
                    </a:cubicBezTo>
                    <a:cubicBezTo>
                      <a:pt x="1244" y="107"/>
                      <a:pt x="1290" y="106"/>
                      <a:pt x="1335" y="111"/>
                    </a:cubicBezTo>
                    <a:cubicBezTo>
                      <a:pt x="1355" y="172"/>
                      <a:pt x="1379" y="196"/>
                      <a:pt x="1440" y="216"/>
                    </a:cubicBezTo>
                    <a:cubicBezTo>
                      <a:pt x="1409" y="400"/>
                      <a:pt x="1358" y="335"/>
                      <a:pt x="1140" y="351"/>
                    </a:cubicBezTo>
                    <a:cubicBezTo>
                      <a:pt x="989" y="362"/>
                      <a:pt x="998" y="363"/>
                      <a:pt x="870" y="381"/>
                    </a:cubicBezTo>
                    <a:cubicBezTo>
                      <a:pt x="564" y="370"/>
                      <a:pt x="305" y="334"/>
                      <a:pt x="0" y="321"/>
                    </a:cubicBezTo>
                    <a:cubicBezTo>
                      <a:pt x="18" y="210"/>
                      <a:pt x="28" y="195"/>
                      <a:pt x="120" y="126"/>
                    </a:cubicBezTo>
                    <a:cubicBezTo>
                      <a:pt x="134" y="115"/>
                      <a:pt x="148" y="102"/>
                      <a:pt x="165" y="96"/>
                    </a:cubicBezTo>
                    <a:cubicBezTo>
                      <a:pt x="327" y="42"/>
                      <a:pt x="198" y="119"/>
                      <a:pt x="300" y="51"/>
                    </a:cubicBezTo>
                    <a:close/>
                  </a:path>
                </a:pathLst>
              </a:custGeom>
              <a:solidFill>
                <a:srgbClr val="FFFFFF">
                  <a:alpha val="100000"/>
                </a:srgbClr>
              </a:solidFill>
              <a:ln w="9525">
                <a:noFill/>
              </a:ln>
            </p:spPr>
            <p:txBody>
              <a:bodyPr/>
              <a:p>
                <a:endParaRPr lang="zh-CN" altLang="en-US"/>
              </a:p>
            </p:txBody>
          </p:sp>
          <p:sp>
            <p:nvSpPr>
              <p:cNvPr id="36875" name="Text Box 12"/>
              <p:cNvSpPr txBox="1"/>
              <p:nvPr/>
            </p:nvSpPr>
            <p:spPr>
              <a:xfrm>
                <a:off x="882" y="2488"/>
                <a:ext cx="434" cy="251"/>
              </a:xfrm>
              <a:prstGeom prst="rect">
                <a:avLst/>
              </a:prstGeom>
              <a:solidFill>
                <a:srgbClr val="FFFFFF"/>
              </a:solidFill>
              <a:ln w="9525" cap="flat" cmpd="sng">
                <a:solidFill>
                  <a:srgbClr val="FFFFFF"/>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r>
                  <a:rPr lang="zh-CN" altLang="en-US" b="1" dirty="0">
                    <a:solidFill>
                      <a:srgbClr val="FF0000"/>
                    </a:solidFill>
                    <a:latin typeface="Times New Roman" panose="02020603050405020304" pitchFamily="18" charset="0"/>
                    <a:ea typeface="楷体_GB2312"/>
                  </a:rPr>
                  <a:t>仓库</a:t>
                </a:r>
                <a:endParaRPr lang="zh-CN" altLang="en-US" b="1" dirty="0">
                  <a:solidFill>
                    <a:srgbClr val="FF0000"/>
                  </a:solidFill>
                  <a:latin typeface="Times New Roman" panose="02020603050405020304" pitchFamily="18" charset="0"/>
                  <a:ea typeface="楷体_GB2312"/>
                </a:endParaRPr>
              </a:p>
            </p:txBody>
          </p:sp>
          <p:sp>
            <p:nvSpPr>
              <p:cNvPr id="36876" name="Text Box 13"/>
              <p:cNvSpPr txBox="1"/>
              <p:nvPr/>
            </p:nvSpPr>
            <p:spPr>
              <a:xfrm>
                <a:off x="731" y="2905"/>
                <a:ext cx="695" cy="416"/>
              </a:xfrm>
              <a:prstGeom prst="rect">
                <a:avLst/>
              </a:prstGeom>
              <a:solidFill>
                <a:srgbClr val="FFFFFF"/>
              </a:solid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r>
                  <a:rPr lang="zh-CN" altLang="en-US" sz="1400" b="1" dirty="0">
                    <a:solidFill>
                      <a:srgbClr val="FF0000"/>
                    </a:solidFill>
                    <a:latin typeface="Times New Roman" panose="02020603050405020304" pitchFamily="18" charset="0"/>
                    <a:ea typeface="楷体_GB2312"/>
                  </a:rPr>
                  <a:t>零</a:t>
                </a:r>
                <a:r>
                  <a:rPr lang="zh-CN" altLang="en-US" sz="1400" b="1" dirty="0">
                    <a:solidFill>
                      <a:srgbClr val="FF0000"/>
                    </a:solidFill>
                    <a:latin typeface="楷体_GB2312"/>
                    <a:ea typeface="楷体_GB2312"/>
                  </a:rPr>
                  <a:t>  </a:t>
                </a:r>
                <a:r>
                  <a:rPr lang="zh-CN" altLang="en-US" sz="1400" b="1" dirty="0">
                    <a:solidFill>
                      <a:srgbClr val="FF0000"/>
                    </a:solidFill>
                    <a:latin typeface="Times New Roman" panose="02020603050405020304" pitchFamily="18" charset="0"/>
                    <a:ea typeface="楷体_GB2312"/>
                  </a:rPr>
                  <a:t>库存量</a:t>
                </a:r>
                <a:endParaRPr lang="zh-CN" altLang="en-US" sz="1400" b="1" dirty="0">
                  <a:solidFill>
                    <a:srgbClr val="FF0000"/>
                  </a:solidFill>
                  <a:latin typeface="Times New Roman" panose="02020603050405020304" pitchFamily="18" charset="0"/>
                  <a:ea typeface="楷体_GB2312"/>
                </a:endParaRPr>
              </a:p>
              <a:p>
                <a:pPr marL="0" lvl="0" indent="0" eaLnBrk="1" hangingPunct="1">
                  <a:lnSpc>
                    <a:spcPct val="100000"/>
                  </a:lnSpc>
                  <a:spcBef>
                    <a:spcPct val="0"/>
                  </a:spcBef>
                  <a:buClrTx/>
                  <a:buSzTx/>
                  <a:buFontTx/>
                  <a:buNone/>
                </a:pPr>
                <a:r>
                  <a:rPr lang="zh-CN" altLang="en-US" sz="1400" b="1" dirty="0">
                    <a:solidFill>
                      <a:srgbClr val="FF0000"/>
                    </a:solidFill>
                    <a:latin typeface="Times New Roman" panose="02020603050405020304" pitchFamily="18" charset="0"/>
                    <a:ea typeface="楷体_GB2312"/>
                  </a:rPr>
                  <a:t>件   临界值</a:t>
                </a:r>
                <a:endParaRPr lang="zh-CN" altLang="en-US" sz="1400" b="1" dirty="0">
                  <a:solidFill>
                    <a:srgbClr val="FF0000"/>
                  </a:solidFill>
                  <a:latin typeface="Times New Roman" panose="02020603050405020304" pitchFamily="18" charset="0"/>
                  <a:ea typeface="楷体_GB2312"/>
                </a:endParaRPr>
              </a:p>
            </p:txBody>
          </p:sp>
          <p:sp>
            <p:nvSpPr>
              <p:cNvPr id="36877" name="AutoShape 14"/>
              <p:cNvSpPr/>
              <p:nvPr/>
            </p:nvSpPr>
            <p:spPr>
              <a:xfrm>
                <a:off x="864" y="2928"/>
                <a:ext cx="93" cy="211"/>
              </a:xfrm>
              <a:prstGeom prst="leftBrace">
                <a:avLst>
                  <a:gd name="adj1" fmla="val 18906"/>
                  <a:gd name="adj2" fmla="val 50000"/>
                </a:avLst>
              </a:prstGeom>
              <a:noFill/>
              <a:ln w="9525" cap="flat" cmpd="sng">
                <a:solidFill>
                  <a:srgbClr val="000000"/>
                </a:solidFill>
                <a:prstDash val="solid"/>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endParaRPr lang="zh-CN" altLang="en-US" sz="1800" b="1" dirty="0">
                  <a:solidFill>
                    <a:srgbClr val="FF0000"/>
                  </a:solidFill>
                  <a:latin typeface="Garamond" panose="02020404030301010803" pitchFamily="18" charset="0"/>
                </a:endParaRPr>
              </a:p>
            </p:txBody>
          </p:sp>
          <p:grpSp>
            <p:nvGrpSpPr>
              <p:cNvPr id="36878" name="Group 15"/>
              <p:cNvGrpSpPr/>
              <p:nvPr/>
            </p:nvGrpSpPr>
            <p:grpSpPr>
              <a:xfrm>
                <a:off x="2152" y="2515"/>
                <a:ext cx="750" cy="979"/>
                <a:chOff x="5580" y="5967"/>
                <a:chExt cx="1440" cy="1713"/>
              </a:xfrm>
            </p:grpSpPr>
            <p:sp>
              <p:nvSpPr>
                <p:cNvPr id="36895" name="Rectangle 16"/>
                <p:cNvSpPr/>
                <p:nvPr/>
              </p:nvSpPr>
              <p:spPr>
                <a:xfrm>
                  <a:off x="5940" y="5967"/>
                  <a:ext cx="1080" cy="140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endParaRPr lang="zh-CN" altLang="en-US" sz="1800" b="1" dirty="0">
                    <a:solidFill>
                      <a:srgbClr val="FF0000"/>
                    </a:solidFill>
                    <a:latin typeface="Garamond" panose="02020404030301010803" pitchFamily="18" charset="0"/>
                  </a:endParaRPr>
                </a:p>
              </p:txBody>
            </p:sp>
            <p:sp>
              <p:nvSpPr>
                <p:cNvPr id="36896" name="Rectangle 17"/>
                <p:cNvSpPr/>
                <p:nvPr/>
              </p:nvSpPr>
              <p:spPr>
                <a:xfrm>
                  <a:off x="5760" y="6120"/>
                  <a:ext cx="1080" cy="140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endParaRPr lang="zh-CN" altLang="en-US" sz="1800" b="1" dirty="0">
                    <a:solidFill>
                      <a:srgbClr val="FF0000"/>
                    </a:solidFill>
                    <a:latin typeface="Garamond" panose="02020404030301010803" pitchFamily="18" charset="0"/>
                  </a:endParaRPr>
                </a:p>
              </p:txBody>
            </p:sp>
            <p:sp>
              <p:nvSpPr>
                <p:cNvPr id="36897" name="Rectangle 18"/>
                <p:cNvSpPr/>
                <p:nvPr/>
              </p:nvSpPr>
              <p:spPr>
                <a:xfrm>
                  <a:off x="5580" y="6276"/>
                  <a:ext cx="1080" cy="1404"/>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endParaRPr lang="zh-CN" altLang="en-US" sz="1800" b="1" dirty="0">
                    <a:solidFill>
                      <a:srgbClr val="FF0000"/>
                    </a:solidFill>
                    <a:latin typeface="Garamond" panose="02020404030301010803" pitchFamily="18" charset="0"/>
                  </a:endParaRPr>
                </a:p>
              </p:txBody>
            </p:sp>
            <p:sp>
              <p:nvSpPr>
                <p:cNvPr id="36898" name="Text Box 19"/>
                <p:cNvSpPr txBox="1"/>
                <p:nvPr/>
              </p:nvSpPr>
              <p:spPr>
                <a:xfrm>
                  <a:off x="5580" y="6432"/>
                  <a:ext cx="1049" cy="1092"/>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96000"/>
                    </a:lnSpc>
                    <a:spcBef>
                      <a:spcPct val="0"/>
                    </a:spcBef>
                    <a:buClrTx/>
                    <a:buSzTx/>
                    <a:buFontTx/>
                    <a:buNone/>
                  </a:pPr>
                  <a:r>
                    <a:rPr lang="zh-CN" altLang="en-US" sz="1600" b="1" dirty="0">
                      <a:solidFill>
                        <a:srgbClr val="FF0000"/>
                      </a:solidFill>
                      <a:latin typeface="Times New Roman" panose="02020603050405020304" pitchFamily="18" charset="0"/>
                      <a:ea typeface="楷体_GB2312"/>
                    </a:rPr>
                    <a:t>库存清单</a:t>
                  </a:r>
                  <a:endParaRPr lang="zh-CN" altLang="en-US" sz="1600" b="1" dirty="0">
                    <a:solidFill>
                      <a:srgbClr val="FF0000"/>
                    </a:solidFill>
                    <a:latin typeface="Times New Roman" panose="02020603050405020304" pitchFamily="18" charset="0"/>
                    <a:ea typeface="楷体_GB2312"/>
                  </a:endParaRPr>
                </a:p>
                <a:p>
                  <a:pPr marL="0" lvl="0" indent="0" eaLnBrk="1" hangingPunct="1">
                    <a:lnSpc>
                      <a:spcPct val="96000"/>
                    </a:lnSpc>
                    <a:spcBef>
                      <a:spcPct val="0"/>
                    </a:spcBef>
                    <a:buClrTx/>
                    <a:buSzTx/>
                    <a:buFontTx/>
                    <a:buNone/>
                  </a:pPr>
                  <a:endParaRPr lang="zh-CN" altLang="en-US" sz="1000" b="1" dirty="0">
                    <a:solidFill>
                      <a:srgbClr val="FF0000"/>
                    </a:solidFill>
                    <a:latin typeface="Times New Roman" panose="02020603050405020304" pitchFamily="18" charset="0"/>
                    <a:ea typeface="楷体_GB2312"/>
                  </a:endParaRPr>
                </a:p>
                <a:p>
                  <a:pPr marL="0" lvl="0" indent="0" eaLnBrk="1" hangingPunct="1">
                    <a:lnSpc>
                      <a:spcPct val="100000"/>
                    </a:lnSpc>
                    <a:spcBef>
                      <a:spcPct val="0"/>
                    </a:spcBef>
                    <a:buClrTx/>
                    <a:buSzTx/>
                    <a:buFontTx/>
                    <a:buNone/>
                  </a:pPr>
                  <a:r>
                    <a:rPr lang="en-US" altLang="zh-CN" sz="500" b="1" dirty="0">
                      <a:solidFill>
                        <a:srgbClr val="FF0000"/>
                      </a:solidFill>
                      <a:latin typeface="Times New Roman" panose="02020603050405020304" pitchFamily="18" charset="0"/>
                      <a:ea typeface="楷体_GB2312"/>
                    </a:rPr>
                    <a:t>XX    </a:t>
                  </a:r>
                  <a:r>
                    <a:rPr lang="zh-CN" altLang="en-US" sz="500" b="1" dirty="0">
                      <a:solidFill>
                        <a:srgbClr val="FF0000"/>
                      </a:solidFill>
                      <a:latin typeface="Times New Roman" panose="02020603050405020304" pitchFamily="18" charset="0"/>
                      <a:ea typeface="楷体_GB2312"/>
                    </a:rPr>
                    <a:t>：   </a:t>
                  </a:r>
                  <a:r>
                    <a:rPr lang="en-US" altLang="zh-CN" sz="500" b="1" dirty="0">
                      <a:solidFill>
                        <a:srgbClr val="FF0000"/>
                      </a:solidFill>
                      <a:latin typeface="Times New Roman" panose="02020603050405020304" pitchFamily="18" charset="0"/>
                      <a:ea typeface="楷体_GB2312"/>
                    </a:rPr>
                    <a:t>————</a:t>
                  </a:r>
                  <a:endParaRPr lang="en-US" altLang="zh-CN" sz="500" b="1" dirty="0">
                    <a:solidFill>
                      <a:srgbClr val="FF0000"/>
                    </a:solidFill>
                    <a:latin typeface="Times New Roman" panose="02020603050405020304" pitchFamily="18" charset="0"/>
                    <a:ea typeface="楷体_GB2312"/>
                  </a:endParaRPr>
                </a:p>
                <a:p>
                  <a:pPr marL="0" lvl="0" indent="0" eaLnBrk="1" hangingPunct="1">
                    <a:lnSpc>
                      <a:spcPct val="100000"/>
                    </a:lnSpc>
                    <a:spcBef>
                      <a:spcPct val="0"/>
                    </a:spcBef>
                    <a:buClrTx/>
                    <a:buSzTx/>
                    <a:buFontTx/>
                    <a:buNone/>
                  </a:pPr>
                  <a:r>
                    <a:rPr lang="en-US" altLang="zh-CN" sz="500" b="1" dirty="0">
                      <a:solidFill>
                        <a:srgbClr val="FF0000"/>
                      </a:solidFill>
                      <a:latin typeface="Times New Roman" panose="02020603050405020304" pitchFamily="18" charset="0"/>
                      <a:ea typeface="楷体_GB2312"/>
                    </a:rPr>
                    <a:t>                       ————</a:t>
                  </a:r>
                  <a:endParaRPr lang="en-US" altLang="zh-CN" sz="500" b="1" dirty="0">
                    <a:solidFill>
                      <a:srgbClr val="FF0000"/>
                    </a:solidFill>
                    <a:latin typeface="Times New Roman" panose="02020603050405020304" pitchFamily="18" charset="0"/>
                    <a:ea typeface="楷体_GB2312"/>
                  </a:endParaRPr>
                </a:p>
                <a:p>
                  <a:pPr marL="0" lvl="0" indent="0" eaLnBrk="1" hangingPunct="1">
                    <a:lnSpc>
                      <a:spcPct val="100000"/>
                    </a:lnSpc>
                    <a:spcBef>
                      <a:spcPct val="0"/>
                    </a:spcBef>
                    <a:buClrTx/>
                    <a:buSzTx/>
                    <a:buFontTx/>
                    <a:buNone/>
                  </a:pPr>
                  <a:r>
                    <a:rPr lang="en-US" altLang="zh-CN" sz="500" b="1" dirty="0">
                      <a:solidFill>
                        <a:srgbClr val="FF0000"/>
                      </a:solidFill>
                      <a:latin typeface="Times New Roman" panose="02020603050405020304" pitchFamily="18" charset="0"/>
                      <a:ea typeface="楷体_GB2312"/>
                    </a:rPr>
                    <a:t>XX    </a:t>
                  </a:r>
                  <a:r>
                    <a:rPr lang="zh-CN" altLang="en-US" sz="500" b="1" dirty="0">
                      <a:solidFill>
                        <a:srgbClr val="FF0000"/>
                      </a:solidFill>
                      <a:latin typeface="Times New Roman" panose="02020603050405020304" pitchFamily="18" charset="0"/>
                      <a:ea typeface="楷体_GB2312"/>
                    </a:rPr>
                    <a:t>：   </a:t>
                  </a:r>
                  <a:r>
                    <a:rPr lang="en-US" altLang="zh-CN" sz="500" b="1" dirty="0">
                      <a:solidFill>
                        <a:srgbClr val="FF0000"/>
                      </a:solidFill>
                      <a:latin typeface="Times New Roman" panose="02020603050405020304" pitchFamily="18" charset="0"/>
                      <a:ea typeface="楷体_GB2312"/>
                    </a:rPr>
                    <a:t>————</a:t>
                  </a:r>
                  <a:endParaRPr lang="en-US" altLang="zh-CN" sz="500" b="1" dirty="0">
                    <a:solidFill>
                      <a:srgbClr val="FF0000"/>
                    </a:solidFill>
                    <a:latin typeface="Times New Roman" panose="02020603050405020304" pitchFamily="18" charset="0"/>
                    <a:ea typeface="楷体_GB2312"/>
                  </a:endParaRPr>
                </a:p>
                <a:p>
                  <a:pPr marL="0" lvl="0" indent="0" eaLnBrk="1" hangingPunct="1">
                    <a:lnSpc>
                      <a:spcPct val="100000"/>
                    </a:lnSpc>
                    <a:spcBef>
                      <a:spcPct val="0"/>
                    </a:spcBef>
                    <a:buClrTx/>
                    <a:buSzTx/>
                    <a:buFontTx/>
                    <a:buNone/>
                  </a:pPr>
                  <a:r>
                    <a:rPr lang="en-US" altLang="zh-CN" sz="500" b="1" dirty="0">
                      <a:solidFill>
                        <a:srgbClr val="FF0000"/>
                      </a:solidFill>
                      <a:latin typeface="Times New Roman" panose="02020603050405020304" pitchFamily="18" charset="0"/>
                      <a:ea typeface="楷体_GB2312"/>
                    </a:rPr>
                    <a:t>                 …………</a:t>
                  </a:r>
                  <a:endParaRPr lang="en-US" altLang="zh-CN" sz="500" b="1" dirty="0">
                    <a:solidFill>
                      <a:srgbClr val="FF0000"/>
                    </a:solidFill>
                    <a:latin typeface="Times New Roman" panose="02020603050405020304" pitchFamily="18" charset="0"/>
                    <a:ea typeface="楷体_GB2312"/>
                  </a:endParaRPr>
                </a:p>
              </p:txBody>
            </p:sp>
          </p:grpSp>
          <p:grpSp>
            <p:nvGrpSpPr>
              <p:cNvPr id="36879" name="Group 20"/>
              <p:cNvGrpSpPr/>
              <p:nvPr/>
            </p:nvGrpSpPr>
            <p:grpSpPr>
              <a:xfrm>
                <a:off x="2861" y="2813"/>
                <a:ext cx="880" cy="268"/>
                <a:chOff x="7016" y="6489"/>
                <a:chExt cx="1690" cy="468"/>
              </a:xfrm>
            </p:grpSpPr>
            <p:sp>
              <p:nvSpPr>
                <p:cNvPr id="36893" name="Text Box 21"/>
                <p:cNvSpPr txBox="1"/>
                <p:nvPr/>
              </p:nvSpPr>
              <p:spPr>
                <a:xfrm>
                  <a:off x="7016" y="6489"/>
                  <a:ext cx="1690" cy="468"/>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r>
                    <a:rPr lang="zh-CN" altLang="en-US" sz="1600" b="1" dirty="0">
                      <a:solidFill>
                        <a:srgbClr val="FF0000"/>
                      </a:solidFill>
                      <a:latin typeface="楷体_GB2312"/>
                      <a:ea typeface="楷体_GB2312"/>
                    </a:rPr>
                    <a:t>库存 </a:t>
                  </a:r>
                  <a:r>
                    <a:rPr lang="en-US" altLang="zh-CN" sz="1600" b="1" dirty="0">
                      <a:solidFill>
                        <a:srgbClr val="FF0000"/>
                      </a:solidFill>
                      <a:latin typeface="Times New Roman" panose="02020603050405020304" pitchFamily="18" charset="0"/>
                      <a:ea typeface="楷体_GB2312"/>
                    </a:rPr>
                    <a:t>&lt;</a:t>
                  </a:r>
                  <a:r>
                    <a:rPr lang="en-US" altLang="zh-CN" sz="1600" b="1" dirty="0">
                      <a:solidFill>
                        <a:srgbClr val="FF0000"/>
                      </a:solidFill>
                      <a:latin typeface="楷体_GB2312"/>
                      <a:ea typeface="楷体_GB2312"/>
                    </a:rPr>
                    <a:t> </a:t>
                  </a:r>
                  <a:r>
                    <a:rPr lang="zh-CN" altLang="en-US" sz="1600" b="1" dirty="0">
                      <a:solidFill>
                        <a:srgbClr val="FF0000"/>
                      </a:solidFill>
                      <a:latin typeface="楷体_GB2312"/>
                      <a:ea typeface="楷体_GB2312"/>
                    </a:rPr>
                    <a:t>临</a:t>
                  </a:r>
                  <a:r>
                    <a:rPr lang="zh-CN" altLang="en-US" sz="1600" b="1" dirty="0">
                      <a:solidFill>
                        <a:srgbClr val="FF0000"/>
                      </a:solidFill>
                      <a:latin typeface="Times New Roman" panose="02020603050405020304" pitchFamily="18" charset="0"/>
                      <a:ea typeface="楷体_GB2312"/>
                    </a:rPr>
                    <a:t>界值</a:t>
                  </a:r>
                  <a:endParaRPr lang="zh-CN" altLang="en-US" sz="1600" b="1" dirty="0">
                    <a:solidFill>
                      <a:srgbClr val="FF0000"/>
                    </a:solidFill>
                    <a:latin typeface="Times New Roman" panose="02020603050405020304" pitchFamily="18" charset="0"/>
                    <a:ea typeface="楷体_GB2312"/>
                  </a:endParaRPr>
                </a:p>
              </p:txBody>
            </p:sp>
            <p:sp>
              <p:nvSpPr>
                <p:cNvPr id="36894" name="Line 22"/>
                <p:cNvSpPr/>
                <p:nvPr/>
              </p:nvSpPr>
              <p:spPr>
                <a:xfrm>
                  <a:off x="7200" y="6900"/>
                  <a:ext cx="1361" cy="0"/>
                </a:xfrm>
                <a:prstGeom prst="line">
                  <a:avLst/>
                </a:prstGeom>
                <a:ln w="12700" cap="flat" cmpd="sng">
                  <a:solidFill>
                    <a:srgbClr val="000000"/>
                  </a:solidFill>
                  <a:prstDash val="solid"/>
                  <a:headEnd type="none" w="med" len="med"/>
                  <a:tailEnd type="arrow" w="sm" len="med"/>
                </a:ln>
              </p:spPr>
            </p:sp>
          </p:grpSp>
          <p:grpSp>
            <p:nvGrpSpPr>
              <p:cNvPr id="36880" name="Group 23"/>
              <p:cNvGrpSpPr/>
              <p:nvPr/>
            </p:nvGrpSpPr>
            <p:grpSpPr>
              <a:xfrm>
                <a:off x="3717" y="2603"/>
                <a:ext cx="563" cy="822"/>
                <a:chOff x="8820" y="6120"/>
                <a:chExt cx="1080" cy="1440"/>
              </a:xfrm>
            </p:grpSpPr>
            <p:sp>
              <p:nvSpPr>
                <p:cNvPr id="36887" name="Rectangle 24"/>
                <p:cNvSpPr/>
                <p:nvPr/>
              </p:nvSpPr>
              <p:spPr>
                <a:xfrm>
                  <a:off x="8820" y="6120"/>
                  <a:ext cx="1080" cy="144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endParaRPr lang="zh-CN" altLang="en-US" sz="1800" b="1" dirty="0">
                    <a:solidFill>
                      <a:srgbClr val="FF0000"/>
                    </a:solidFill>
                    <a:latin typeface="Garamond" panose="02020404030301010803" pitchFamily="18" charset="0"/>
                  </a:endParaRPr>
                </a:p>
              </p:txBody>
            </p:sp>
            <p:sp>
              <p:nvSpPr>
                <p:cNvPr id="36888" name="Text Box 25"/>
                <p:cNvSpPr txBox="1"/>
                <p:nvPr/>
              </p:nvSpPr>
              <p:spPr>
                <a:xfrm>
                  <a:off x="8820" y="6276"/>
                  <a:ext cx="1026" cy="468"/>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r>
                    <a:rPr lang="zh-CN" altLang="en-US" sz="1600" b="1" dirty="0">
                      <a:solidFill>
                        <a:srgbClr val="FF0000"/>
                      </a:solidFill>
                      <a:latin typeface="Times New Roman" panose="02020603050405020304" pitchFamily="18" charset="0"/>
                      <a:ea typeface="楷体_GB2312"/>
                    </a:rPr>
                    <a:t>定货报告</a:t>
                  </a:r>
                  <a:endParaRPr lang="zh-CN" altLang="en-US" sz="1600" b="1" dirty="0">
                    <a:solidFill>
                      <a:srgbClr val="FF0000"/>
                    </a:solidFill>
                    <a:latin typeface="Times New Roman" panose="02020603050405020304" pitchFamily="18" charset="0"/>
                    <a:ea typeface="楷体_GB2312"/>
                  </a:endParaRPr>
                </a:p>
                <a:p>
                  <a:pPr marL="0" lvl="0" indent="0" eaLnBrk="1" hangingPunct="1">
                    <a:lnSpc>
                      <a:spcPct val="100000"/>
                    </a:lnSpc>
                    <a:spcBef>
                      <a:spcPct val="0"/>
                    </a:spcBef>
                    <a:buClrTx/>
                    <a:buSzTx/>
                    <a:buFontTx/>
                    <a:buNone/>
                  </a:pPr>
                  <a:endParaRPr lang="en-US" altLang="zh-CN" sz="1000" b="1" dirty="0">
                    <a:solidFill>
                      <a:srgbClr val="FF0000"/>
                    </a:solidFill>
                    <a:latin typeface="Times New Roman" panose="02020603050405020304" pitchFamily="18" charset="0"/>
                    <a:ea typeface="楷体_GB2312"/>
                  </a:endParaRPr>
                </a:p>
              </p:txBody>
            </p:sp>
            <p:sp>
              <p:nvSpPr>
                <p:cNvPr id="36889" name="Line 26"/>
                <p:cNvSpPr/>
                <p:nvPr/>
              </p:nvSpPr>
              <p:spPr>
                <a:xfrm flipV="1">
                  <a:off x="9000" y="6900"/>
                  <a:ext cx="567" cy="0"/>
                </a:xfrm>
                <a:prstGeom prst="line">
                  <a:avLst/>
                </a:prstGeom>
                <a:ln w="9525" cap="flat" cmpd="sng">
                  <a:solidFill>
                    <a:srgbClr val="000000"/>
                  </a:solidFill>
                  <a:prstDash val="solid"/>
                  <a:headEnd type="none" w="med" len="med"/>
                  <a:tailEnd type="none" w="med" len="med"/>
                </a:ln>
              </p:spPr>
            </p:sp>
            <p:sp>
              <p:nvSpPr>
                <p:cNvPr id="36890" name="Line 27"/>
                <p:cNvSpPr/>
                <p:nvPr/>
              </p:nvSpPr>
              <p:spPr>
                <a:xfrm>
                  <a:off x="9000" y="6744"/>
                  <a:ext cx="567" cy="0"/>
                </a:xfrm>
                <a:prstGeom prst="line">
                  <a:avLst/>
                </a:prstGeom>
                <a:ln w="9525" cap="flat" cmpd="sng">
                  <a:solidFill>
                    <a:srgbClr val="000000"/>
                  </a:solidFill>
                  <a:prstDash val="solid"/>
                  <a:headEnd type="none" w="med" len="med"/>
                  <a:tailEnd type="none" w="med" len="med"/>
                </a:ln>
              </p:spPr>
            </p:sp>
            <p:sp>
              <p:nvSpPr>
                <p:cNvPr id="36891" name="Line 28"/>
                <p:cNvSpPr/>
                <p:nvPr/>
              </p:nvSpPr>
              <p:spPr>
                <a:xfrm>
                  <a:off x="9000" y="7056"/>
                  <a:ext cx="567" cy="0"/>
                </a:xfrm>
                <a:prstGeom prst="line">
                  <a:avLst/>
                </a:prstGeom>
                <a:ln w="9525" cap="flat" cmpd="sng">
                  <a:solidFill>
                    <a:srgbClr val="000000"/>
                  </a:solidFill>
                  <a:prstDash val="solid"/>
                  <a:headEnd type="none" w="med" len="med"/>
                  <a:tailEnd type="none" w="med" len="med"/>
                </a:ln>
              </p:spPr>
            </p:sp>
            <p:sp>
              <p:nvSpPr>
                <p:cNvPr id="36892" name="Line 29"/>
                <p:cNvSpPr/>
                <p:nvPr/>
              </p:nvSpPr>
              <p:spPr>
                <a:xfrm>
                  <a:off x="9000" y="7368"/>
                  <a:ext cx="567" cy="0"/>
                </a:xfrm>
                <a:prstGeom prst="line">
                  <a:avLst/>
                </a:prstGeom>
                <a:ln w="9525" cap="rnd" cmpd="sng">
                  <a:solidFill>
                    <a:srgbClr val="000000"/>
                  </a:solidFill>
                  <a:prstDash val="sysDot"/>
                  <a:headEnd type="none" w="med" len="med"/>
                  <a:tailEnd type="none" w="med" len="med"/>
                </a:ln>
              </p:spPr>
            </p:sp>
          </p:grpSp>
          <p:grpSp>
            <p:nvGrpSpPr>
              <p:cNvPr id="36881" name="Group 30"/>
              <p:cNvGrpSpPr/>
              <p:nvPr/>
            </p:nvGrpSpPr>
            <p:grpSpPr>
              <a:xfrm>
                <a:off x="632" y="2246"/>
                <a:ext cx="938" cy="651"/>
                <a:chOff x="1800" y="5978"/>
                <a:chExt cx="1701" cy="1219"/>
              </a:xfrm>
            </p:grpSpPr>
            <p:grpSp>
              <p:nvGrpSpPr>
                <p:cNvPr id="36882" name="Group 31"/>
                <p:cNvGrpSpPr/>
                <p:nvPr/>
              </p:nvGrpSpPr>
              <p:grpSpPr>
                <a:xfrm flipV="1">
                  <a:off x="1800" y="6885"/>
                  <a:ext cx="1701" cy="312"/>
                  <a:chOff x="1800" y="6885"/>
                  <a:chExt cx="1701" cy="312"/>
                </a:xfrm>
              </p:grpSpPr>
              <p:sp>
                <p:nvSpPr>
                  <p:cNvPr id="36885" name="Arc 32"/>
                  <p:cNvSpPr/>
                  <p:nvPr/>
                </p:nvSpPr>
                <p:spPr>
                  <a:xfrm flipH="1">
                    <a:off x="1800" y="6885"/>
                    <a:ext cx="850" cy="312"/>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FF">
                      <a:alpha val="100000"/>
                    </a:srgbClr>
                  </a:solid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36886" name="Arc 33"/>
                  <p:cNvSpPr/>
                  <p:nvPr/>
                </p:nvSpPr>
                <p:spPr>
                  <a:xfrm>
                    <a:off x="2651" y="6885"/>
                    <a:ext cx="850" cy="312"/>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FF">
                      <a:alpha val="100000"/>
                    </a:srgbClr>
                  </a:solidFill>
                  <a:ln w="9525" cap="flat" cmpd="sng">
                    <a:solidFill>
                      <a:srgbClr val="000000">
                        <a:alpha val="100000"/>
                      </a:srgbClr>
                    </a:solidFill>
                    <a:prstDash val="solid"/>
                    <a:round/>
                    <a:headEnd type="none" w="med" len="med"/>
                    <a:tailEnd type="none" w="med" len="med"/>
                  </a:ln>
                </p:spPr>
                <p:txBody>
                  <a:bodyPr/>
                  <a:p>
                    <a:endParaRPr lang="zh-CN" altLang="en-US"/>
                  </a:p>
                </p:txBody>
              </p:sp>
            </p:grpSp>
            <p:sp>
              <p:nvSpPr>
                <p:cNvPr id="36883" name="Line 34"/>
                <p:cNvSpPr/>
                <p:nvPr/>
              </p:nvSpPr>
              <p:spPr>
                <a:xfrm flipV="1">
                  <a:off x="1800" y="5978"/>
                  <a:ext cx="850" cy="907"/>
                </a:xfrm>
                <a:prstGeom prst="line">
                  <a:avLst/>
                </a:prstGeom>
                <a:ln w="9525" cap="flat" cmpd="sng">
                  <a:solidFill>
                    <a:srgbClr val="000000"/>
                  </a:solidFill>
                  <a:prstDash val="solid"/>
                  <a:headEnd type="none" w="med" len="med"/>
                  <a:tailEnd type="none" w="med" len="med"/>
                </a:ln>
              </p:spPr>
            </p:sp>
            <p:sp>
              <p:nvSpPr>
                <p:cNvPr id="36884" name="Line 35"/>
                <p:cNvSpPr/>
                <p:nvPr/>
              </p:nvSpPr>
              <p:spPr>
                <a:xfrm flipH="1" flipV="1">
                  <a:off x="2651" y="5978"/>
                  <a:ext cx="850" cy="907"/>
                </a:xfrm>
                <a:prstGeom prst="line">
                  <a:avLst/>
                </a:prstGeom>
                <a:ln w="9525" cap="flat" cmpd="sng">
                  <a:solidFill>
                    <a:srgbClr val="000000"/>
                  </a:solidFill>
                  <a:prstDash val="solid"/>
                  <a:headEnd type="none" w="med" len="med"/>
                  <a:tailEnd type="none" w="med" len="med"/>
                </a:ln>
              </p:spPr>
            </p:sp>
          </p:grpSp>
        </p:grpSp>
      </p:gr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a:ln/>
        </p:spPr>
        <p:txBody>
          <a:bodyPr vert="horz" wrap="square" lIns="91440" tIns="45720" rIns="91440" bIns="45720" anchor="ctr" anchorCtr="0"/>
          <a:p>
            <a:r>
              <a:rPr lang="zh-CN" altLang="en-US" dirty="0"/>
              <a:t>分析方法</a:t>
            </a:r>
            <a:endParaRPr lang="zh-CN" altLang="en-US" dirty="0"/>
          </a:p>
        </p:txBody>
      </p:sp>
      <p:sp>
        <p:nvSpPr>
          <p:cNvPr id="37891" name="内容占位符 2"/>
          <p:cNvSpPr>
            <a:spLocks noGrp="1"/>
          </p:cNvSpPr>
          <p:nvPr>
            <p:ph idx="1"/>
          </p:nvPr>
        </p:nvSpPr>
        <p:spPr>
          <a:xfrm>
            <a:off x="395288" y="981075"/>
            <a:ext cx="8280400" cy="2916238"/>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分析：零件的变更由放在仓库中的终端输入到计算机中。</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系统中库存管理程序对用户的输入做处理</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计算机处理更新库存清单数据库和产生订货报告任务</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更新库存清单数据库</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每天报告生成程序打印定货报告</a:t>
            </a:r>
            <a:endParaRPr lang="zh-CN" altLang="en-US" dirty="0">
              <a:latin typeface="华文中宋" panose="02010600040101010101" pitchFamily="2" charset="-122"/>
              <a:ea typeface="华文中宋" panose="02010600040101010101" pitchFamily="2" charset="-122"/>
              <a:cs typeface="+mn-cs"/>
            </a:endParaRPr>
          </a:p>
        </p:txBody>
      </p:sp>
      <p:sp>
        <p:nvSpPr>
          <p:cNvPr id="3789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37893" name="对象 2"/>
          <p:cNvGraphicFramePr>
            <a:graphicFrameLocks noChangeAspect="1"/>
          </p:cNvGraphicFramePr>
          <p:nvPr/>
        </p:nvGraphicFramePr>
        <p:xfrm>
          <a:off x="1619250" y="4292600"/>
          <a:ext cx="5580063" cy="1512888"/>
        </p:xfrm>
        <a:graphic>
          <a:graphicData uri="http://schemas.openxmlformats.org/presentationml/2006/ole">
            <mc:AlternateContent xmlns:mc="http://schemas.openxmlformats.org/markup-compatibility/2006">
              <mc:Choice xmlns:v="urn:schemas-microsoft-com:vml" Requires="v">
                <p:oleObj spid="_x0000_s3076" name="" r:id="rId1" imgW="4702810" imgH="1273810" progId="Visio.Drawing.11">
                  <p:embed/>
                </p:oleObj>
              </mc:Choice>
              <mc:Fallback>
                <p:oleObj name="" r:id="rId1" imgW="4702810" imgH="1273810" progId="Visio.Drawing.11">
                  <p:embed/>
                  <p:pic>
                    <p:nvPicPr>
                      <p:cNvPr id="0" name="图片 3075"/>
                      <p:cNvPicPr/>
                      <p:nvPr/>
                    </p:nvPicPr>
                    <p:blipFill>
                      <a:blip r:embed="rId2"/>
                      <a:stretch>
                        <a:fillRect/>
                      </a:stretch>
                    </p:blipFill>
                    <p:spPr>
                      <a:xfrm>
                        <a:off x="1619250" y="4292600"/>
                        <a:ext cx="5580063" cy="1512888"/>
                      </a:xfrm>
                      <a:prstGeom prst="rect">
                        <a:avLst/>
                      </a:prstGeom>
                      <a:noFill/>
                      <a:ln w="38100">
                        <a:noFill/>
                        <a:miter/>
                      </a:ln>
                    </p:spPr>
                  </p:pic>
                </p:oleObj>
              </mc:Fallback>
            </mc:AlternateContent>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a:ln/>
        </p:spPr>
        <p:txBody>
          <a:bodyPr vert="horz" wrap="square" lIns="91440" tIns="45720" rIns="91440" bIns="45720" anchor="ctr" anchorCtr="0"/>
          <a:p>
            <a:r>
              <a:rPr lang="en-US" altLang="zh-CN" dirty="0"/>
              <a:t>3.5 </a:t>
            </a:r>
            <a:r>
              <a:rPr lang="zh-CN" altLang="en-US" dirty="0"/>
              <a:t>数据流图</a:t>
            </a:r>
            <a:endParaRPr lang="zh-CN" altLang="en-US" dirty="0"/>
          </a:p>
        </p:txBody>
      </p:sp>
      <p:sp>
        <p:nvSpPr>
          <p:cNvPr id="44035" name="内容占位符 2"/>
          <p:cNvSpPr>
            <a:spLocks noGrp="1" noChangeArrowheads="1"/>
          </p:cNvSpPr>
          <p:nvPr>
            <p:ph idx="1"/>
          </p:nvPr>
        </p:nvSpPr>
        <p:spPr>
          <a:xfrm>
            <a:off x="323850" y="1052513"/>
            <a:ext cx="8640763" cy="485838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30000"/>
              </a:lnSpc>
              <a:spcBef>
                <a:spcPts val="20"/>
              </a:spcBef>
              <a:spcAft>
                <a:spcPts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计算机已经演变为一个处理信息的工具，软件系统也是以信息处理为核心。在可行性研究阶段，最关键</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的</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是</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分析现在</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有什么数据，处理之后变成了什么数据，而至于计算机怎样处理则不是现阶段所关心的</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30000"/>
              </a:lnSpc>
              <a:spcBef>
                <a:spcPts val="20"/>
              </a:spcBef>
              <a:spcAft>
                <a:spcPts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数据流图</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DFD )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是一种图形化技术，描绘</a:t>
            </a:r>
            <a:r>
              <a:rPr kumimoji="0" lang="zh-CN" altLang="en-US" sz="2400" b="0" i="0" u="none" strike="noStrike" kern="0" cap="none" spc="0" normalizeH="0" baseline="0" noProof="0" dirty="0">
                <a:ln>
                  <a:noFill/>
                </a:ln>
                <a:solidFill>
                  <a:srgbClr val="6600FF"/>
                </a:solidFill>
                <a:effectLst/>
                <a:uLnTx/>
                <a:uFillTx/>
                <a:latin typeface="华文中宋" panose="02010600040101010101" pitchFamily="2" charset="-122"/>
                <a:ea typeface="华文中宋" panose="02010600040101010101" pitchFamily="2" charset="-122"/>
                <a:cs typeface="+mn-cs"/>
              </a:rPr>
              <a:t>信息和数据从输入移动到输出的过程所</a:t>
            </a:r>
            <a:r>
              <a:rPr kumimoji="0" lang="zh-CN" altLang="en-US" sz="2400" b="0" i="0" u="none" strike="noStrike" kern="0" cap="none" spc="0" normalizeH="0" baseline="0" noProof="0" dirty="0" smtClean="0">
                <a:ln>
                  <a:noFill/>
                </a:ln>
                <a:solidFill>
                  <a:srgbClr val="6600FF"/>
                </a:solidFill>
                <a:effectLst/>
                <a:uLnTx/>
                <a:uFillTx/>
                <a:latin typeface="华文中宋" panose="02010600040101010101" pitchFamily="2" charset="-122"/>
                <a:ea typeface="华文中宋" panose="02010600040101010101" pitchFamily="2" charset="-122"/>
                <a:cs typeface="+mn-cs"/>
              </a:rPr>
              <a:t>经历的</a:t>
            </a:r>
            <a:r>
              <a:rPr kumimoji="0" lang="zh-CN" altLang="en-US" sz="2400" b="0" i="0" u="none" strike="noStrike" kern="0" cap="none" spc="0" normalizeH="0" baseline="0" noProof="0" dirty="0">
                <a:ln>
                  <a:noFill/>
                </a:ln>
                <a:solidFill>
                  <a:srgbClr val="6600FF"/>
                </a:solidFill>
                <a:effectLst/>
                <a:uLnTx/>
                <a:uFillTx/>
                <a:latin typeface="华文中宋" panose="02010600040101010101" pitchFamily="2" charset="-122"/>
                <a:ea typeface="华文中宋" panose="02010600040101010101" pitchFamily="2" charset="-122"/>
                <a:cs typeface="+mn-cs"/>
              </a:rPr>
              <a:t>变换</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30000"/>
              </a:lnSpc>
              <a:spcBef>
                <a:spcPts val="20"/>
              </a:spcBef>
              <a:spcAft>
                <a:spcPts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smtClean="0">
                <a:ln>
                  <a:noFill/>
                </a:ln>
                <a:solidFill>
                  <a:srgbClr val="6600FF"/>
                </a:solidFill>
                <a:effectLst/>
                <a:uLnTx/>
                <a:uFillTx/>
                <a:latin typeface="华文中宋" panose="02010600040101010101" pitchFamily="2" charset="-122"/>
                <a:ea typeface="华文中宋" panose="02010600040101010101" pitchFamily="2" charset="-122"/>
                <a:cs typeface="+mn-cs"/>
              </a:rPr>
              <a:t>数据流图</a:t>
            </a:r>
            <a:r>
              <a:rPr kumimoji="0" lang="zh-CN" altLang="en-US" sz="2400" b="0" i="0" u="none" strike="noStrike" kern="0" cap="none" spc="0" normalizeH="0" baseline="0" noProof="0" dirty="0">
                <a:ln>
                  <a:noFill/>
                </a:ln>
                <a:solidFill>
                  <a:srgbClr val="6600FF"/>
                </a:solidFill>
                <a:effectLst/>
                <a:uLnTx/>
                <a:uFillTx/>
                <a:latin typeface="华文中宋" panose="02010600040101010101" pitchFamily="2" charset="-122"/>
                <a:ea typeface="华文中宋" panose="02010600040101010101" pitchFamily="2" charset="-122"/>
                <a:cs typeface="+mn-cs"/>
              </a:rPr>
              <a:t>中没有任何具体的物理部件</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，只是描绘数据在软件中流动和被处理的逻辑过程。</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30000"/>
              </a:lnSpc>
              <a:spcBef>
                <a:spcPts val="20"/>
              </a:spcBef>
              <a:spcAft>
                <a:spcPts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数据流图是系统</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逻辑功能的图形表示</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a:t>
            </a:r>
            <a:r>
              <a:rPr kumimoji="0" lang="zh-CN" altLang="en-US" sz="2400" b="0" i="0" u="none" strike="noStrike" kern="0" cap="none" spc="0" normalizeH="0" baseline="0" noProof="0" dirty="0">
                <a:ln>
                  <a:noFill/>
                </a:ln>
                <a:solidFill>
                  <a:srgbClr val="6600FF"/>
                </a:solidFill>
                <a:effectLst/>
                <a:uLnTx/>
                <a:uFillTx/>
                <a:latin typeface="华文中宋" panose="02010600040101010101" pitchFamily="2" charset="-122"/>
                <a:ea typeface="华文中宋" panose="02010600040101010101" pitchFamily="2" charset="-122"/>
                <a:cs typeface="+mn-cs"/>
              </a:rPr>
              <a:t>逻辑模型</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89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a:ln/>
        </p:spPr>
        <p:txBody>
          <a:bodyPr vert="horz" wrap="square" lIns="91440" tIns="45720" rIns="91440" bIns="45720" anchor="ctr" anchorCtr="0"/>
          <a:p>
            <a:r>
              <a:rPr lang="zh-CN" altLang="en-US" dirty="0"/>
              <a:t>可行性研究阶段使用的工具</a:t>
            </a:r>
            <a:endParaRPr lang="zh-CN" altLang="en-US" dirty="0"/>
          </a:p>
        </p:txBody>
      </p:sp>
      <p:sp>
        <p:nvSpPr>
          <p:cNvPr id="39939" name="内容占位符 2"/>
          <p:cNvSpPr>
            <a:spLocks noGrp="1"/>
          </p:cNvSpPr>
          <p:nvPr>
            <p:ph idx="1"/>
          </p:nvPr>
        </p:nvSpPr>
        <p:spPr>
          <a:xfrm>
            <a:off x="827088" y="854075"/>
            <a:ext cx="7391400" cy="630238"/>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数据流图</a:t>
            </a:r>
            <a:r>
              <a:rPr lang="en-US" altLang="zh-CN" sz="2800" b="1" dirty="0">
                <a:latin typeface="华文中宋" panose="02010600040101010101" pitchFamily="2" charset="-122"/>
                <a:ea typeface="华文中宋" panose="02010600040101010101" pitchFamily="2" charset="-122"/>
                <a:cs typeface="+mn-cs"/>
              </a:rPr>
              <a:t>—</a:t>
            </a:r>
            <a:r>
              <a:rPr lang="zh-CN" altLang="en-US" sz="2800" b="1" dirty="0">
                <a:latin typeface="华文中宋" panose="02010600040101010101" pitchFamily="2" charset="-122"/>
                <a:ea typeface="华文中宋" panose="02010600040101010101" pitchFamily="2" charset="-122"/>
                <a:cs typeface="+mn-cs"/>
              </a:rPr>
              <a:t>符号</a:t>
            </a:r>
            <a:endParaRPr lang="en-US" altLang="zh-CN" sz="2800" b="1" dirty="0">
              <a:latin typeface="华文中宋" panose="02010600040101010101" pitchFamily="2" charset="-122"/>
              <a:ea typeface="华文中宋" panose="02010600040101010101" pitchFamily="2" charset="-122"/>
              <a:cs typeface="+mn-cs"/>
            </a:endParaRPr>
          </a:p>
        </p:txBody>
      </p:sp>
      <p:sp>
        <p:nvSpPr>
          <p:cNvPr id="3994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39941" name="组合 28"/>
          <p:cNvGrpSpPr/>
          <p:nvPr/>
        </p:nvGrpSpPr>
        <p:grpSpPr>
          <a:xfrm>
            <a:off x="1487488" y="1527175"/>
            <a:ext cx="6324600" cy="2833688"/>
            <a:chOff x="642911" y="1206483"/>
            <a:chExt cx="7476594" cy="3349625"/>
          </a:xfrm>
        </p:grpSpPr>
        <p:grpSp>
          <p:nvGrpSpPr>
            <p:cNvPr id="39943" name="Group 4"/>
            <p:cNvGrpSpPr/>
            <p:nvPr/>
          </p:nvGrpSpPr>
          <p:grpSpPr>
            <a:xfrm>
              <a:off x="779445" y="1206483"/>
              <a:ext cx="3765234" cy="546100"/>
              <a:chOff x="1056" y="2341"/>
              <a:chExt cx="2027" cy="344"/>
            </a:xfrm>
          </p:grpSpPr>
          <p:sp>
            <p:nvSpPr>
              <p:cNvPr id="39959" name="Rectangle 5"/>
              <p:cNvSpPr/>
              <p:nvPr/>
            </p:nvSpPr>
            <p:spPr>
              <a:xfrm>
                <a:off x="1056" y="2343"/>
                <a:ext cx="480" cy="288"/>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endParaRPr lang="zh-CN" altLang="en-US" sz="1800" b="1" dirty="0">
                  <a:latin typeface="Garamond" panose="02020404030301010803" pitchFamily="18" charset="0"/>
                </a:endParaRPr>
              </a:p>
            </p:txBody>
          </p:sp>
          <p:sp>
            <p:nvSpPr>
              <p:cNvPr id="39960" name="Text Box 6"/>
              <p:cNvSpPr txBox="1"/>
              <p:nvPr/>
            </p:nvSpPr>
            <p:spPr>
              <a:xfrm>
                <a:off x="1772" y="2341"/>
                <a:ext cx="1311" cy="344"/>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Input/output</a:t>
                </a:r>
                <a:endParaRPr lang="en-US" altLang="zh-CN" b="1" dirty="0">
                  <a:latin typeface="Times New Roman" panose="02020603050405020304" pitchFamily="18" charset="0"/>
                </a:endParaRPr>
              </a:p>
            </p:txBody>
          </p:sp>
        </p:grpSp>
        <p:sp>
          <p:nvSpPr>
            <p:cNvPr id="39944" name="Text Box 10"/>
            <p:cNvSpPr txBox="1"/>
            <p:nvPr/>
          </p:nvSpPr>
          <p:spPr>
            <a:xfrm>
              <a:off x="2192893" y="3114537"/>
              <a:ext cx="2351632" cy="545759"/>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Data storage</a:t>
              </a:r>
              <a:endParaRPr lang="en-US" altLang="zh-CN" sz="2400" b="1" dirty="0">
                <a:latin typeface="Times New Roman" panose="02020603050405020304" pitchFamily="18" charset="0"/>
              </a:endParaRPr>
            </a:p>
          </p:txBody>
        </p:sp>
        <p:grpSp>
          <p:nvGrpSpPr>
            <p:cNvPr id="39945" name="Group 11"/>
            <p:cNvGrpSpPr/>
            <p:nvPr/>
          </p:nvGrpSpPr>
          <p:grpSpPr>
            <a:xfrm>
              <a:off x="780979" y="2066908"/>
              <a:ext cx="3082009" cy="685800"/>
              <a:chOff x="960" y="2832"/>
              <a:chExt cx="2009" cy="432"/>
            </a:xfrm>
          </p:grpSpPr>
          <p:sp>
            <p:nvSpPr>
              <p:cNvPr id="39957" name="AutoShape 12"/>
              <p:cNvSpPr/>
              <p:nvPr/>
            </p:nvSpPr>
            <p:spPr>
              <a:xfrm>
                <a:off x="960" y="2832"/>
                <a:ext cx="480" cy="432"/>
              </a:xfrm>
              <a:prstGeom prst="flowChartConnector">
                <a:avLst/>
              </a:prstGeom>
              <a:noFill/>
              <a:ln w="9525" cap="flat" cmpd="sng">
                <a:solidFill>
                  <a:schemeClr val="tx1"/>
                </a:solidFill>
                <a:prstDash val="solid"/>
                <a:headEnd type="none" w="med" len="med"/>
                <a:tailEnd type="none" w="med" len="med"/>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endParaRPr lang="zh-CN" altLang="en-US" sz="1800" b="1" dirty="0">
                  <a:latin typeface="Garamond" panose="02020404030301010803" pitchFamily="18" charset="0"/>
                </a:endParaRPr>
              </a:p>
            </p:txBody>
          </p:sp>
          <p:sp>
            <p:nvSpPr>
              <p:cNvPr id="39958" name="Text Box 13"/>
              <p:cNvSpPr txBox="1"/>
              <p:nvPr/>
            </p:nvSpPr>
            <p:spPr>
              <a:xfrm>
                <a:off x="1854" y="2848"/>
                <a:ext cx="1115" cy="344"/>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function</a:t>
                </a:r>
                <a:endParaRPr lang="en-US" altLang="zh-CN" sz="2400" b="1" dirty="0">
                  <a:latin typeface="Times New Roman" panose="02020603050405020304" pitchFamily="18" charset="0"/>
                </a:endParaRPr>
              </a:p>
            </p:txBody>
          </p:sp>
        </p:grpSp>
        <p:grpSp>
          <p:nvGrpSpPr>
            <p:cNvPr id="39946" name="Group 14"/>
            <p:cNvGrpSpPr/>
            <p:nvPr/>
          </p:nvGrpSpPr>
          <p:grpSpPr>
            <a:xfrm>
              <a:off x="642911" y="4010008"/>
              <a:ext cx="3561740" cy="546100"/>
              <a:chOff x="2688" y="2304"/>
              <a:chExt cx="2278" cy="344"/>
            </a:xfrm>
          </p:grpSpPr>
          <p:sp>
            <p:nvSpPr>
              <p:cNvPr id="39955" name="Line 15"/>
              <p:cNvSpPr/>
              <p:nvPr/>
            </p:nvSpPr>
            <p:spPr>
              <a:xfrm>
                <a:off x="2688" y="2496"/>
                <a:ext cx="768" cy="0"/>
              </a:xfrm>
              <a:prstGeom prst="line">
                <a:avLst/>
              </a:prstGeom>
              <a:ln w="9525" cap="flat" cmpd="sng">
                <a:solidFill>
                  <a:schemeClr val="tx1"/>
                </a:solidFill>
                <a:prstDash val="solid"/>
                <a:headEnd type="none" w="med" len="med"/>
                <a:tailEnd type="triangle" w="med" len="lg"/>
              </a:ln>
            </p:spPr>
          </p:sp>
          <p:sp>
            <p:nvSpPr>
              <p:cNvPr id="39956" name="Text Box 16"/>
              <p:cNvSpPr txBox="1"/>
              <p:nvPr/>
            </p:nvSpPr>
            <p:spPr>
              <a:xfrm>
                <a:off x="3661" y="2304"/>
                <a:ext cx="1305" cy="344"/>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en-US" altLang="zh-CN" sz="2400" b="1" dirty="0">
                    <a:latin typeface="Times New Roman" panose="02020603050405020304" pitchFamily="18" charset="0"/>
                  </a:rPr>
                  <a:t>Data flow</a:t>
                </a:r>
                <a:endParaRPr lang="en-US" altLang="zh-CN" sz="2400" b="1" dirty="0">
                  <a:latin typeface="Times New Roman" panose="02020603050405020304" pitchFamily="18" charset="0"/>
                </a:endParaRPr>
              </a:p>
            </p:txBody>
          </p:sp>
        </p:grpSp>
        <p:sp>
          <p:nvSpPr>
            <p:cNvPr id="39947" name="Text Box 1"/>
            <p:cNvSpPr txBox="1"/>
            <p:nvPr/>
          </p:nvSpPr>
          <p:spPr>
            <a:xfrm>
              <a:off x="4415443" y="1295346"/>
              <a:ext cx="3618943"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latin typeface="Garamond" panose="02020404030301010803" pitchFamily="18" charset="0"/>
                </a:rPr>
                <a:t>数据源点</a:t>
              </a:r>
              <a:r>
                <a:rPr lang="en-US" altLang="zh-CN" sz="2400" b="1" dirty="0">
                  <a:latin typeface="Garamond" panose="02020404030301010803" pitchFamily="18" charset="0"/>
                </a:rPr>
                <a:t>/</a:t>
              </a:r>
              <a:r>
                <a:rPr lang="zh-CN" altLang="en-US" sz="2400" b="1" dirty="0">
                  <a:latin typeface="Garamond" panose="02020404030301010803" pitchFamily="18" charset="0"/>
                </a:rPr>
                <a:t>终点</a:t>
              </a:r>
              <a:endParaRPr lang="zh-CN" altLang="en-US" sz="2400" b="1" dirty="0">
                <a:latin typeface="Garamond" panose="02020404030301010803" pitchFamily="18" charset="0"/>
              </a:endParaRPr>
            </a:p>
          </p:txBody>
        </p:sp>
        <p:sp>
          <p:nvSpPr>
            <p:cNvPr id="39948" name="Text Box 3"/>
            <p:cNvSpPr txBox="1"/>
            <p:nvPr/>
          </p:nvSpPr>
          <p:spPr>
            <a:xfrm>
              <a:off x="4459407" y="2282808"/>
              <a:ext cx="3618943"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latin typeface="Garamond" panose="02020404030301010803" pitchFamily="18" charset="0"/>
                </a:rPr>
                <a:t>变换数据的处理</a:t>
              </a:r>
              <a:endParaRPr lang="zh-CN" altLang="en-US" sz="2400" b="1" dirty="0">
                <a:latin typeface="Garamond" panose="02020404030301010803" pitchFamily="18" charset="0"/>
              </a:endParaRPr>
            </a:p>
          </p:txBody>
        </p:sp>
        <p:grpSp>
          <p:nvGrpSpPr>
            <p:cNvPr id="39949" name="Group 7"/>
            <p:cNvGrpSpPr/>
            <p:nvPr/>
          </p:nvGrpSpPr>
          <p:grpSpPr>
            <a:xfrm>
              <a:off x="714348" y="3357562"/>
              <a:ext cx="1044722" cy="215900"/>
              <a:chOff x="2426" y="2931"/>
              <a:chExt cx="681" cy="136"/>
            </a:xfrm>
          </p:grpSpPr>
          <p:sp>
            <p:nvSpPr>
              <p:cNvPr id="39952" name="Line 4"/>
              <p:cNvSpPr/>
              <p:nvPr/>
            </p:nvSpPr>
            <p:spPr>
              <a:xfrm>
                <a:off x="2426" y="2931"/>
                <a:ext cx="681" cy="0"/>
              </a:xfrm>
              <a:prstGeom prst="line">
                <a:avLst/>
              </a:prstGeom>
              <a:ln w="9525" cap="flat" cmpd="sng">
                <a:solidFill>
                  <a:schemeClr val="tx1"/>
                </a:solidFill>
                <a:prstDash val="solid"/>
                <a:headEnd type="none" w="med" len="med"/>
                <a:tailEnd type="none" w="med" len="med"/>
              </a:ln>
            </p:spPr>
          </p:sp>
          <p:sp>
            <p:nvSpPr>
              <p:cNvPr id="39953" name="Line 5"/>
              <p:cNvSpPr/>
              <p:nvPr/>
            </p:nvSpPr>
            <p:spPr>
              <a:xfrm>
                <a:off x="2426" y="3067"/>
                <a:ext cx="681" cy="0"/>
              </a:xfrm>
              <a:prstGeom prst="line">
                <a:avLst/>
              </a:prstGeom>
              <a:ln w="9525" cap="flat" cmpd="sng">
                <a:solidFill>
                  <a:schemeClr val="tx1"/>
                </a:solidFill>
                <a:prstDash val="solid"/>
                <a:headEnd type="none" w="med" len="med"/>
                <a:tailEnd type="none" w="med" len="med"/>
              </a:ln>
            </p:spPr>
          </p:sp>
          <p:sp>
            <p:nvSpPr>
              <p:cNvPr id="39954" name="Line 6"/>
              <p:cNvSpPr/>
              <p:nvPr/>
            </p:nvSpPr>
            <p:spPr>
              <a:xfrm>
                <a:off x="2426" y="2931"/>
                <a:ext cx="0" cy="136"/>
              </a:xfrm>
              <a:prstGeom prst="line">
                <a:avLst/>
              </a:prstGeom>
              <a:ln w="9525" cap="flat" cmpd="sng">
                <a:solidFill>
                  <a:schemeClr val="tx1"/>
                </a:solidFill>
                <a:prstDash val="solid"/>
                <a:headEnd type="none" w="med" len="med"/>
                <a:tailEnd type="none" w="med" len="med"/>
              </a:ln>
            </p:spPr>
          </p:sp>
        </p:grpSp>
        <p:sp>
          <p:nvSpPr>
            <p:cNvPr id="39950" name="Text Box 8"/>
            <p:cNvSpPr txBox="1"/>
            <p:nvPr/>
          </p:nvSpPr>
          <p:spPr>
            <a:xfrm>
              <a:off x="4429124" y="3143248"/>
              <a:ext cx="3618943"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latin typeface="Garamond" panose="02020404030301010803" pitchFamily="18" charset="0"/>
                </a:rPr>
                <a:t>数据存储</a:t>
              </a:r>
              <a:endParaRPr lang="zh-CN" altLang="en-US" sz="2400" b="1" dirty="0">
                <a:latin typeface="Garamond" panose="02020404030301010803" pitchFamily="18" charset="0"/>
              </a:endParaRPr>
            </a:p>
          </p:txBody>
        </p:sp>
        <p:sp>
          <p:nvSpPr>
            <p:cNvPr id="39951" name="Text Box 9"/>
            <p:cNvSpPr txBox="1"/>
            <p:nvPr/>
          </p:nvSpPr>
          <p:spPr>
            <a:xfrm>
              <a:off x="4500562" y="3929066"/>
              <a:ext cx="3618943" cy="457200"/>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50000"/>
                </a:spcBef>
                <a:buClrTx/>
                <a:buSzTx/>
                <a:buFontTx/>
                <a:buNone/>
              </a:pPr>
              <a:r>
                <a:rPr lang="zh-CN" altLang="en-US" sz="2400" b="1" dirty="0">
                  <a:latin typeface="Garamond" panose="02020404030301010803" pitchFamily="18" charset="0"/>
                </a:rPr>
                <a:t>数据流</a:t>
              </a:r>
              <a:endParaRPr lang="zh-CN" altLang="en-US" sz="2400" b="1" dirty="0">
                <a:latin typeface="Garamond" panose="02020404030301010803" pitchFamily="18" charset="0"/>
              </a:endParaRPr>
            </a:p>
          </p:txBody>
        </p:sp>
      </p:grpSp>
      <p:sp>
        <p:nvSpPr>
          <p:cNvPr id="25" name="文本框 24"/>
          <p:cNvSpPr txBox="1"/>
          <p:nvPr/>
        </p:nvSpPr>
        <p:spPr>
          <a:xfrm>
            <a:off x="971550" y="4432300"/>
            <a:ext cx="7704138" cy="1876425"/>
          </a:xfrm>
          <a:prstGeom prst="rect">
            <a:avLst/>
          </a:prstGeom>
          <a:noFill/>
        </p:spPr>
        <p:txBody>
          <a:bodyPr>
            <a:spAutoFit/>
          </a:bodyPr>
          <a:lstStyle/>
          <a:p>
            <a:pPr marL="342900" marR="0" indent="-342900" defTabSz="914400" eaLnBrk="1" hangingPunct="1">
              <a:spcBef>
                <a:spcPct val="20000"/>
              </a:spcBef>
              <a:buClr>
                <a:schemeClr val="hlink"/>
              </a:buClr>
              <a:buSzPct val="70000"/>
              <a:buFont typeface="Wingdings" panose="05000000000000000000" pitchFamily="2" charset="2"/>
              <a:buChar char="l"/>
              <a:defRPr/>
            </a:pPr>
            <a:r>
              <a:rPr kumimoji="0" lang="zh-CN" altLang="en-US" sz="2000" b="0" kern="0" cap="none" spc="0" normalizeH="0" baseline="0" noProof="0" dirty="0">
                <a:solidFill>
                  <a:schemeClr val="tx1"/>
                </a:solidFill>
                <a:latin typeface="华文中宋" panose="02010600040101010101" pitchFamily="2" charset="-122"/>
                <a:ea typeface="华文中宋" panose="02010600040101010101" pitchFamily="2" charset="-122"/>
                <a:cs typeface="+mn-cs"/>
              </a:rPr>
              <a:t>处理并不代表一个程序，处理框可代表一系列程序</a:t>
            </a:r>
            <a:endParaRPr kumimoji="0" lang="en-US" altLang="zh-CN" sz="2000" b="0" kern="0" cap="none" spc="0" normalizeH="0" baseline="0" noProof="0" dirty="0">
              <a:solidFill>
                <a:schemeClr val="tx1"/>
              </a:solidFill>
              <a:latin typeface="华文中宋" panose="02010600040101010101" pitchFamily="2" charset="-122"/>
              <a:ea typeface="华文中宋" panose="02010600040101010101" pitchFamily="2" charset="-122"/>
              <a:cs typeface="+mn-cs"/>
            </a:endParaRPr>
          </a:p>
          <a:p>
            <a:pPr marL="342900" marR="0" indent="-342900" defTabSz="914400" eaLnBrk="1" hangingPunct="1">
              <a:spcBef>
                <a:spcPct val="20000"/>
              </a:spcBef>
              <a:buClr>
                <a:schemeClr val="hlink"/>
              </a:buClr>
              <a:buSzPct val="70000"/>
              <a:buFont typeface="Wingdings" panose="05000000000000000000" pitchFamily="2" charset="2"/>
              <a:buChar char="l"/>
              <a:defRPr/>
            </a:pPr>
            <a:r>
              <a:rPr kumimoji="0" lang="zh-CN" altLang="en-US" sz="2000" b="0" kern="0" cap="none" spc="0" normalizeH="0" baseline="0" noProof="0" dirty="0">
                <a:solidFill>
                  <a:schemeClr val="tx1"/>
                </a:solidFill>
                <a:latin typeface="华文中宋" panose="02010600040101010101" pitchFamily="2" charset="-122"/>
                <a:ea typeface="华文中宋" panose="02010600040101010101" pitchFamily="2" charset="-122"/>
                <a:cs typeface="+mn-cs"/>
              </a:rPr>
              <a:t>如果数据的源点和终点相同，不推荐使用一个符号</a:t>
            </a:r>
            <a:endParaRPr kumimoji="0" lang="en-US" altLang="zh-CN" sz="2000" b="0" kern="0" cap="none" spc="0" normalizeH="0" baseline="0" noProof="0" dirty="0">
              <a:solidFill>
                <a:schemeClr val="tx1"/>
              </a:solidFill>
              <a:latin typeface="华文中宋" panose="02010600040101010101" pitchFamily="2" charset="-122"/>
              <a:ea typeface="华文中宋" panose="02010600040101010101" pitchFamily="2" charset="-122"/>
              <a:cs typeface="+mn-cs"/>
            </a:endParaRPr>
          </a:p>
          <a:p>
            <a:pPr marL="342900" marR="0" indent="-342900" defTabSz="914400" eaLnBrk="1" hangingPunct="1">
              <a:spcBef>
                <a:spcPct val="20000"/>
              </a:spcBef>
              <a:buClr>
                <a:schemeClr val="hlink"/>
              </a:buClr>
              <a:buSzPct val="70000"/>
              <a:buFont typeface="Wingdings" panose="05000000000000000000" pitchFamily="2" charset="2"/>
              <a:buChar char="l"/>
              <a:defRPr/>
            </a:pPr>
            <a:r>
              <a:rPr kumimoji="0" lang="zh-CN" altLang="en-US" sz="2000" b="0" kern="0" cap="none" spc="0" normalizeH="0" baseline="0" noProof="0" dirty="0">
                <a:solidFill>
                  <a:schemeClr val="tx1"/>
                </a:solidFill>
                <a:latin typeface="华文中宋" panose="02010600040101010101" pitchFamily="2" charset="-122"/>
                <a:ea typeface="华文中宋" panose="02010600040101010101" pitchFamily="2" charset="-122"/>
                <a:cs typeface="+mn-cs"/>
              </a:rPr>
              <a:t>数据流图上忽略出错处理，以及打开或关闭文件等内务处理</a:t>
            </a:r>
            <a:endParaRPr kumimoji="0" lang="en-US" altLang="zh-CN" sz="2000" b="0" kern="0" cap="none" spc="0" normalizeH="0" baseline="0" noProof="0" dirty="0">
              <a:solidFill>
                <a:schemeClr val="tx1"/>
              </a:solidFill>
              <a:latin typeface="华文中宋" panose="02010600040101010101" pitchFamily="2" charset="-122"/>
              <a:ea typeface="华文中宋" panose="02010600040101010101" pitchFamily="2" charset="-122"/>
              <a:cs typeface="+mn-cs"/>
            </a:endParaRPr>
          </a:p>
          <a:p>
            <a:pPr marL="342900" marR="0" indent="-342900" defTabSz="914400" eaLnBrk="1" hangingPunct="1">
              <a:spcBef>
                <a:spcPct val="20000"/>
              </a:spcBef>
              <a:buClr>
                <a:schemeClr val="hlink"/>
              </a:buClr>
              <a:buSzPct val="70000"/>
              <a:buFont typeface="Wingdings" panose="05000000000000000000" pitchFamily="2" charset="2"/>
              <a:buChar char="l"/>
              <a:defRPr/>
            </a:pPr>
            <a:r>
              <a:rPr kumimoji="0" lang="zh-CN" altLang="en-US" sz="2000" b="0" kern="0" cap="none" spc="0" normalizeH="0" baseline="0" noProof="0" dirty="0">
                <a:solidFill>
                  <a:schemeClr val="tx1"/>
                </a:solidFill>
                <a:latin typeface="华文中宋" panose="02010600040101010101" pitchFamily="2" charset="-122"/>
                <a:ea typeface="华文中宋" panose="02010600040101010101" pitchFamily="2" charset="-122"/>
                <a:cs typeface="+mn-cs"/>
              </a:rPr>
              <a:t>描述“做什么”，不是怎么做</a:t>
            </a:r>
            <a:endParaRPr kumimoji="0" lang="en-US" altLang="zh-CN" sz="2000" b="0" kern="0" cap="none" spc="0" normalizeH="0" baseline="0" noProof="0" dirty="0">
              <a:solidFill>
                <a:schemeClr val="tx1"/>
              </a:solidFill>
              <a:latin typeface="华文中宋" panose="02010600040101010101" pitchFamily="2" charset="-122"/>
              <a:ea typeface="华文中宋" panose="02010600040101010101" pitchFamily="2" charset="-122"/>
              <a:cs typeface="+mn-cs"/>
            </a:endParaRPr>
          </a:p>
          <a:p>
            <a:pPr marL="342900" marR="0" indent="-342900" defTabSz="914400" eaLnBrk="1" hangingPunct="1">
              <a:spcBef>
                <a:spcPct val="20000"/>
              </a:spcBef>
              <a:buClr>
                <a:schemeClr val="hlink"/>
              </a:buClr>
              <a:buSzPct val="70000"/>
              <a:buFont typeface="Wingdings" panose="05000000000000000000" pitchFamily="2" charset="2"/>
              <a:buChar char="l"/>
              <a:defRPr/>
            </a:pPr>
            <a:r>
              <a:rPr kumimoji="0" lang="zh-CN" altLang="en-US" sz="2000" b="0" kern="0" cap="none" spc="0" normalizeH="0" baseline="0" noProof="0" dirty="0">
                <a:solidFill>
                  <a:schemeClr val="tx1"/>
                </a:solidFill>
                <a:latin typeface="华文中宋" panose="02010600040101010101" pitchFamily="2" charset="-122"/>
                <a:ea typeface="华文中宋" panose="02010600040101010101" pitchFamily="2" charset="-122"/>
                <a:cs typeface="+mn-cs"/>
              </a:rPr>
              <a:t>*表示与，</a:t>
            </a:r>
            <a:r>
              <a:rPr kumimoji="0" lang="en-US" altLang="zh-CN" sz="2000" b="0" kern="0" cap="none" spc="0" normalizeH="0" baseline="0" noProof="0" dirty="0">
                <a:solidFill>
                  <a:schemeClr val="tx1"/>
                </a:solidFill>
                <a:latin typeface="华文中宋" panose="02010600040101010101" pitchFamily="2" charset="-122"/>
                <a:ea typeface="华文中宋" panose="02010600040101010101" pitchFamily="2" charset="-122"/>
                <a:cs typeface="+mn-cs"/>
              </a:rPr>
              <a:t>+</a:t>
            </a:r>
            <a:r>
              <a:rPr kumimoji="0" lang="zh-CN" altLang="en-US" sz="2000" b="0" kern="0" cap="none" spc="0" normalizeH="0" baseline="0" noProof="0" dirty="0">
                <a:solidFill>
                  <a:schemeClr val="tx1"/>
                </a:solidFill>
                <a:latin typeface="华文中宋" panose="02010600040101010101" pitchFamily="2" charset="-122"/>
                <a:ea typeface="华文中宋" panose="02010600040101010101" pitchFamily="2" charset="-122"/>
                <a:cs typeface="+mn-cs"/>
              </a:rPr>
              <a:t>表示或，</a:t>
            </a:r>
            <a:r>
              <a:rPr kumimoji="0" lang="zh-CN" altLang="en-US" sz="2000" b="0" kern="1200" cap="none" spc="0" normalizeH="0" baseline="0" noProof="0" dirty="0">
                <a:solidFill>
                  <a:schemeClr val="tx1"/>
                </a:solidFill>
                <a:latin typeface="华文中宋" panose="02010600040101010101" pitchFamily="2" charset="-122"/>
                <a:ea typeface="华文中宋" panose="02010600040101010101" pitchFamily="2" charset="-122"/>
                <a:cs typeface="+mn-cs"/>
              </a:rPr>
              <a:t>⊕表示只能选一个</a:t>
            </a:r>
            <a:endParaRPr kumimoji="0" lang="en-US" altLang="zh-CN" sz="2000" b="0" kern="0" cap="none" spc="0" normalizeH="0" baseline="0" noProof="0" dirty="0">
              <a:solidFill>
                <a:schemeClr val="tx1"/>
              </a:solidFill>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a:ln/>
        </p:spPr>
        <p:txBody>
          <a:bodyPr vert="horz" wrap="square" lIns="91440" tIns="45720" rIns="91440" bIns="45720" anchor="ctr" anchorCtr="0"/>
          <a:p>
            <a:r>
              <a:rPr lang="zh-CN" altLang="en-US" dirty="0"/>
              <a:t>可行性研究阶段使用的工具</a:t>
            </a:r>
            <a:endParaRPr lang="zh-CN" altLang="en-US" dirty="0"/>
          </a:p>
        </p:txBody>
      </p:sp>
      <p:sp>
        <p:nvSpPr>
          <p:cNvPr id="40963" name="内容占位符 2"/>
          <p:cNvSpPr>
            <a:spLocks noGrp="1"/>
          </p:cNvSpPr>
          <p:nvPr>
            <p:ph idx="1"/>
          </p:nvPr>
        </p:nvSpPr>
        <p:spPr>
          <a:xfrm>
            <a:off x="827088" y="1069975"/>
            <a:ext cx="7391400" cy="630238"/>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数据流图附加符号含义</a:t>
            </a:r>
            <a:endParaRPr lang="zh-CN" altLang="en-US" sz="2800" b="1" dirty="0">
              <a:latin typeface="华文中宋" panose="02010600040101010101" pitchFamily="2" charset="-122"/>
              <a:ea typeface="华文中宋" panose="02010600040101010101" pitchFamily="2" charset="-122"/>
              <a:cs typeface="+mn-cs"/>
            </a:endParaRPr>
          </a:p>
        </p:txBody>
      </p:sp>
      <p:sp>
        <p:nvSpPr>
          <p:cNvPr id="4096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40965" name="Picture 3"/>
          <p:cNvPicPr>
            <a:picLocks noChangeAspect="1"/>
          </p:cNvPicPr>
          <p:nvPr/>
        </p:nvPicPr>
        <p:blipFill>
          <a:blip r:embed="rId1"/>
          <a:stretch>
            <a:fillRect/>
          </a:stretch>
        </p:blipFill>
        <p:spPr>
          <a:xfrm>
            <a:off x="431800" y="1862138"/>
            <a:ext cx="8243888" cy="4122737"/>
          </a:xfrm>
          <a:prstGeom prst="rect">
            <a:avLst/>
          </a:prstGeom>
          <a:noFill/>
          <a:ln w="9525">
            <a:noFill/>
          </a:ln>
        </p:spPr>
      </p:pic>
      <p:sp>
        <p:nvSpPr>
          <p:cNvPr id="40966" name="Text Box 7"/>
          <p:cNvSpPr txBox="1"/>
          <p:nvPr/>
        </p:nvSpPr>
        <p:spPr>
          <a:xfrm>
            <a:off x="1908175" y="2311400"/>
            <a:ext cx="431800" cy="396875"/>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r">
              <a:lnSpc>
                <a:spcPct val="100000"/>
              </a:lnSpc>
              <a:spcBef>
                <a:spcPct val="50000"/>
              </a:spcBef>
              <a:buClrTx/>
              <a:buSzTx/>
              <a:buFontTx/>
              <a:buNone/>
            </a:pPr>
            <a:r>
              <a:rPr lang="zh-CN" altLang="en-US" b="1" dirty="0">
                <a:latin typeface="Times New Roman" panose="02020603050405020304" pitchFamily="18" charset="0"/>
              </a:rPr>
              <a:t>＋</a:t>
            </a:r>
            <a:endParaRPr lang="zh-CN" altLang="en-US" b="1" dirty="0">
              <a:latin typeface="Times New Roman" panose="02020603050405020304" pitchFamily="18" charset="0"/>
            </a:endParaRPr>
          </a:p>
        </p:txBody>
      </p:sp>
      <p:sp>
        <p:nvSpPr>
          <p:cNvPr id="40967" name="Text Box 8"/>
          <p:cNvSpPr txBox="1"/>
          <p:nvPr/>
        </p:nvSpPr>
        <p:spPr>
          <a:xfrm>
            <a:off x="5003800" y="2311400"/>
            <a:ext cx="431800" cy="396875"/>
          </a:xfrm>
          <a:prstGeom prst="rect">
            <a:avLst/>
          </a:prstGeom>
          <a:noFill/>
          <a:ln w="9525">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r">
              <a:lnSpc>
                <a:spcPct val="100000"/>
              </a:lnSpc>
              <a:spcBef>
                <a:spcPct val="50000"/>
              </a:spcBef>
              <a:buClrTx/>
              <a:buSzTx/>
              <a:buFontTx/>
              <a:buNone/>
            </a:pPr>
            <a:r>
              <a:rPr lang="zh-CN" altLang="en-US" b="1" dirty="0">
                <a:latin typeface="Times New Roman" panose="02020603050405020304" pitchFamily="18" charset="0"/>
              </a:rPr>
              <a:t>＋</a:t>
            </a:r>
            <a:endParaRPr lang="zh-CN" altLang="en-US" b="1" dirty="0">
              <a:latin typeface="Times New Roman" panose="02020603050405020304" pitchFamily="18"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a:xfrm>
            <a:off x="1042988" y="285750"/>
            <a:ext cx="6365875" cy="685800"/>
          </a:xfrm>
          <a:ln/>
        </p:spPr>
        <p:txBody>
          <a:bodyPr vert="horz" wrap="square" lIns="91440" tIns="45720" rIns="91440" bIns="45720" anchor="ctr" anchorCtr="0"/>
          <a:p>
            <a:pPr>
              <a:buFont typeface="Wingdings" panose="05000000000000000000" pitchFamily="2" charset="2"/>
              <a:buNone/>
            </a:pPr>
            <a:r>
              <a:rPr lang="zh-CN" altLang="en-US" dirty="0"/>
              <a:t>例子</a:t>
            </a:r>
            <a:endParaRPr lang="en-US" altLang="zh-CN" dirty="0"/>
          </a:p>
        </p:txBody>
      </p:sp>
      <p:sp>
        <p:nvSpPr>
          <p:cNvPr id="41987" name="内容占位符 2"/>
          <p:cNvSpPr>
            <a:spLocks noGrp="1"/>
          </p:cNvSpPr>
          <p:nvPr>
            <p:ph idx="1"/>
          </p:nvPr>
        </p:nvSpPr>
        <p:spPr>
          <a:xfrm>
            <a:off x="468313" y="981075"/>
            <a:ext cx="8207375" cy="1230313"/>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数据流图</a:t>
            </a:r>
            <a:endParaRPr lang="en-US" altLang="zh-CN" sz="2800" b="1"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zh-CN" altLang="zh-CN" dirty="0">
                <a:latin typeface="华文中宋" panose="02010600040101010101" pitchFamily="2" charset="-122"/>
                <a:ea typeface="华文中宋" panose="02010600040101010101" pitchFamily="2" charset="-122"/>
                <a:cs typeface="+mn-cs"/>
              </a:rPr>
              <a:t>公交车一卡通的顶层数据流图</a:t>
            </a:r>
            <a:endParaRPr lang="en-US" altLang="zh-CN" dirty="0">
              <a:latin typeface="华文中宋" panose="02010600040101010101" pitchFamily="2" charset="-122"/>
              <a:ea typeface="华文中宋" panose="02010600040101010101" pitchFamily="2" charset="-122"/>
              <a:cs typeface="+mn-cs"/>
            </a:endParaRPr>
          </a:p>
        </p:txBody>
      </p:sp>
      <p:sp>
        <p:nvSpPr>
          <p:cNvPr id="4198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41989" name="对象 2"/>
          <p:cNvGraphicFramePr>
            <a:graphicFrameLocks noChangeAspect="1"/>
          </p:cNvGraphicFramePr>
          <p:nvPr/>
        </p:nvGraphicFramePr>
        <p:xfrm>
          <a:off x="971550" y="3463925"/>
          <a:ext cx="6753225" cy="823913"/>
        </p:xfrm>
        <a:graphic>
          <a:graphicData uri="http://schemas.openxmlformats.org/presentationml/2006/ole">
            <mc:AlternateContent xmlns:mc="http://schemas.openxmlformats.org/markup-compatibility/2006">
              <mc:Choice xmlns:v="urn:schemas-microsoft-com:vml" Requires="v">
                <p:oleObj spid="_x0000_s3077" name="" r:id="rId1" imgW="4095115" imgH="506730" progId="Visio.Drawing.15">
                  <p:embed/>
                </p:oleObj>
              </mc:Choice>
              <mc:Fallback>
                <p:oleObj name="" r:id="rId1" imgW="4095115" imgH="506730" progId="Visio.Drawing.15">
                  <p:embed/>
                  <p:pic>
                    <p:nvPicPr>
                      <p:cNvPr id="0" name="图片 3076"/>
                      <p:cNvPicPr/>
                      <p:nvPr/>
                    </p:nvPicPr>
                    <p:blipFill>
                      <a:blip r:embed="rId2"/>
                      <a:stretch>
                        <a:fillRect/>
                      </a:stretch>
                    </p:blipFill>
                    <p:spPr>
                      <a:xfrm>
                        <a:off x="971550" y="3463925"/>
                        <a:ext cx="6753225" cy="823913"/>
                      </a:xfrm>
                      <a:prstGeom prst="rect">
                        <a:avLst/>
                      </a:prstGeom>
                      <a:noFill/>
                      <a:ln w="38100">
                        <a:noFill/>
                        <a:miter/>
                      </a:ln>
                    </p:spPr>
                  </p:pic>
                </p:oleObj>
              </mc:Fallback>
            </mc:AlternateContent>
          </a:graphicData>
        </a:graphic>
      </p:graphicFrame>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a:ln/>
        </p:spPr>
        <p:txBody>
          <a:bodyPr vert="horz" wrap="square" lIns="91440" tIns="45720" rIns="91440" bIns="45720" anchor="ctr" anchorCtr="0"/>
          <a:p>
            <a:r>
              <a:rPr lang="en-US" altLang="zh-CN" dirty="0"/>
              <a:t>2. DFD</a:t>
            </a:r>
            <a:r>
              <a:rPr lang="zh-CN" altLang="zh-CN" dirty="0"/>
              <a:t>画法与命名</a:t>
            </a:r>
            <a:endParaRPr lang="zh-CN" altLang="en-US" dirty="0"/>
          </a:p>
        </p:txBody>
      </p:sp>
      <p:sp>
        <p:nvSpPr>
          <p:cNvPr id="43011" name="内容占位符 2"/>
          <p:cNvSpPr>
            <a:spLocks noGrp="1"/>
          </p:cNvSpPr>
          <p:nvPr>
            <p:ph idx="1"/>
          </p:nvPr>
        </p:nvSpPr>
        <p:spPr>
          <a:xfrm>
            <a:off x="323850" y="1052513"/>
            <a:ext cx="8496300" cy="5029200"/>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画</a:t>
            </a:r>
            <a:r>
              <a:rPr lang="en-US" altLang="zh-CN" dirty="0">
                <a:latin typeface="华文中宋" panose="02010600040101010101" pitchFamily="2" charset="-122"/>
                <a:ea typeface="华文中宋" panose="02010600040101010101" pitchFamily="2" charset="-122"/>
                <a:cs typeface="+mn-cs"/>
              </a:rPr>
              <a:t>DFD</a:t>
            </a:r>
            <a:r>
              <a:rPr lang="zh-CN" altLang="zh-CN" dirty="0">
                <a:latin typeface="华文中宋" panose="02010600040101010101" pitchFamily="2" charset="-122"/>
                <a:ea typeface="华文中宋" panose="02010600040101010101" pitchFamily="2" charset="-122"/>
                <a:cs typeface="+mn-cs"/>
              </a:rPr>
              <a:t>图时，</a:t>
            </a:r>
            <a:r>
              <a:rPr lang="zh-CN" altLang="zh-CN" dirty="0">
                <a:solidFill>
                  <a:schemeClr val="accent2"/>
                </a:solidFill>
                <a:latin typeface="华文中宋" panose="02010600040101010101" pitchFamily="2" charset="-122"/>
                <a:ea typeface="华文中宋" panose="02010600040101010101" pitchFamily="2" charset="-122"/>
                <a:cs typeface="+mn-cs"/>
              </a:rPr>
              <a:t>一般遵循</a:t>
            </a:r>
            <a:r>
              <a:rPr lang="en-US" altLang="zh-CN" dirty="0">
                <a:solidFill>
                  <a:schemeClr val="accent2"/>
                </a:solidFill>
                <a:latin typeface="华文中宋" panose="02010600040101010101" pitchFamily="2" charset="-122"/>
                <a:ea typeface="华文中宋" panose="02010600040101010101" pitchFamily="2" charset="-122"/>
                <a:cs typeface="+mn-cs"/>
              </a:rPr>
              <a:t>“</a:t>
            </a:r>
            <a:r>
              <a:rPr lang="zh-CN" altLang="zh-CN" dirty="0">
                <a:solidFill>
                  <a:schemeClr val="accent2"/>
                </a:solidFill>
                <a:latin typeface="华文中宋" panose="02010600040101010101" pitchFamily="2" charset="-122"/>
                <a:ea typeface="华文中宋" panose="02010600040101010101" pitchFamily="2" charset="-122"/>
                <a:cs typeface="+mn-cs"/>
              </a:rPr>
              <a:t>由外向里</a:t>
            </a:r>
            <a:r>
              <a:rPr lang="en-US" altLang="zh-CN" dirty="0">
                <a:solidFill>
                  <a:schemeClr val="accent2"/>
                </a:solidFill>
                <a:latin typeface="华文中宋" panose="02010600040101010101" pitchFamily="2" charset="-122"/>
                <a:ea typeface="华文中宋" panose="02010600040101010101" pitchFamily="2" charset="-122"/>
                <a:cs typeface="+mn-cs"/>
              </a:rPr>
              <a:t>”</a:t>
            </a:r>
            <a:r>
              <a:rPr lang="zh-CN" altLang="zh-CN" dirty="0">
                <a:solidFill>
                  <a:schemeClr val="accent2"/>
                </a:solidFill>
                <a:latin typeface="华文中宋" panose="02010600040101010101" pitchFamily="2" charset="-122"/>
                <a:ea typeface="华文中宋" panose="02010600040101010101" pitchFamily="2" charset="-122"/>
                <a:cs typeface="+mn-cs"/>
              </a:rPr>
              <a:t>的原则</a:t>
            </a:r>
            <a:r>
              <a:rPr lang="zh-CN" altLang="zh-CN" dirty="0">
                <a:latin typeface="华文中宋" panose="02010600040101010101" pitchFamily="2" charset="-122"/>
                <a:ea typeface="华文中宋" panose="02010600040101010101" pitchFamily="2" charset="-122"/>
                <a:cs typeface="+mn-cs"/>
              </a:rPr>
              <a:t>，即先确定系统的边界或范围，再考虑系统的内部，先画加工的输入和输出，再画加工的内部。即： </a:t>
            </a:r>
            <a:endParaRPr lang="zh-CN" altLang="zh-CN"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 (1)</a:t>
            </a:r>
            <a:r>
              <a:rPr lang="zh-CN" altLang="zh-CN" sz="2000" dirty="0">
                <a:latin typeface="华文中宋" panose="02010600040101010101" pitchFamily="2" charset="-122"/>
                <a:ea typeface="华文中宋" panose="02010600040101010101" pitchFamily="2" charset="-122"/>
                <a:cs typeface="+mn-cs"/>
              </a:rPr>
              <a:t>识别系统的输入和输出。 </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 (2)</a:t>
            </a:r>
            <a:r>
              <a:rPr lang="zh-CN" altLang="zh-CN" sz="2000" dirty="0">
                <a:latin typeface="华文中宋" panose="02010600040101010101" pitchFamily="2" charset="-122"/>
                <a:ea typeface="华文中宋" panose="02010600040101010101" pitchFamily="2" charset="-122"/>
                <a:cs typeface="+mn-cs"/>
              </a:rPr>
              <a:t>从输入端至输出端画数据流和加工，并同时加上文件。 </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 (3)</a:t>
            </a:r>
            <a:r>
              <a:rPr lang="zh-CN" altLang="zh-CN" sz="2000" dirty="0">
                <a:latin typeface="华文中宋" panose="02010600040101010101" pitchFamily="2" charset="-122"/>
                <a:ea typeface="华文中宋" panose="02010600040101010101" pitchFamily="2" charset="-122"/>
                <a:cs typeface="+mn-cs"/>
              </a:rPr>
              <a:t>加工的分解</a:t>
            </a:r>
            <a:r>
              <a:rPr lang="en-US" altLang="zh-CN" sz="2000" dirty="0">
                <a:latin typeface="华文中宋" panose="02010600040101010101" pitchFamily="2" charset="-122"/>
                <a:ea typeface="华文中宋" panose="02010600040101010101" pitchFamily="2" charset="-122"/>
                <a:cs typeface="+mn-cs"/>
              </a:rPr>
              <a:t>“</a:t>
            </a:r>
            <a:r>
              <a:rPr lang="zh-CN" altLang="zh-CN" sz="2000" dirty="0">
                <a:latin typeface="华文中宋" panose="02010600040101010101" pitchFamily="2" charset="-122"/>
                <a:ea typeface="华文中宋" panose="02010600040101010101" pitchFamily="2" charset="-122"/>
                <a:cs typeface="+mn-cs"/>
              </a:rPr>
              <a:t>由外向里</a:t>
            </a:r>
            <a:r>
              <a:rPr lang="en-US" altLang="zh-CN" sz="2000" dirty="0">
                <a:latin typeface="华文中宋" panose="02010600040101010101" pitchFamily="2" charset="-122"/>
                <a:ea typeface="华文中宋" panose="02010600040101010101" pitchFamily="2" charset="-122"/>
                <a:cs typeface="+mn-cs"/>
              </a:rPr>
              <a:t>”</a:t>
            </a:r>
            <a:r>
              <a:rPr lang="zh-CN" altLang="zh-CN" sz="2000" dirty="0">
                <a:latin typeface="华文中宋" panose="02010600040101010101" pitchFamily="2" charset="-122"/>
                <a:ea typeface="华文中宋" panose="02010600040101010101" pitchFamily="2" charset="-122"/>
                <a:cs typeface="+mn-cs"/>
              </a:rPr>
              <a:t>进行分解。</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 (4)</a:t>
            </a:r>
            <a:r>
              <a:rPr lang="zh-CN" altLang="zh-CN" sz="2000" dirty="0">
                <a:latin typeface="华文中宋" panose="02010600040101010101" pitchFamily="2" charset="-122"/>
                <a:ea typeface="华文中宋" panose="02010600040101010101" pitchFamily="2" charset="-122"/>
                <a:cs typeface="+mn-cs"/>
              </a:rPr>
              <a:t>数据流的命名，名字要确切，能反映整体。 </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 (5)</a:t>
            </a:r>
            <a:r>
              <a:rPr lang="zh-CN" altLang="zh-CN" sz="2000" dirty="0">
                <a:latin typeface="华文中宋" panose="02010600040101010101" pitchFamily="2" charset="-122"/>
                <a:ea typeface="华文中宋" panose="02010600040101010101" pitchFamily="2" charset="-122"/>
                <a:cs typeface="+mn-cs"/>
              </a:rPr>
              <a:t>各种符号布置要合理，分布均匀，尽量避免交叉线。 </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en-US" altLang="zh-CN" sz="2000" dirty="0">
                <a:latin typeface="华文中宋" panose="02010600040101010101" pitchFamily="2" charset="-122"/>
                <a:ea typeface="华文中宋" panose="02010600040101010101" pitchFamily="2" charset="-122"/>
                <a:cs typeface="+mn-cs"/>
              </a:rPr>
              <a:t> (6)</a:t>
            </a:r>
            <a:r>
              <a:rPr lang="zh-CN" altLang="zh-CN" sz="2000" dirty="0">
                <a:latin typeface="华文中宋" panose="02010600040101010101" pitchFamily="2" charset="-122"/>
                <a:ea typeface="华文中宋" panose="02010600040101010101" pitchFamily="2" charset="-122"/>
                <a:cs typeface="+mn-cs"/>
              </a:rPr>
              <a:t>先考虑稳定态，后考虑瞬间态。如系统启动后在正常工作状态，稍后再考虑系统的启动和终止状态。</a:t>
            </a:r>
            <a:endParaRPr lang="zh-CN" altLang="en-US" sz="2000" dirty="0">
              <a:latin typeface="华文中宋" panose="02010600040101010101" pitchFamily="2" charset="-122"/>
              <a:ea typeface="华文中宋" panose="02010600040101010101" pitchFamily="2" charset="-122"/>
              <a:cs typeface="+mn-cs"/>
            </a:endParaRPr>
          </a:p>
        </p:txBody>
      </p:sp>
      <p:sp>
        <p:nvSpPr>
          <p:cNvPr id="4301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a:ln/>
        </p:spPr>
        <p:txBody>
          <a:bodyPr vert="horz" wrap="square" lIns="91440" tIns="45720" rIns="91440" bIns="45720" anchor="ctr" anchorCtr="0"/>
          <a:p>
            <a:r>
              <a:rPr lang="zh-CN" altLang="zh-CN" dirty="0"/>
              <a:t>给数据流或数据存储命名</a:t>
            </a:r>
            <a:endParaRPr lang="zh-CN" altLang="en-US" dirty="0"/>
          </a:p>
        </p:txBody>
      </p:sp>
      <p:sp>
        <p:nvSpPr>
          <p:cNvPr id="44035" name="内容占位符 2"/>
          <p:cNvSpPr>
            <a:spLocks noGrp="1"/>
          </p:cNvSpPr>
          <p:nvPr>
            <p:ph idx="1"/>
          </p:nvPr>
        </p:nvSpPr>
        <p:spPr>
          <a:xfrm>
            <a:off x="395288" y="981075"/>
            <a:ext cx="8208962" cy="5041900"/>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zh-CN" dirty="0">
                <a:latin typeface="华文中宋" panose="02010600040101010101" pitchFamily="2" charset="-122"/>
                <a:ea typeface="华文中宋" panose="02010600040101010101" pitchFamily="2" charset="-122"/>
                <a:cs typeface="+mn-cs"/>
              </a:rPr>
              <a:t>给数据流或数据存储命名时应注意：</a:t>
            </a:r>
            <a:endParaRPr lang="zh-CN"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(1)</a:t>
            </a:r>
            <a:r>
              <a:rPr lang="zh-CN" altLang="zh-CN" dirty="0">
                <a:latin typeface="华文中宋" panose="02010600040101010101" pitchFamily="2" charset="-122"/>
                <a:ea typeface="华文中宋" panose="02010600040101010101" pitchFamily="2" charset="-122"/>
                <a:cs typeface="+mn-cs"/>
              </a:rPr>
              <a:t>数据流或数据存储的名称应跟数据本身相关联；</a:t>
            </a:r>
            <a:endParaRPr lang="zh-CN"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(2)</a:t>
            </a:r>
            <a:r>
              <a:rPr lang="zh-CN" altLang="zh-CN" dirty="0">
                <a:latin typeface="华文中宋" panose="02010600040101010101" pitchFamily="2" charset="-122"/>
                <a:ea typeface="华文中宋" panose="02010600040101010101" pitchFamily="2" charset="-122"/>
                <a:cs typeface="+mn-cs"/>
              </a:rPr>
              <a:t>名字应代表整个数据流（或数据存储）的内容，而不是仅仅反映它的某些成分；</a:t>
            </a:r>
            <a:endParaRPr lang="zh-CN"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不要使用空洞的、缺乏具体含义的名字，如</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数据</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信息</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输入</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之类；</a:t>
            </a:r>
            <a:endParaRPr lang="zh-CN"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(4)</a:t>
            </a:r>
            <a:r>
              <a:rPr lang="zh-CN" altLang="zh-CN" dirty="0">
                <a:latin typeface="华文中宋" panose="02010600040101010101" pitchFamily="2" charset="-122"/>
                <a:ea typeface="华文中宋" panose="02010600040101010101" pitchFamily="2" charset="-122"/>
                <a:cs typeface="+mn-cs"/>
              </a:rPr>
              <a:t>如果在为某个数据流（或数据存储）起名字时遇到了困难，则很可能是因为对数据流图分解不恰当造成的，应该尝试进行重新分解。</a:t>
            </a:r>
            <a:endParaRPr lang="zh-CN" altLang="en-US" dirty="0">
              <a:latin typeface="华文中宋" panose="02010600040101010101" pitchFamily="2" charset="-122"/>
              <a:ea typeface="华文中宋" panose="02010600040101010101" pitchFamily="2" charset="-122"/>
              <a:cs typeface="+mn-cs"/>
            </a:endParaRPr>
          </a:p>
        </p:txBody>
      </p:sp>
      <p:sp>
        <p:nvSpPr>
          <p:cNvPr id="440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a:ln/>
        </p:spPr>
        <p:txBody>
          <a:bodyPr vert="horz" wrap="square" lIns="91440" tIns="45720" rIns="91440" bIns="45720" anchor="ctr" anchorCtr="0"/>
          <a:p>
            <a:r>
              <a:rPr lang="zh-CN" altLang="zh-CN" dirty="0"/>
              <a:t>给处理命名</a:t>
            </a:r>
            <a:endParaRPr lang="zh-CN" altLang="en-US" dirty="0"/>
          </a:p>
        </p:txBody>
      </p:sp>
      <p:sp>
        <p:nvSpPr>
          <p:cNvPr id="54275" name="内容占位符 2"/>
          <p:cNvSpPr>
            <a:spLocks noGrp="1" noChangeArrowheads="1"/>
          </p:cNvSpPr>
          <p:nvPr>
            <p:ph idx="1"/>
          </p:nvPr>
        </p:nvSpPr>
        <p:spPr>
          <a:xfrm>
            <a:off x="395288" y="981075"/>
            <a:ext cx="8208963" cy="489426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给处理命名重点描述数据是怎样处理的，注意以下原则：</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）通常先为数据流命名，然后再为与之相关联的处理命名。这样命名比较容易，而且体现了人类习惯的</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由表及里</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的思考过程；</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）名字应该反映整个处理的功能，而不是它的一部分功能；</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）名字最好由一个具体的及物动词，加上一个具体的宾语组成。应该尽量避免使用</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加工</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处理</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等空洞笼统的动词作名字；</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）通常名字中仅包括</a:t>
            </a:r>
            <a:r>
              <a:rPr kumimoji="0" lang="zh-CN" altLang="zh-CN" sz="20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一个动词</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，如果必须用两个动词才能描述整个处理的功能，则把这个处理再分解成两个处理可能更恰当些；</a:t>
            </a:r>
            <a:endPar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5</a:t>
            </a:r>
            <a:r>
              <a:rPr kumimoji="0" lang="zh-CN"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）如果在为某个处理命名时遇到困难，则很可能是发现了分解不当的情况，应考虑重新分解。</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506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标题 1"/>
          <p:cNvSpPr>
            <a:spLocks noGrp="1"/>
          </p:cNvSpPr>
          <p:nvPr>
            <p:ph type="title"/>
          </p:nvPr>
        </p:nvSpPr>
        <p:spPr>
          <a:ln/>
        </p:spPr>
        <p:txBody>
          <a:bodyPr vert="horz" wrap="square" lIns="91440" tIns="45720" rIns="91440" bIns="45720" anchor="ctr" anchorCtr="0"/>
          <a:p>
            <a:r>
              <a:rPr lang="en-US" altLang="zh-CN" dirty="0"/>
              <a:t>3 </a:t>
            </a:r>
            <a:r>
              <a:rPr lang="zh-CN" altLang="en-US" dirty="0"/>
              <a:t>分层数据流图</a:t>
            </a:r>
            <a:endParaRPr lang="zh-CN" altLang="en-US" dirty="0"/>
          </a:p>
        </p:txBody>
      </p:sp>
      <p:sp>
        <p:nvSpPr>
          <p:cNvPr id="46083" name="内容占位符 2"/>
          <p:cNvSpPr>
            <a:spLocks noGrp="1"/>
          </p:cNvSpPr>
          <p:nvPr>
            <p:ph idx="1"/>
          </p:nvPr>
        </p:nvSpPr>
        <p:spPr>
          <a:xfrm>
            <a:off x="395288" y="1022350"/>
            <a:ext cx="8280400" cy="2105025"/>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为了表达数据处理过程的数据加工情况，需要采用</a:t>
            </a:r>
            <a:r>
              <a:rPr lang="zh-CN" altLang="en-US" dirty="0">
                <a:solidFill>
                  <a:srgbClr val="3333CC"/>
                </a:solidFill>
                <a:latin typeface="华文中宋" panose="02010600040101010101" pitchFamily="2" charset="-122"/>
                <a:ea typeface="华文中宋" panose="02010600040101010101" pitchFamily="2" charset="-122"/>
                <a:cs typeface="+mn-cs"/>
              </a:rPr>
              <a:t>层次结构的数据流图</a:t>
            </a:r>
            <a:r>
              <a:rPr lang="zh-CN" altLang="en-US" dirty="0">
                <a:latin typeface="华文中宋" panose="02010600040101010101" pitchFamily="2" charset="-122"/>
                <a:ea typeface="华文中宋" panose="02010600040101010101" pitchFamily="2" charset="-122"/>
                <a:cs typeface="+mn-cs"/>
              </a:rPr>
              <a:t>。按照系统的层次结构进行</a:t>
            </a:r>
            <a:r>
              <a:rPr lang="zh-CN" altLang="en-US" dirty="0">
                <a:solidFill>
                  <a:srgbClr val="3333CC"/>
                </a:solidFill>
                <a:latin typeface="华文中宋" panose="02010600040101010101" pitchFamily="2" charset="-122"/>
                <a:ea typeface="华文中宋" panose="02010600040101010101" pitchFamily="2" charset="-122"/>
                <a:cs typeface="+mn-cs"/>
              </a:rPr>
              <a:t>逐步分解（处理），</a:t>
            </a:r>
            <a:r>
              <a:rPr lang="zh-CN" altLang="en-US" dirty="0">
                <a:latin typeface="华文中宋" panose="02010600040101010101" pitchFamily="2" charset="-122"/>
                <a:ea typeface="华文中宋" panose="02010600040101010101" pitchFamily="2" charset="-122"/>
                <a:cs typeface="+mn-cs"/>
              </a:rPr>
              <a:t>并以</a:t>
            </a:r>
            <a:r>
              <a:rPr lang="zh-CN" altLang="en-US" dirty="0">
                <a:solidFill>
                  <a:srgbClr val="3333CC"/>
                </a:solidFill>
                <a:latin typeface="华文中宋" panose="02010600040101010101" pitchFamily="2" charset="-122"/>
                <a:ea typeface="华文中宋" panose="02010600040101010101" pitchFamily="2" charset="-122"/>
                <a:cs typeface="+mn-cs"/>
              </a:rPr>
              <a:t>分层</a:t>
            </a:r>
            <a:r>
              <a:rPr lang="zh-CN" altLang="en-US" dirty="0">
                <a:latin typeface="华文中宋" panose="02010600040101010101" pitchFamily="2" charset="-122"/>
                <a:ea typeface="华文中宋" panose="02010600040101010101" pitchFamily="2" charset="-122"/>
                <a:cs typeface="+mn-cs"/>
              </a:rPr>
              <a:t>的数据流图反映这种结构关系，能清楚地表达和容易理解整个系统</a:t>
            </a:r>
            <a:endParaRPr lang="zh-CN" altLang="en-US" dirty="0">
              <a:latin typeface="华文中宋" panose="02010600040101010101" pitchFamily="2" charset="-122"/>
              <a:ea typeface="华文中宋" panose="02010600040101010101" pitchFamily="2" charset="-122"/>
              <a:cs typeface="+mn-cs"/>
            </a:endParaRPr>
          </a:p>
        </p:txBody>
      </p:sp>
      <p:sp>
        <p:nvSpPr>
          <p:cNvPr id="4608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46085" name="Picture 2"/>
          <p:cNvPicPr>
            <a:picLocks noChangeAspect="1"/>
          </p:cNvPicPr>
          <p:nvPr/>
        </p:nvPicPr>
        <p:blipFill>
          <a:blip r:embed="rId1"/>
          <a:stretch>
            <a:fillRect/>
          </a:stretch>
        </p:blipFill>
        <p:spPr>
          <a:xfrm>
            <a:off x="2124075" y="3203575"/>
            <a:ext cx="5308600" cy="3097213"/>
          </a:xfrm>
          <a:prstGeom prst="rect">
            <a:avLst/>
          </a:prstGeom>
          <a:noFill/>
          <a:ln w="9525">
            <a:noFill/>
          </a:ln>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p:cNvSpPr>
          <p:nvPr>
            <p:ph type="title"/>
          </p:nvPr>
        </p:nvSpPr>
        <p:spPr>
          <a:ln/>
        </p:spPr>
        <p:txBody>
          <a:bodyPr vert="horz" wrap="square" lIns="91440" tIns="45720" rIns="91440" bIns="45720" anchor="ctr" anchorCtr="0"/>
          <a:p>
            <a:r>
              <a:rPr lang="zh-CN" altLang="en-US" dirty="0"/>
              <a:t>分层数据流图</a:t>
            </a:r>
            <a:endParaRPr lang="zh-CN" altLang="en-US" dirty="0"/>
          </a:p>
        </p:txBody>
      </p:sp>
      <p:sp>
        <p:nvSpPr>
          <p:cNvPr id="47107" name="内容占位符 2"/>
          <p:cNvSpPr>
            <a:spLocks noGrp="1"/>
          </p:cNvSpPr>
          <p:nvPr>
            <p:ph idx="1"/>
          </p:nvPr>
        </p:nvSpPr>
        <p:spPr>
          <a:xfrm>
            <a:off x="395288" y="1196975"/>
            <a:ext cx="8280400" cy="4321175"/>
          </a:xfrm>
          <a:ln/>
        </p:spPr>
        <p:txBody>
          <a:bodyPr vert="horz" wrap="square" lIns="91440" tIns="45720" rIns="91440" bIns="45720" anchor="t" anchorCtr="0">
            <a:spAutoFit/>
          </a:bodyPr>
          <a:p>
            <a:pPr marL="457200" indent="-457200">
              <a:buSzPct val="70000"/>
              <a:buFont typeface="宋体" panose="02010600030101010101" pitchFamily="2" charset="-122"/>
              <a:buAutoNum type="circleNumDbPlain"/>
            </a:pPr>
            <a:r>
              <a:rPr lang="zh-CN" altLang="en-US" dirty="0">
                <a:latin typeface="华文中宋" panose="02010600040101010101" pitchFamily="2" charset="-122"/>
                <a:ea typeface="华文中宋" panose="02010600040101010101" pitchFamily="2" charset="-122"/>
                <a:cs typeface="+mn-cs"/>
              </a:rPr>
              <a:t>在多层数据流图中，顶层流图仅包含一个加工，它代表被开发系统。它的输入流是该系统的输入数据，输出流是系统所输出数据</a:t>
            </a:r>
            <a:endParaRPr lang="zh-CN" altLang="en-US" dirty="0">
              <a:latin typeface="华文中宋" panose="02010600040101010101" pitchFamily="2" charset="-122"/>
              <a:ea typeface="华文中宋" panose="02010600040101010101" pitchFamily="2" charset="-122"/>
              <a:cs typeface="+mn-cs"/>
            </a:endParaRPr>
          </a:p>
          <a:p>
            <a:pPr marL="457200" indent="-457200">
              <a:buSzPct val="70000"/>
              <a:buFont typeface="宋体" panose="02010600030101010101" pitchFamily="2" charset="-122"/>
              <a:buAutoNum type="circleNumDbPlain"/>
            </a:pPr>
            <a:r>
              <a:rPr lang="zh-CN" altLang="en-US" dirty="0">
                <a:solidFill>
                  <a:srgbClr val="3333CC"/>
                </a:solidFill>
                <a:latin typeface="华文中宋" panose="02010600040101010101" pitchFamily="2" charset="-122"/>
                <a:ea typeface="华文中宋" panose="02010600040101010101" pitchFamily="2" charset="-122"/>
                <a:cs typeface="+mn-cs"/>
              </a:rPr>
              <a:t>底层</a:t>
            </a:r>
            <a:r>
              <a:rPr lang="zh-CN" altLang="en-US" dirty="0">
                <a:latin typeface="华文中宋" panose="02010600040101010101" pitchFamily="2" charset="-122"/>
                <a:ea typeface="华文中宋" panose="02010600040101010101" pitchFamily="2" charset="-122"/>
                <a:cs typeface="+mn-cs"/>
              </a:rPr>
              <a:t>数据流图是指其</a:t>
            </a:r>
            <a:r>
              <a:rPr lang="zh-CN" altLang="en-US" dirty="0">
                <a:solidFill>
                  <a:srgbClr val="3333CC"/>
                </a:solidFill>
                <a:latin typeface="华文中宋" panose="02010600040101010101" pitchFamily="2" charset="-122"/>
                <a:ea typeface="华文中宋" panose="02010600040101010101" pitchFamily="2" charset="-122"/>
                <a:cs typeface="+mn-cs"/>
              </a:rPr>
              <a:t>加工不需再做分解</a:t>
            </a:r>
            <a:r>
              <a:rPr lang="zh-CN" altLang="en-US" dirty="0">
                <a:latin typeface="华文中宋" panose="02010600040101010101" pitchFamily="2" charset="-122"/>
                <a:ea typeface="华文中宋" panose="02010600040101010101" pitchFamily="2" charset="-122"/>
                <a:cs typeface="+mn-cs"/>
              </a:rPr>
              <a:t>的数据流图，它处在最底层只要是模块的最底层就是底层流图，不管是第二层还是第三层的底层</a:t>
            </a:r>
            <a:endParaRPr lang="zh-CN" altLang="en-US" dirty="0">
              <a:latin typeface="华文中宋" panose="02010600040101010101" pitchFamily="2" charset="-122"/>
              <a:ea typeface="华文中宋" panose="02010600040101010101" pitchFamily="2" charset="-122"/>
              <a:cs typeface="+mn-cs"/>
            </a:endParaRPr>
          </a:p>
          <a:p>
            <a:pPr marL="457200" indent="-457200">
              <a:buSzPct val="70000"/>
              <a:buFont typeface="宋体" panose="02010600030101010101" pitchFamily="2" charset="-122"/>
              <a:buAutoNum type="circleNumDbPlain"/>
            </a:pPr>
            <a:r>
              <a:rPr lang="zh-CN" altLang="en-US" dirty="0">
                <a:latin typeface="华文中宋" panose="02010600040101010101" pitchFamily="2" charset="-122"/>
                <a:ea typeface="华文中宋" panose="02010600040101010101" pitchFamily="2" charset="-122"/>
                <a:cs typeface="+mn-cs"/>
              </a:rPr>
              <a:t>中间层流图则表示对其上层父图的细化。它的每一加工可能继续细化，形成子图。</a:t>
            </a:r>
            <a:endParaRPr lang="zh-CN" altLang="en-US" dirty="0">
              <a:latin typeface="华文中宋" panose="02010600040101010101" pitchFamily="2" charset="-122"/>
              <a:ea typeface="华文中宋" panose="02010600040101010101" pitchFamily="2" charset="-122"/>
              <a:cs typeface="+mn-cs"/>
            </a:endParaRPr>
          </a:p>
        </p:txBody>
      </p:sp>
      <p:sp>
        <p:nvSpPr>
          <p:cNvPr id="4710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1"/>
          <p:cNvSpPr>
            <a:spLocks noGrp="1"/>
          </p:cNvSpPr>
          <p:nvPr>
            <p:ph type="title"/>
          </p:nvPr>
        </p:nvSpPr>
        <p:spPr>
          <a:ln/>
        </p:spPr>
        <p:txBody>
          <a:bodyPr vert="horz" wrap="square" lIns="91440" tIns="45720" rIns="91440" bIns="45720" anchor="ctr" anchorCtr="0"/>
          <a:p>
            <a:r>
              <a:rPr lang="zh-CN" altLang="zh-CN" dirty="0"/>
              <a:t>画分层数据流图时应注意以下问题</a:t>
            </a:r>
            <a:endParaRPr lang="zh-CN" altLang="en-US" dirty="0"/>
          </a:p>
        </p:txBody>
      </p:sp>
      <p:sp>
        <p:nvSpPr>
          <p:cNvPr id="51203" name="内容占位符 2"/>
          <p:cNvSpPr>
            <a:spLocks noGrp="1" noChangeArrowheads="1"/>
          </p:cNvSpPr>
          <p:nvPr>
            <p:ph idx="1"/>
          </p:nvPr>
        </p:nvSpPr>
        <p:spPr>
          <a:xfrm>
            <a:off x="395288" y="1019175"/>
            <a:ext cx="8280400" cy="5264150"/>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．合理编号</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分层数据流图的顶层称为</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0</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层</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称它是第</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层的父图，而第</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层既是</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0</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层图的子图，又是第</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层图的父图，依此类推</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．注意子图与父图的平衡</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子图与父图的数据流必须平衡，这是分层数据流的重要性质。这里的</a:t>
            </a:r>
            <a:r>
              <a:rPr kumimoji="0" lang="zh-CN"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平衡指的是子图的输入、输出数据流必须与父图中对应加工的输入、输出数据流相同</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。例如图</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3-5</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中</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3.1</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3.2</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3.3</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共有</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个输入和</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个输出，和</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号加工的输入输出一致。</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．分解的程度</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对于规模较大的系统的分层数据流图，如果一下子把加工直接分解成基本加工单元，一张图上画出过多的加工将使人难以理解，也增加了分解的复杂度。</a:t>
            </a:r>
            <a:endPar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915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1"/>
          <p:cNvSpPr>
            <a:spLocks noGrp="1"/>
          </p:cNvSpPr>
          <p:nvPr>
            <p:ph type="title"/>
          </p:nvPr>
        </p:nvSpPr>
        <p:spPr>
          <a:ln/>
        </p:spPr>
        <p:txBody>
          <a:bodyPr vert="horz" wrap="square" lIns="91440" tIns="45720" rIns="91440" bIns="45720" anchor="ctr" anchorCtr="0"/>
          <a:p>
            <a:r>
              <a:rPr lang="zh-CN" altLang="zh-CN" dirty="0"/>
              <a:t>分解时应遵循以下原则</a:t>
            </a:r>
            <a:endParaRPr lang="zh-CN" altLang="en-US" dirty="0"/>
          </a:p>
        </p:txBody>
      </p:sp>
      <p:sp>
        <p:nvSpPr>
          <p:cNvPr id="50179" name="内容占位符 2"/>
          <p:cNvSpPr>
            <a:spLocks noGrp="1"/>
          </p:cNvSpPr>
          <p:nvPr>
            <p:ph idx="1"/>
          </p:nvPr>
        </p:nvSpPr>
        <p:spPr>
          <a:xfrm>
            <a:off x="395288" y="1019175"/>
            <a:ext cx="8280400" cy="4376738"/>
          </a:xfrm>
          <a:ln/>
        </p:spPr>
        <p:txBody>
          <a:bodyPr vert="horz" wrap="square" lIns="91440" tIns="45720" rIns="91440" bIns="45720" anchor="t" anchorCtr="0">
            <a:spAutoFit/>
          </a:bodyPr>
          <a:p>
            <a:pPr>
              <a:lnSpc>
                <a:spcPct val="1000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分解应自然，概念上要合理、清晰。</a:t>
            </a:r>
            <a:endParaRPr lang="zh-CN" altLang="zh-CN" dirty="0">
              <a:latin typeface="华文中宋" panose="02010600040101010101" pitchFamily="2" charset="-122"/>
              <a:ea typeface="华文中宋" panose="02010600040101010101" pitchFamily="2" charset="-122"/>
              <a:cs typeface="+mn-cs"/>
            </a:endParaRPr>
          </a:p>
          <a:p>
            <a:pPr>
              <a:lnSpc>
                <a:spcPct val="1000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上层可分解得快些</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即分解成的子加工个数多些</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，这是因为上层是综合性描述，对可读性的影响小，而下层应分解得慢些。</a:t>
            </a:r>
            <a:endParaRPr lang="zh-CN" altLang="zh-CN" dirty="0">
              <a:latin typeface="华文中宋" panose="02010600040101010101" pitchFamily="2" charset="-122"/>
              <a:ea typeface="华文中宋" panose="02010600040101010101" pitchFamily="2" charset="-122"/>
              <a:cs typeface="+mn-cs"/>
            </a:endParaRPr>
          </a:p>
          <a:p>
            <a:pPr>
              <a:lnSpc>
                <a:spcPct val="1000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在不影响可读性的前提下，应适当地多分解成几部分，以</a:t>
            </a:r>
            <a:r>
              <a:rPr lang="zh-CN" altLang="zh-CN" dirty="0">
                <a:solidFill>
                  <a:srgbClr val="3333CC"/>
                </a:solidFill>
                <a:latin typeface="华文中宋" panose="02010600040101010101" pitchFamily="2" charset="-122"/>
                <a:ea typeface="华文中宋" panose="02010600040101010101" pitchFamily="2" charset="-122"/>
                <a:cs typeface="+mn-cs"/>
              </a:rPr>
              <a:t>减少分解层数</a:t>
            </a:r>
            <a:r>
              <a:rPr lang="zh-CN" altLang="zh-CN" dirty="0">
                <a:latin typeface="华文中宋" panose="02010600040101010101" pitchFamily="2" charset="-122"/>
                <a:ea typeface="华文中宋" panose="02010600040101010101" pitchFamily="2" charset="-122"/>
                <a:cs typeface="+mn-cs"/>
              </a:rPr>
              <a:t>。</a:t>
            </a:r>
            <a:endParaRPr lang="zh-CN" altLang="zh-CN" dirty="0">
              <a:latin typeface="华文中宋" panose="02010600040101010101" pitchFamily="2" charset="-122"/>
              <a:ea typeface="华文中宋" panose="02010600040101010101" pitchFamily="2" charset="-122"/>
              <a:cs typeface="+mn-cs"/>
            </a:endParaRPr>
          </a:p>
          <a:p>
            <a:pPr>
              <a:lnSpc>
                <a:spcPct val="100000"/>
              </a:lnSpc>
              <a:buSzPct val="70000"/>
              <a:buFont typeface="Arial" panose="020B0604020202020204" pitchFamily="34" charset="0"/>
              <a:buChar char="•"/>
            </a:pPr>
            <a:r>
              <a:rPr lang="zh-CN" altLang="zh-CN" dirty="0">
                <a:latin typeface="华文中宋" panose="02010600040101010101" pitchFamily="2" charset="-122"/>
                <a:ea typeface="华文中宋" panose="02010600040101010101" pitchFamily="2" charset="-122"/>
                <a:cs typeface="+mn-cs"/>
              </a:rPr>
              <a:t>一般说来，当加工可用一页纸明确地表述时，或加工只有单一输入</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输出数据流时</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出错处理不包括在内</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，就应停止对该加工的分解。另外，对数据流图中不再作分解的加工</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即功能单元</a:t>
            </a:r>
            <a:r>
              <a:rPr lang="en-US" altLang="zh-CN" dirty="0">
                <a:latin typeface="华文中宋" panose="02010600040101010101" pitchFamily="2" charset="-122"/>
                <a:ea typeface="华文中宋" panose="02010600040101010101" pitchFamily="2" charset="-122"/>
                <a:cs typeface="+mn-cs"/>
              </a:rPr>
              <a:t>)</a:t>
            </a:r>
            <a:r>
              <a:rPr lang="zh-CN" altLang="zh-CN" dirty="0">
                <a:latin typeface="华文中宋" panose="02010600040101010101" pitchFamily="2" charset="-122"/>
                <a:ea typeface="华文中宋" panose="02010600040101010101" pitchFamily="2" charset="-122"/>
                <a:cs typeface="+mn-cs"/>
              </a:rPr>
              <a:t>，必须作出详细的加工说明，并且每个加工说明的编号必须与功能单元的编号一致。</a:t>
            </a:r>
            <a:endParaRPr lang="zh-CN" altLang="en-US" dirty="0">
              <a:latin typeface="华文中宋" panose="02010600040101010101" pitchFamily="2" charset="-122"/>
              <a:ea typeface="华文中宋" panose="02010600040101010101" pitchFamily="2" charset="-122"/>
              <a:cs typeface="+mn-cs"/>
            </a:endParaRPr>
          </a:p>
        </p:txBody>
      </p:sp>
      <p:sp>
        <p:nvSpPr>
          <p:cNvPr id="5018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p:cNvSpPr>
          <p:nvPr>
            <p:ph type="title"/>
          </p:nvPr>
        </p:nvSpPr>
        <p:spPr>
          <a:ln/>
        </p:spPr>
        <p:txBody>
          <a:bodyPr vert="horz" wrap="square" lIns="91440" tIns="45720" rIns="91440" bIns="45720" anchor="ctr" anchorCtr="0"/>
          <a:p>
            <a:r>
              <a:rPr lang="zh-CN" altLang="zh-CN" dirty="0"/>
              <a:t>公交一卡通上车刷卡的数据流图</a:t>
            </a:r>
            <a:endParaRPr lang="zh-CN" altLang="en-US" dirty="0"/>
          </a:p>
        </p:txBody>
      </p:sp>
      <p:sp>
        <p:nvSpPr>
          <p:cNvPr id="51203"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1204" name="Rectangle 2"/>
          <p:cNvSpPr/>
          <p:nvPr/>
        </p:nvSpPr>
        <p:spPr>
          <a:xfrm>
            <a:off x="179388" y="2852738"/>
            <a:ext cx="13409612" cy="46037"/>
          </a:xfrm>
          <a:prstGeom prst="rect">
            <a:avLst/>
          </a:prstGeom>
          <a:noFill/>
          <a:ln w="9525">
            <a:noFill/>
          </a:ln>
        </p:spPr>
        <p:txBody>
          <a:bodyPr anchor="ctr" anchorCtr="0">
            <a:spAutoFit/>
          </a:bodyPr>
          <a:p>
            <a:endParaRPr lang="zh-CN" altLang="en-US" dirty="0">
              <a:latin typeface="华文中宋" panose="02010600040101010101" pitchFamily="2" charset="-122"/>
            </a:endParaRPr>
          </a:p>
        </p:txBody>
      </p:sp>
      <p:graphicFrame>
        <p:nvGraphicFramePr>
          <p:cNvPr id="51205" name="对象 2"/>
          <p:cNvGraphicFramePr>
            <a:graphicFrameLocks noChangeAspect="1"/>
          </p:cNvGraphicFramePr>
          <p:nvPr/>
        </p:nvGraphicFramePr>
        <p:xfrm>
          <a:off x="366713" y="2792413"/>
          <a:ext cx="8585200" cy="1655762"/>
        </p:xfrm>
        <a:graphic>
          <a:graphicData uri="http://schemas.openxmlformats.org/presentationml/2006/ole">
            <mc:AlternateContent xmlns:mc="http://schemas.openxmlformats.org/markup-compatibility/2006">
              <mc:Choice xmlns:v="urn:schemas-microsoft-com:vml" Requires="v">
                <p:oleObj spid="_x0000_s3078" name="" r:id="rId1" imgW="9044305" imgH="1739265" progId="Visio.Drawing.15">
                  <p:embed/>
                </p:oleObj>
              </mc:Choice>
              <mc:Fallback>
                <p:oleObj name="" r:id="rId1" imgW="9044305" imgH="1739265" progId="Visio.Drawing.15">
                  <p:embed/>
                  <p:pic>
                    <p:nvPicPr>
                      <p:cNvPr id="0" name="图片 3077"/>
                      <p:cNvPicPr/>
                      <p:nvPr/>
                    </p:nvPicPr>
                    <p:blipFill>
                      <a:blip r:embed="rId2"/>
                      <a:stretch>
                        <a:fillRect/>
                      </a:stretch>
                    </p:blipFill>
                    <p:spPr>
                      <a:xfrm>
                        <a:off x="366713" y="2792413"/>
                        <a:ext cx="8585200" cy="1655762"/>
                      </a:xfrm>
                      <a:prstGeom prst="rect">
                        <a:avLst/>
                      </a:prstGeom>
                      <a:noFill/>
                      <a:ln w="38100">
                        <a:noFill/>
                        <a:miter/>
                      </a:ln>
                    </p:spPr>
                  </p:pic>
                </p:oleObj>
              </mc:Fallback>
            </mc:AlternateContent>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1"/>
          <p:cNvSpPr>
            <a:spLocks noGrp="1"/>
          </p:cNvSpPr>
          <p:nvPr>
            <p:ph type="title"/>
          </p:nvPr>
        </p:nvSpPr>
        <p:spPr>
          <a:ln/>
        </p:spPr>
        <p:txBody>
          <a:bodyPr vert="horz" wrap="square" lIns="91440" tIns="45720" rIns="91440" bIns="45720" anchor="ctr" anchorCtr="0"/>
          <a:p>
            <a:r>
              <a:rPr lang="zh-CN" altLang="zh-CN" dirty="0"/>
              <a:t>公交一卡通上车刷卡的数据流图</a:t>
            </a:r>
            <a:endParaRPr lang="zh-CN" altLang="en-US" dirty="0"/>
          </a:p>
        </p:txBody>
      </p:sp>
      <p:sp>
        <p:nvSpPr>
          <p:cNvPr id="5222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2228" name="Rectangle 2"/>
          <p:cNvSpPr/>
          <p:nvPr/>
        </p:nvSpPr>
        <p:spPr>
          <a:xfrm>
            <a:off x="179388" y="2852738"/>
            <a:ext cx="13409612" cy="46037"/>
          </a:xfrm>
          <a:prstGeom prst="rect">
            <a:avLst/>
          </a:prstGeom>
          <a:noFill/>
          <a:ln w="9525">
            <a:noFill/>
          </a:ln>
        </p:spPr>
        <p:txBody>
          <a:bodyPr anchor="ctr" anchorCtr="0">
            <a:spAutoFit/>
          </a:bodyPr>
          <a:p>
            <a:endParaRPr lang="zh-CN" altLang="en-US" dirty="0">
              <a:latin typeface="华文中宋" panose="02010600040101010101" pitchFamily="2" charset="-122"/>
            </a:endParaRPr>
          </a:p>
        </p:txBody>
      </p:sp>
      <p:graphicFrame>
        <p:nvGraphicFramePr>
          <p:cNvPr id="52229" name="对象 5"/>
          <p:cNvGraphicFramePr>
            <a:graphicFrameLocks noChangeAspect="1"/>
          </p:cNvGraphicFramePr>
          <p:nvPr/>
        </p:nvGraphicFramePr>
        <p:xfrm>
          <a:off x="333375" y="1700213"/>
          <a:ext cx="8651875" cy="3867150"/>
        </p:xfrm>
        <a:graphic>
          <a:graphicData uri="http://schemas.openxmlformats.org/presentationml/2006/ole">
            <mc:AlternateContent xmlns:mc="http://schemas.openxmlformats.org/markup-compatibility/2006">
              <mc:Choice xmlns:v="urn:schemas-microsoft-com:vml" Requires="v">
                <p:oleObj spid="_x0000_s3079" name="" r:id="rId1" imgW="8875395" imgH="3965575" progId="Visio.Drawing.15">
                  <p:embed/>
                </p:oleObj>
              </mc:Choice>
              <mc:Fallback>
                <p:oleObj name="" r:id="rId1" imgW="8875395" imgH="3965575" progId="Visio.Drawing.15">
                  <p:embed/>
                  <p:pic>
                    <p:nvPicPr>
                      <p:cNvPr id="0" name="图片 3078"/>
                      <p:cNvPicPr/>
                      <p:nvPr/>
                    </p:nvPicPr>
                    <p:blipFill>
                      <a:blip r:embed="rId2"/>
                      <a:stretch>
                        <a:fillRect/>
                      </a:stretch>
                    </p:blipFill>
                    <p:spPr>
                      <a:xfrm>
                        <a:off x="333375" y="1700213"/>
                        <a:ext cx="8651875" cy="3867150"/>
                      </a:xfrm>
                      <a:prstGeom prst="rect">
                        <a:avLst/>
                      </a:prstGeom>
                      <a:noFill/>
                      <a:ln w="38100">
                        <a:noFill/>
                        <a:miter/>
                      </a:ln>
                    </p:spPr>
                  </p:pic>
                </p:oleObj>
              </mc:Fallback>
            </mc:AlternateContent>
          </a:graphicData>
        </a:graphic>
      </p:graphicFrame>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p:cNvSpPr>
          <p:nvPr>
            <p:ph type="title"/>
          </p:nvPr>
        </p:nvSpPr>
        <p:spPr>
          <a:ln/>
        </p:spPr>
        <p:txBody>
          <a:bodyPr vert="horz" wrap="square" lIns="91440" tIns="45720" rIns="91440" bIns="45720" anchor="ctr" anchorCtr="0"/>
          <a:p>
            <a:r>
              <a:rPr lang="zh-CN" altLang="en-US" dirty="0"/>
              <a:t>检查数据流图</a:t>
            </a:r>
            <a:endParaRPr lang="zh-CN" altLang="en-US" dirty="0"/>
          </a:p>
        </p:txBody>
      </p:sp>
      <p:sp>
        <p:nvSpPr>
          <p:cNvPr id="55299" name="内容占位符 2"/>
          <p:cNvSpPr>
            <a:spLocks noGrp="1" noChangeArrowheads="1"/>
          </p:cNvSpPr>
          <p:nvPr>
            <p:ph idx="1"/>
          </p:nvPr>
        </p:nvSpPr>
        <p:spPr>
          <a:xfrm>
            <a:off x="250825" y="981075"/>
            <a:ext cx="8569325" cy="5003800"/>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9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检查</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和修改数据流图的原则</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90000"/>
              </a:lnSpc>
              <a:spcBef>
                <a:spcPct val="20000"/>
              </a:spcBef>
              <a:spcAft>
                <a:spcPct val="0"/>
              </a:spcAft>
              <a:buClr>
                <a:schemeClr val="accent2"/>
              </a:buClr>
              <a:buSzPct val="70000"/>
              <a:buFont typeface="+mj-ea"/>
              <a:buAutoNum type="circleNumDbPlain"/>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数据流图上所有图形符号</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只限于前述四种基本图形元素</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，并且必须包括前述四种基本元素，缺一不可。</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90000"/>
              </a:lnSpc>
              <a:spcBef>
                <a:spcPct val="20000"/>
              </a:spcBef>
              <a:spcAft>
                <a:spcPct val="0"/>
              </a:spcAft>
              <a:buClr>
                <a:schemeClr val="accent2"/>
              </a:buClr>
              <a:buSzPct val="70000"/>
              <a:buFont typeface="+mj-ea"/>
              <a:buAutoNum type="circleNumDbPlain"/>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数据流图的主图上的</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数据流必须封闭在外部实体之间</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90000"/>
              </a:lnSpc>
              <a:spcBef>
                <a:spcPct val="20000"/>
              </a:spcBef>
              <a:spcAft>
                <a:spcPct val="0"/>
              </a:spcAft>
              <a:buClr>
                <a:schemeClr val="accent2"/>
              </a:buClr>
              <a:buSzPct val="70000"/>
              <a:buFont typeface="+mj-ea"/>
              <a:buAutoNum type="circleNumDbPlain"/>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每个加工至少有一个输入数据流和一个输出数据流。</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90000"/>
              </a:lnSpc>
              <a:spcBef>
                <a:spcPct val="20000"/>
              </a:spcBef>
              <a:spcAft>
                <a:spcPct val="0"/>
              </a:spcAft>
              <a:buClr>
                <a:schemeClr val="accent2"/>
              </a:buClr>
              <a:buSzPct val="70000"/>
              <a:buFont typeface="+mj-ea"/>
              <a:buAutoNum type="circleNumDbPlain"/>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在数据流图中，需</a:t>
            </a:r>
            <a:r>
              <a:rPr kumimoji="0" lang="zh-CN" altLang="en-US"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按层给加工框编号</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。编号表明该加工所处层次及上下层的亲子关系。</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90000"/>
              </a:lnSpc>
              <a:spcBef>
                <a:spcPct val="20000"/>
              </a:spcBef>
              <a:spcAft>
                <a:spcPct val="0"/>
              </a:spcAft>
              <a:buClr>
                <a:schemeClr val="accent2"/>
              </a:buClr>
              <a:buSzPct val="70000"/>
              <a:buFont typeface="+mj-ea"/>
              <a:buAutoNum type="circleNumDbPlain"/>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规定</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任何一个数据流子图必须与它上一层的一个加工对应</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，两者的输入数据流和输出数据流必须一致。此即</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父图与子图的平衡</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90000"/>
              </a:lnSpc>
              <a:spcBef>
                <a:spcPct val="20000"/>
              </a:spcBef>
              <a:spcAft>
                <a:spcPct val="0"/>
              </a:spcAft>
              <a:buClr>
                <a:schemeClr val="accent2"/>
              </a:buClr>
              <a:buSzPct val="70000"/>
              <a:buFont typeface="+mj-ea"/>
              <a:buAutoNum type="circleNumDbPlain"/>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可以在数据流图中加入物质流，帮助用户理解数据流图。</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90000"/>
              </a:lnSpc>
              <a:spcBef>
                <a:spcPct val="20000"/>
              </a:spcBef>
              <a:spcAft>
                <a:spcPct val="0"/>
              </a:spcAft>
              <a:buClr>
                <a:schemeClr val="accent2"/>
              </a:buClr>
              <a:buSzPct val="70000"/>
              <a:buFont typeface="+mj-ea"/>
              <a:buAutoNum type="circleNumDbPlain"/>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图上每个元素都必须有名字。</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90000"/>
              </a:lnSpc>
              <a:spcBef>
                <a:spcPct val="20000"/>
              </a:spcBef>
              <a:spcAft>
                <a:spcPct val="0"/>
              </a:spcAft>
              <a:buClr>
                <a:schemeClr val="accent2"/>
              </a:buClr>
              <a:buSzPct val="70000"/>
              <a:buFont typeface="+mj-ea"/>
              <a:buAutoNum type="circleNumDbPlain"/>
              <a:defRPr/>
            </a:pPr>
            <a:r>
              <a:rPr kumimoji="0" lang="zh-CN" altLang="en-US" sz="24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数据流图中不可夹带控制流</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5325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a:ln/>
        </p:spPr>
        <p:txBody>
          <a:bodyPr vert="horz" wrap="square" lIns="91440" tIns="45720" rIns="91440" bIns="45720" anchor="ctr" anchorCtr="0"/>
          <a:p>
            <a:r>
              <a:rPr lang="en-US" altLang="zh-CN" dirty="0"/>
              <a:t>3.6 </a:t>
            </a:r>
            <a:r>
              <a:rPr lang="zh-CN" altLang="en-US" dirty="0"/>
              <a:t>软件项目进度计划</a:t>
            </a:r>
            <a:endParaRPr lang="zh-CN" altLang="en-US" dirty="0"/>
          </a:p>
        </p:txBody>
      </p:sp>
      <p:sp>
        <p:nvSpPr>
          <p:cNvPr id="54275" name="内容占位符 2"/>
          <p:cNvSpPr>
            <a:spLocks noGrp="1"/>
          </p:cNvSpPr>
          <p:nvPr>
            <p:ph idx="1"/>
          </p:nvPr>
        </p:nvSpPr>
        <p:spPr>
          <a:xfrm>
            <a:off x="468313" y="1916113"/>
            <a:ext cx="8135937" cy="334327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进度是对执行的活动和里程碑所制定的工作计划日期表。</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solidFill>
                  <a:schemeClr val="accent2"/>
                </a:solidFill>
                <a:latin typeface="华文中宋" panose="02010600040101010101" pitchFamily="2" charset="-122"/>
                <a:ea typeface="华文中宋" panose="02010600040101010101" pitchFamily="2" charset="-122"/>
                <a:cs typeface="+mn-cs"/>
              </a:rPr>
              <a:t>进度管理是为了确保项目按期完成所需要的管理过程。</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时间是项目规划中灵活性最小的因素，因为</a:t>
            </a:r>
            <a:r>
              <a:rPr lang="zh-CN" altLang="zh-CN" dirty="0">
                <a:solidFill>
                  <a:srgbClr val="3333CC"/>
                </a:solidFill>
                <a:latin typeface="华文中宋" panose="02010600040101010101" pitchFamily="2" charset="-122"/>
                <a:ea typeface="华文中宋" panose="02010600040101010101" pitchFamily="2" charset="-122"/>
                <a:cs typeface="+mn-cs"/>
              </a:rPr>
              <a:t>项目时间通常不是项目组所能决定的，而是由用户和市场决定的</a:t>
            </a:r>
            <a:r>
              <a:rPr lang="zh-CN" altLang="zh-CN" dirty="0">
                <a:latin typeface="华文中宋" panose="02010600040101010101" pitchFamily="2" charset="-122"/>
                <a:ea typeface="华文中宋" panose="02010600040101010101" pitchFamily="2" charset="-122"/>
                <a:cs typeface="+mn-cs"/>
              </a:rPr>
              <a:t>。进度问题是产生项目冲突的主要原因，尤其在项目的后期。软件项目存在许多不确定因素，会造成软件项目延期。</a:t>
            </a:r>
            <a:endParaRPr lang="en-US" altLang="zh-CN" dirty="0">
              <a:latin typeface="华文中宋" panose="02010600040101010101" pitchFamily="2" charset="-122"/>
              <a:ea typeface="华文中宋" panose="02010600040101010101" pitchFamily="2" charset="-122"/>
              <a:cs typeface="+mn-cs"/>
            </a:endParaRPr>
          </a:p>
        </p:txBody>
      </p:sp>
      <p:sp>
        <p:nvSpPr>
          <p:cNvPr id="542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 name="标题 1"/>
          <p:cNvSpPr txBox="1">
            <a:spLocks noChangeArrowheads="1"/>
          </p:cNvSpPr>
          <p:nvPr/>
        </p:nvSpPr>
        <p:spPr bwMode="auto">
          <a:xfrm>
            <a:off x="1476375" y="1042988"/>
            <a:ext cx="6365875" cy="685800"/>
          </a:xfrm>
          <a:prstGeom prst="rect">
            <a:avLst/>
          </a:prstGeom>
          <a:noFill/>
          <a:ln>
            <a:noFill/>
          </a:ln>
          <a:effectLst>
            <a:outerShdw dist="17961" dir="2700000" algn="ctr" rotWithShape="0">
              <a:srgbClr val="DDDDDD"/>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333399"/>
                </a:solidFill>
                <a:effectLst/>
                <a:uLnTx/>
                <a:uFillTx/>
                <a:latin typeface="华文中宋" panose="02010600040101010101" pitchFamily="2" charset="-122"/>
                <a:ea typeface="华文中宋" panose="02010600040101010101" pitchFamily="2" charset="-122"/>
                <a:cs typeface="+mj-cs"/>
              </a:rPr>
              <a:t>3.6.1</a:t>
            </a:r>
            <a:r>
              <a:rPr kumimoji="0" lang="zh-CN" altLang="en-US" sz="2800" b="1" i="0" u="none" strike="noStrike" kern="120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rPr>
              <a:t>进度管理与工作分解</a:t>
            </a:r>
            <a:endParaRPr kumimoji="0" lang="en-US" altLang="zh-CN" sz="2800" b="1" i="0" u="none" strike="noStrike" kern="1200" cap="none" spc="0" normalizeH="0" baseline="0" noProof="0" dirty="0">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a:ln/>
        </p:spPr>
        <p:txBody>
          <a:bodyPr vert="horz" wrap="square" lIns="91440" tIns="45720" rIns="91440" bIns="45720" anchor="ctr" anchorCtr="0"/>
          <a:p>
            <a:r>
              <a:rPr lang="zh-CN" altLang="en-US" dirty="0"/>
              <a:t>任务分解</a:t>
            </a:r>
            <a:endParaRPr lang="zh-CN" altLang="en-US" dirty="0"/>
          </a:p>
        </p:txBody>
      </p:sp>
      <p:sp>
        <p:nvSpPr>
          <p:cNvPr id="60419" name="内容占位符 2"/>
          <p:cNvSpPr>
            <a:spLocks noGrp="1" noChangeArrowheads="1"/>
          </p:cNvSpPr>
          <p:nvPr>
            <p:ph idx="1"/>
          </p:nvPr>
        </p:nvSpPr>
        <p:spPr>
          <a:xfrm>
            <a:off x="539750" y="981075"/>
            <a:ext cx="8208963" cy="475456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要制定项目计划，就必须知道项目的任务和花费的时间。</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什么</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是任务分解</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将一个项目分解为更多的工作细目，使项目变得更易管理、更易操作。</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可以采用</a:t>
            </a:r>
            <a:r>
              <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WBS</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Work Breakdown Structure</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）工作分解结构</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WBS</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是为了完成项目的目标和创造项目的</a:t>
            </a:r>
            <a:r>
              <a:rPr kumimoji="0" lang="zh-CN" altLang="en-US" sz="24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可交付成果</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，由项目团队进行的一种</a:t>
            </a:r>
            <a:r>
              <a:rPr kumimoji="0" lang="zh-CN" altLang="en-US" sz="24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对项目工作有层次的分解</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5530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a:ln/>
        </p:spPr>
        <p:txBody>
          <a:bodyPr vert="horz" wrap="square" lIns="91440" tIns="45720" rIns="91440" bIns="45720" anchor="ctr" anchorCtr="0"/>
          <a:p>
            <a:pPr>
              <a:buFont typeface="Wingdings" panose="05000000000000000000" pitchFamily="2" charset="2"/>
              <a:buNone/>
            </a:pPr>
            <a:r>
              <a:rPr lang="en-US" altLang="zh-CN" dirty="0"/>
              <a:t>WBS</a:t>
            </a:r>
            <a:r>
              <a:rPr lang="zh-CN" altLang="en-US" dirty="0"/>
              <a:t>的结构</a:t>
            </a:r>
            <a:endParaRPr lang="en-US" altLang="zh-CN" dirty="0"/>
          </a:p>
        </p:txBody>
      </p:sp>
      <p:sp>
        <p:nvSpPr>
          <p:cNvPr id="56323"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40" name="图示 39"/>
          <p:cNvGraphicFramePr/>
          <p:nvPr/>
        </p:nvGraphicFramePr>
        <p:xfrm>
          <a:off x="1652103" y="2132856"/>
          <a:ext cx="6014417" cy="236103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p:cNvSpPr>
          <p:nvPr>
            <p:ph type="title"/>
          </p:nvPr>
        </p:nvSpPr>
        <p:spPr>
          <a:ln/>
        </p:spPr>
        <p:txBody>
          <a:bodyPr vert="horz" wrap="square" lIns="91440" tIns="45720" rIns="91440" bIns="45720" anchor="ctr" anchorCtr="0"/>
          <a:p>
            <a:r>
              <a:rPr lang="en-US" altLang="zh-CN" dirty="0"/>
              <a:t>WBS</a:t>
            </a:r>
            <a:endParaRPr lang="zh-CN" altLang="en-US" dirty="0"/>
          </a:p>
        </p:txBody>
      </p:sp>
      <p:sp>
        <p:nvSpPr>
          <p:cNvPr id="62467" name="内容占位符 2"/>
          <p:cNvSpPr>
            <a:spLocks noGrp="1" noChangeArrowheads="1"/>
          </p:cNvSpPr>
          <p:nvPr>
            <p:ph idx="1"/>
          </p:nvPr>
        </p:nvSpPr>
        <p:spPr>
          <a:xfrm>
            <a:off x="827088" y="1379538"/>
            <a:ext cx="7391400" cy="444976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WBS</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包括以下概念：</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）工作包 </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工作包（</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work package</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WBS</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的最底层元素，一般的工作包是最小的“可交付成果”，这些可交付成果很容易识别出完成它的活动、成本和组织</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以及</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资源信息</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WBS</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元素 </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WBS</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元素实际上就是</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WBS</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结构上的一个个“节点”，通俗的理解就是“组织机构图”上的一个个“方框”，这些方框代表了独立的、具有隶属关系</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汇总关系的“可交付成果”。</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5734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1"/>
          <p:cNvSpPr>
            <a:spLocks noGrp="1"/>
          </p:cNvSpPr>
          <p:nvPr>
            <p:ph type="title"/>
          </p:nvPr>
        </p:nvSpPr>
        <p:spPr>
          <a:ln/>
        </p:spPr>
        <p:txBody>
          <a:bodyPr vert="horz" wrap="square" lIns="91440" tIns="45720" rIns="91440" bIns="45720" anchor="ctr" anchorCtr="0"/>
          <a:p>
            <a:r>
              <a:rPr lang="zh-CN" altLang="en-US" dirty="0"/>
              <a:t>软件项目任务分解</a:t>
            </a:r>
            <a:endParaRPr lang="zh-CN" altLang="en-US" dirty="0"/>
          </a:p>
        </p:txBody>
      </p:sp>
      <p:sp>
        <p:nvSpPr>
          <p:cNvPr id="62467" name="内容占位符 2"/>
          <p:cNvSpPr>
            <a:spLocks noGrp="1" noChangeArrowheads="1"/>
          </p:cNvSpPr>
          <p:nvPr>
            <p:ph idx="1"/>
          </p:nvPr>
        </p:nvSpPr>
        <p:spPr>
          <a:xfrm>
            <a:off x="827088" y="1379538"/>
            <a:ext cx="7391400" cy="409416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8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WBS</a:t>
            </a:r>
            <a:r>
              <a:rPr kumimoji="0" lang="zh-CN" altLang="en-US" sz="28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任务</a:t>
            </a: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分解方式</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 </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按产品或项目的功能分解。 </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将软件系统按照子系统、功能、模块的方式进行分解。</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 </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按照实施过程分解。</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将软件系统按照需求分析、软件设计、编码、测试、维护进行分解。</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5837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1"/>
          <p:cNvSpPr>
            <a:spLocks noGrp="1"/>
          </p:cNvSpPr>
          <p:nvPr>
            <p:ph type="title"/>
          </p:nvPr>
        </p:nvSpPr>
        <p:spPr>
          <a:ln/>
        </p:spPr>
        <p:txBody>
          <a:bodyPr vert="horz" wrap="square" lIns="91440" tIns="45720" rIns="91440" bIns="45720" anchor="ctr" anchorCtr="0"/>
          <a:p>
            <a:r>
              <a:rPr lang="zh-CN" altLang="en-US" dirty="0"/>
              <a:t>软件项目任务分解</a:t>
            </a:r>
            <a:endParaRPr lang="zh-CN" altLang="en-US" dirty="0"/>
          </a:p>
        </p:txBody>
      </p:sp>
      <p:sp>
        <p:nvSpPr>
          <p:cNvPr id="59395" name="内容占位符 2"/>
          <p:cNvSpPr>
            <a:spLocks noGrp="1"/>
          </p:cNvSpPr>
          <p:nvPr>
            <p:ph idx="1"/>
          </p:nvPr>
        </p:nvSpPr>
        <p:spPr>
          <a:xfrm>
            <a:off x="827088" y="981075"/>
            <a:ext cx="7391400" cy="630238"/>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按照产品的功能组成分解</a:t>
            </a:r>
            <a:endParaRPr lang="en-US" altLang="zh-CN" sz="2800" b="1" dirty="0">
              <a:latin typeface="华文中宋" panose="02010600040101010101" pitchFamily="2" charset="-122"/>
              <a:ea typeface="华文中宋" panose="02010600040101010101" pitchFamily="2" charset="-122"/>
              <a:cs typeface="+mn-cs"/>
            </a:endParaRPr>
          </a:p>
        </p:txBody>
      </p:sp>
      <p:sp>
        <p:nvSpPr>
          <p:cNvPr id="5939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9397" name="AutoShape 5"/>
          <p:cNvSpPr>
            <a:spLocks noChangeAspect="1"/>
          </p:cNvSpPr>
          <p:nvPr/>
        </p:nvSpPr>
        <p:spPr>
          <a:xfrm>
            <a:off x="179388" y="1844675"/>
            <a:ext cx="8785225" cy="3430588"/>
          </a:xfrm>
          <a:prstGeom prst="rect">
            <a:avLst/>
          </a:prstGeom>
          <a:noFill/>
          <a:ln w="9525">
            <a:noFill/>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endParaRPr lang="zh-CN" altLang="en-US" sz="2800" b="1" dirty="0">
              <a:latin typeface="Times New Roman" panose="02020603050405020304" pitchFamily="18" charset="0"/>
              <a:ea typeface="黑体" panose="02010609060101010101" pitchFamily="49" charset="-122"/>
            </a:endParaRPr>
          </a:p>
        </p:txBody>
      </p:sp>
      <p:sp>
        <p:nvSpPr>
          <p:cNvPr id="59398" name="Rectangle 6"/>
          <p:cNvSpPr/>
          <p:nvPr/>
        </p:nvSpPr>
        <p:spPr>
          <a:xfrm>
            <a:off x="3808413" y="2035175"/>
            <a:ext cx="1527175" cy="57150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1600" b="1" dirty="0">
                <a:latin typeface="Arial Narrow" panose="020B0606020202030204" pitchFamily="34" charset="0"/>
              </a:rPr>
              <a:t>校务管理信息系统</a:t>
            </a:r>
            <a:endParaRPr lang="zh-CN" altLang="en-US" sz="1600" b="1" dirty="0">
              <a:latin typeface="Arial Narrow" panose="020B0606020202030204" pitchFamily="34" charset="0"/>
            </a:endParaRPr>
          </a:p>
        </p:txBody>
      </p:sp>
      <p:sp>
        <p:nvSpPr>
          <p:cNvPr id="59399" name="Rectangle 7"/>
          <p:cNvSpPr/>
          <p:nvPr/>
        </p:nvSpPr>
        <p:spPr>
          <a:xfrm>
            <a:off x="942975" y="3178175"/>
            <a:ext cx="1527175" cy="57308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1600" b="1" dirty="0">
                <a:latin typeface="Arial Narrow" panose="020B0606020202030204" pitchFamily="34" charset="0"/>
              </a:rPr>
              <a:t>招生管理</a:t>
            </a:r>
            <a:endParaRPr lang="zh-CN" altLang="en-US" sz="1600" b="1" dirty="0">
              <a:latin typeface="Arial Narrow" panose="020B0606020202030204" pitchFamily="34" charset="0"/>
            </a:endParaRPr>
          </a:p>
        </p:txBody>
      </p:sp>
      <p:sp>
        <p:nvSpPr>
          <p:cNvPr id="59400" name="Rectangle 8"/>
          <p:cNvSpPr/>
          <p:nvPr/>
        </p:nvSpPr>
        <p:spPr>
          <a:xfrm>
            <a:off x="3808413" y="3178175"/>
            <a:ext cx="1527175" cy="57308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1600" b="1" dirty="0">
                <a:latin typeface="Arial Narrow" panose="020B0606020202030204" pitchFamily="34" charset="0"/>
              </a:rPr>
              <a:t>教务管理</a:t>
            </a:r>
            <a:endParaRPr lang="zh-CN" altLang="en-US" sz="1600" b="1" dirty="0">
              <a:latin typeface="Arial Narrow" panose="020B0606020202030204" pitchFamily="34" charset="0"/>
            </a:endParaRPr>
          </a:p>
        </p:txBody>
      </p:sp>
      <p:sp>
        <p:nvSpPr>
          <p:cNvPr id="59401" name="Rectangle 9"/>
          <p:cNvSpPr/>
          <p:nvPr/>
        </p:nvSpPr>
        <p:spPr>
          <a:xfrm>
            <a:off x="6673850" y="3178175"/>
            <a:ext cx="1527175" cy="57308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1600" b="1" dirty="0">
                <a:latin typeface="Arial Narrow" panose="020B0606020202030204" pitchFamily="34" charset="0"/>
              </a:rPr>
              <a:t>学籍管理</a:t>
            </a:r>
            <a:endParaRPr lang="zh-CN" altLang="en-US" sz="1600" b="1" dirty="0">
              <a:latin typeface="Arial Narrow" panose="020B0606020202030204" pitchFamily="34" charset="0"/>
            </a:endParaRPr>
          </a:p>
        </p:txBody>
      </p:sp>
      <p:sp>
        <p:nvSpPr>
          <p:cNvPr id="59402" name="Rectangle 10"/>
          <p:cNvSpPr/>
          <p:nvPr/>
        </p:nvSpPr>
        <p:spPr>
          <a:xfrm>
            <a:off x="1325563" y="4321175"/>
            <a:ext cx="763587" cy="57308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r>
              <a:rPr lang="zh-CN" altLang="en-US" sz="1600" b="1" dirty="0">
                <a:latin typeface="Arial Narrow" panose="020B0606020202030204" pitchFamily="34" charset="0"/>
              </a:rPr>
              <a:t>招生</a:t>
            </a:r>
            <a:endParaRPr lang="zh-CN" altLang="en-US" sz="1600" b="1" dirty="0">
              <a:latin typeface="Arial Narrow" panose="020B0606020202030204" pitchFamily="34" charset="0"/>
            </a:endParaRPr>
          </a:p>
        </p:txBody>
      </p:sp>
      <p:sp>
        <p:nvSpPr>
          <p:cNvPr id="59403" name="Rectangle 11"/>
          <p:cNvSpPr/>
          <p:nvPr/>
        </p:nvSpPr>
        <p:spPr>
          <a:xfrm>
            <a:off x="2281238" y="4321175"/>
            <a:ext cx="763587" cy="57308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r>
              <a:rPr lang="zh-CN" altLang="en-US" sz="1600" b="1" dirty="0">
                <a:latin typeface="Times New Roman" panose="02020603050405020304" pitchFamily="18" charset="0"/>
              </a:rPr>
              <a:t>分班</a:t>
            </a:r>
            <a:endParaRPr lang="zh-CN" altLang="en-US" sz="1600" b="1" dirty="0">
              <a:latin typeface="Times New Roman" panose="02020603050405020304" pitchFamily="18" charset="0"/>
            </a:endParaRPr>
          </a:p>
          <a:p>
            <a:pPr marL="0" lvl="0" indent="0" eaLnBrk="1" hangingPunct="1">
              <a:lnSpc>
                <a:spcPct val="100000"/>
              </a:lnSpc>
              <a:spcBef>
                <a:spcPct val="0"/>
              </a:spcBef>
              <a:buClrTx/>
              <a:buSzTx/>
              <a:buFontTx/>
              <a:buNone/>
            </a:pPr>
            <a:endParaRPr lang="en-US" altLang="zh-CN" sz="1600" b="1" dirty="0">
              <a:latin typeface="Arial Narrow" panose="020B0606020202030204" pitchFamily="34" charset="0"/>
            </a:endParaRPr>
          </a:p>
        </p:txBody>
      </p:sp>
      <p:sp>
        <p:nvSpPr>
          <p:cNvPr id="59404" name="Rectangle 12"/>
          <p:cNvSpPr/>
          <p:nvPr/>
        </p:nvSpPr>
        <p:spPr>
          <a:xfrm>
            <a:off x="371475" y="4321175"/>
            <a:ext cx="763588" cy="57308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r>
              <a:rPr lang="zh-CN" altLang="en-US" sz="1600" b="1" dirty="0">
                <a:latin typeface="Times New Roman" panose="02020603050405020304" pitchFamily="18" charset="0"/>
              </a:rPr>
              <a:t>报名 </a:t>
            </a:r>
            <a:endParaRPr lang="zh-CN" altLang="en-US" sz="1600" b="1" dirty="0">
              <a:latin typeface="Arial Narrow" panose="020B0606020202030204" pitchFamily="34" charset="0"/>
            </a:endParaRPr>
          </a:p>
        </p:txBody>
      </p:sp>
      <p:sp>
        <p:nvSpPr>
          <p:cNvPr id="59405" name="Rectangle 13"/>
          <p:cNvSpPr/>
          <p:nvPr/>
        </p:nvSpPr>
        <p:spPr>
          <a:xfrm>
            <a:off x="4189413" y="4321175"/>
            <a:ext cx="765175" cy="57308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r>
              <a:rPr lang="zh-CN" altLang="en-US" sz="1600" b="1" dirty="0">
                <a:latin typeface="Times New Roman" panose="02020603050405020304" pitchFamily="18" charset="0"/>
              </a:rPr>
              <a:t>学科设置</a:t>
            </a:r>
            <a:endParaRPr lang="zh-CN" altLang="en-US" sz="1600" b="1" dirty="0">
              <a:latin typeface="Times New Roman" panose="02020603050405020304" pitchFamily="18" charset="0"/>
            </a:endParaRPr>
          </a:p>
          <a:p>
            <a:pPr marL="0" lvl="0" indent="0" algn="l" eaLnBrk="1" hangingPunct="1">
              <a:lnSpc>
                <a:spcPct val="100000"/>
              </a:lnSpc>
              <a:spcBef>
                <a:spcPct val="0"/>
              </a:spcBef>
              <a:buClrTx/>
              <a:buSzTx/>
              <a:buFontTx/>
              <a:buNone/>
            </a:pPr>
            <a:endParaRPr lang="en-US" altLang="zh-CN" sz="1600" b="1" dirty="0">
              <a:latin typeface="Arial Narrow" panose="020B0606020202030204" pitchFamily="34" charset="0"/>
            </a:endParaRPr>
          </a:p>
        </p:txBody>
      </p:sp>
      <p:sp>
        <p:nvSpPr>
          <p:cNvPr id="59406" name="Rectangle 15"/>
          <p:cNvSpPr/>
          <p:nvPr/>
        </p:nvSpPr>
        <p:spPr>
          <a:xfrm>
            <a:off x="3235325" y="4321175"/>
            <a:ext cx="763588" cy="57308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r>
              <a:rPr lang="zh-CN" altLang="en-US" sz="1600" b="1" dirty="0">
                <a:latin typeface="Times New Roman" panose="02020603050405020304" pitchFamily="18" charset="0"/>
              </a:rPr>
              <a:t>班级设置</a:t>
            </a:r>
            <a:endParaRPr lang="zh-CN" altLang="en-US" sz="1600" b="1" dirty="0">
              <a:latin typeface="Times New Roman" panose="02020603050405020304" pitchFamily="18" charset="0"/>
            </a:endParaRPr>
          </a:p>
          <a:p>
            <a:pPr marL="0" lvl="0" indent="0" algn="l" eaLnBrk="1" hangingPunct="1">
              <a:lnSpc>
                <a:spcPct val="100000"/>
              </a:lnSpc>
              <a:spcBef>
                <a:spcPct val="0"/>
              </a:spcBef>
              <a:buClrTx/>
              <a:buSzTx/>
              <a:buFontTx/>
              <a:buNone/>
            </a:pPr>
            <a:endParaRPr lang="en-US" altLang="zh-CN" sz="1600" b="1" dirty="0">
              <a:latin typeface="Arial Narrow" panose="020B0606020202030204" pitchFamily="34" charset="0"/>
            </a:endParaRPr>
          </a:p>
        </p:txBody>
      </p:sp>
      <p:sp>
        <p:nvSpPr>
          <p:cNvPr id="59407" name="Rectangle 16"/>
          <p:cNvSpPr/>
          <p:nvPr/>
        </p:nvSpPr>
        <p:spPr>
          <a:xfrm>
            <a:off x="5145088" y="4321175"/>
            <a:ext cx="763587" cy="57308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r>
              <a:rPr lang="zh-CN" altLang="en-US" sz="1600" b="1" dirty="0">
                <a:latin typeface="Times New Roman" panose="02020603050405020304" pitchFamily="18" charset="0"/>
              </a:rPr>
              <a:t>排课表</a:t>
            </a:r>
            <a:endParaRPr lang="zh-CN" altLang="en-US" sz="1600" b="1" dirty="0">
              <a:latin typeface="Times New Roman" panose="02020603050405020304" pitchFamily="18" charset="0"/>
            </a:endParaRPr>
          </a:p>
          <a:p>
            <a:pPr marL="0" lvl="0" indent="0" algn="l" eaLnBrk="1" hangingPunct="1">
              <a:lnSpc>
                <a:spcPct val="100000"/>
              </a:lnSpc>
              <a:spcBef>
                <a:spcPct val="0"/>
              </a:spcBef>
              <a:buClrTx/>
              <a:buSzTx/>
              <a:buFontTx/>
              <a:buNone/>
            </a:pPr>
            <a:endParaRPr lang="en-US" altLang="zh-CN" sz="1600" b="1" dirty="0">
              <a:latin typeface="Arial Narrow" panose="020B0606020202030204" pitchFamily="34" charset="0"/>
            </a:endParaRPr>
          </a:p>
        </p:txBody>
      </p:sp>
      <p:sp>
        <p:nvSpPr>
          <p:cNvPr id="59408" name="Rectangle 17"/>
          <p:cNvSpPr/>
          <p:nvPr/>
        </p:nvSpPr>
        <p:spPr>
          <a:xfrm>
            <a:off x="6516688" y="4292600"/>
            <a:ext cx="763587" cy="57308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r>
              <a:rPr lang="zh-CN" altLang="en-US" sz="1600" b="1" dirty="0">
                <a:latin typeface="Times New Roman" panose="02020603050405020304" pitchFamily="18" charset="0"/>
              </a:rPr>
              <a:t>学生档案</a:t>
            </a:r>
            <a:endParaRPr lang="zh-CN" altLang="en-US" sz="1600" b="1" dirty="0">
              <a:latin typeface="Times New Roman" panose="02020603050405020304" pitchFamily="18" charset="0"/>
            </a:endParaRPr>
          </a:p>
          <a:p>
            <a:pPr marL="0" lvl="0" indent="0" algn="l" eaLnBrk="1" hangingPunct="1">
              <a:lnSpc>
                <a:spcPct val="100000"/>
              </a:lnSpc>
              <a:spcBef>
                <a:spcPct val="0"/>
              </a:spcBef>
              <a:buClrTx/>
              <a:buSzTx/>
              <a:buFontTx/>
              <a:buNone/>
            </a:pPr>
            <a:endParaRPr lang="en-US" altLang="zh-CN" sz="1600" b="1" dirty="0">
              <a:latin typeface="Arial Narrow" panose="020B0606020202030204" pitchFamily="34" charset="0"/>
            </a:endParaRPr>
          </a:p>
        </p:txBody>
      </p:sp>
      <p:sp>
        <p:nvSpPr>
          <p:cNvPr id="59409" name="Rectangle 18"/>
          <p:cNvSpPr/>
          <p:nvPr/>
        </p:nvSpPr>
        <p:spPr>
          <a:xfrm>
            <a:off x="7524750" y="4292600"/>
            <a:ext cx="763588" cy="57308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eaLnBrk="1" hangingPunct="1">
              <a:lnSpc>
                <a:spcPct val="100000"/>
              </a:lnSpc>
              <a:spcBef>
                <a:spcPct val="0"/>
              </a:spcBef>
              <a:buClrTx/>
              <a:buSzTx/>
              <a:buFontTx/>
              <a:buNone/>
            </a:pPr>
            <a:r>
              <a:rPr lang="zh-CN" altLang="en-US" sz="1600" b="1" dirty="0">
                <a:latin typeface="Times New Roman" panose="02020603050405020304" pitchFamily="18" charset="0"/>
              </a:rPr>
              <a:t>学生考勤</a:t>
            </a:r>
            <a:endParaRPr lang="zh-CN" altLang="en-US" sz="1600" b="1" dirty="0">
              <a:latin typeface="Times New Roman" panose="02020603050405020304" pitchFamily="18" charset="0"/>
            </a:endParaRPr>
          </a:p>
          <a:p>
            <a:pPr marL="0" lvl="0" indent="0" algn="l" eaLnBrk="1" hangingPunct="1">
              <a:lnSpc>
                <a:spcPct val="100000"/>
              </a:lnSpc>
              <a:spcBef>
                <a:spcPct val="0"/>
              </a:spcBef>
              <a:buClrTx/>
              <a:buSzTx/>
              <a:buFontTx/>
              <a:buNone/>
            </a:pPr>
            <a:endParaRPr lang="en-US" altLang="zh-CN" sz="1600" b="1" dirty="0">
              <a:latin typeface="Arial Narrow" panose="020B0606020202030204" pitchFamily="34" charset="0"/>
            </a:endParaRPr>
          </a:p>
        </p:txBody>
      </p:sp>
      <p:sp>
        <p:nvSpPr>
          <p:cNvPr id="59410" name="Line 19"/>
          <p:cNvSpPr/>
          <p:nvPr/>
        </p:nvSpPr>
        <p:spPr>
          <a:xfrm>
            <a:off x="1706563" y="2987675"/>
            <a:ext cx="5730875" cy="1588"/>
          </a:xfrm>
          <a:prstGeom prst="line">
            <a:avLst/>
          </a:prstGeom>
          <a:ln w="9525" cap="flat" cmpd="sng">
            <a:solidFill>
              <a:schemeClr val="tx1"/>
            </a:solidFill>
            <a:prstDash val="solid"/>
            <a:headEnd type="none" w="med" len="med"/>
            <a:tailEnd type="none" w="med" len="med"/>
          </a:ln>
        </p:spPr>
      </p:sp>
      <p:sp>
        <p:nvSpPr>
          <p:cNvPr id="59411" name="Line 20"/>
          <p:cNvSpPr/>
          <p:nvPr/>
        </p:nvSpPr>
        <p:spPr>
          <a:xfrm>
            <a:off x="4572000" y="2608263"/>
            <a:ext cx="0" cy="569912"/>
          </a:xfrm>
          <a:prstGeom prst="line">
            <a:avLst/>
          </a:prstGeom>
          <a:ln w="9525" cap="flat" cmpd="sng">
            <a:solidFill>
              <a:schemeClr val="tx1"/>
            </a:solidFill>
            <a:prstDash val="solid"/>
            <a:headEnd type="none" w="med" len="med"/>
            <a:tailEnd type="none" w="med" len="med"/>
          </a:ln>
        </p:spPr>
      </p:sp>
      <p:sp>
        <p:nvSpPr>
          <p:cNvPr id="59412" name="Line 21"/>
          <p:cNvSpPr/>
          <p:nvPr/>
        </p:nvSpPr>
        <p:spPr>
          <a:xfrm>
            <a:off x="7437438" y="2987675"/>
            <a:ext cx="0" cy="190500"/>
          </a:xfrm>
          <a:prstGeom prst="line">
            <a:avLst/>
          </a:prstGeom>
          <a:ln w="9525" cap="flat" cmpd="sng">
            <a:solidFill>
              <a:schemeClr val="tx1"/>
            </a:solidFill>
            <a:prstDash val="solid"/>
            <a:headEnd type="none" w="med" len="med"/>
            <a:tailEnd type="none" w="med" len="med"/>
          </a:ln>
        </p:spPr>
      </p:sp>
      <p:sp>
        <p:nvSpPr>
          <p:cNvPr id="59413" name="Line 22"/>
          <p:cNvSpPr/>
          <p:nvPr/>
        </p:nvSpPr>
        <p:spPr>
          <a:xfrm>
            <a:off x="1706563" y="2987675"/>
            <a:ext cx="0" cy="190500"/>
          </a:xfrm>
          <a:prstGeom prst="line">
            <a:avLst/>
          </a:prstGeom>
          <a:ln w="9525" cap="flat" cmpd="sng">
            <a:solidFill>
              <a:schemeClr val="tx1"/>
            </a:solidFill>
            <a:prstDash val="solid"/>
            <a:headEnd type="none" w="med" len="med"/>
            <a:tailEnd type="none" w="med" len="med"/>
          </a:ln>
        </p:spPr>
      </p:sp>
      <p:sp>
        <p:nvSpPr>
          <p:cNvPr id="59414" name="Line 23"/>
          <p:cNvSpPr/>
          <p:nvPr/>
        </p:nvSpPr>
        <p:spPr>
          <a:xfrm>
            <a:off x="752475" y="4132263"/>
            <a:ext cx="1909763" cy="0"/>
          </a:xfrm>
          <a:prstGeom prst="line">
            <a:avLst/>
          </a:prstGeom>
          <a:ln w="9525" cap="flat" cmpd="sng">
            <a:solidFill>
              <a:schemeClr val="tx1"/>
            </a:solidFill>
            <a:prstDash val="solid"/>
            <a:headEnd type="none" w="med" len="med"/>
            <a:tailEnd type="none" w="med" len="med"/>
          </a:ln>
        </p:spPr>
      </p:sp>
      <p:sp>
        <p:nvSpPr>
          <p:cNvPr id="59415" name="Line 24"/>
          <p:cNvSpPr/>
          <p:nvPr/>
        </p:nvSpPr>
        <p:spPr>
          <a:xfrm>
            <a:off x="3616325" y="4132263"/>
            <a:ext cx="1911350" cy="1587"/>
          </a:xfrm>
          <a:prstGeom prst="line">
            <a:avLst/>
          </a:prstGeom>
          <a:ln w="9525" cap="flat" cmpd="sng">
            <a:solidFill>
              <a:schemeClr val="tx1"/>
            </a:solidFill>
            <a:prstDash val="solid"/>
            <a:headEnd type="none" w="med" len="med"/>
            <a:tailEnd type="none" w="med" len="med"/>
          </a:ln>
        </p:spPr>
      </p:sp>
      <p:sp>
        <p:nvSpPr>
          <p:cNvPr id="59416" name="Line 25"/>
          <p:cNvSpPr/>
          <p:nvPr/>
        </p:nvSpPr>
        <p:spPr>
          <a:xfrm>
            <a:off x="6877050" y="4149725"/>
            <a:ext cx="1150938" cy="0"/>
          </a:xfrm>
          <a:prstGeom prst="line">
            <a:avLst/>
          </a:prstGeom>
          <a:ln w="9525" cap="flat" cmpd="sng">
            <a:solidFill>
              <a:schemeClr val="tx1"/>
            </a:solidFill>
            <a:prstDash val="solid"/>
            <a:headEnd type="none" w="med" len="med"/>
            <a:tailEnd type="none" w="med" len="med"/>
          </a:ln>
        </p:spPr>
      </p:sp>
      <p:sp>
        <p:nvSpPr>
          <p:cNvPr id="59417" name="Line 26"/>
          <p:cNvSpPr/>
          <p:nvPr/>
        </p:nvSpPr>
        <p:spPr>
          <a:xfrm>
            <a:off x="1706563" y="3751263"/>
            <a:ext cx="0" cy="571500"/>
          </a:xfrm>
          <a:prstGeom prst="line">
            <a:avLst/>
          </a:prstGeom>
          <a:ln w="9525" cap="flat" cmpd="sng">
            <a:solidFill>
              <a:schemeClr val="tx1"/>
            </a:solidFill>
            <a:prstDash val="solid"/>
            <a:headEnd type="none" w="med" len="med"/>
            <a:tailEnd type="none" w="med" len="med"/>
          </a:ln>
        </p:spPr>
      </p:sp>
      <p:sp>
        <p:nvSpPr>
          <p:cNvPr id="59418" name="Line 27"/>
          <p:cNvSpPr/>
          <p:nvPr/>
        </p:nvSpPr>
        <p:spPr>
          <a:xfrm>
            <a:off x="2662238" y="4132263"/>
            <a:ext cx="0" cy="190500"/>
          </a:xfrm>
          <a:prstGeom prst="line">
            <a:avLst/>
          </a:prstGeom>
          <a:ln w="9525" cap="flat" cmpd="sng">
            <a:solidFill>
              <a:schemeClr val="tx1"/>
            </a:solidFill>
            <a:prstDash val="solid"/>
            <a:headEnd type="none" w="med" len="med"/>
            <a:tailEnd type="none" w="med" len="med"/>
          </a:ln>
        </p:spPr>
      </p:sp>
      <p:sp>
        <p:nvSpPr>
          <p:cNvPr id="59419" name="Line 28"/>
          <p:cNvSpPr/>
          <p:nvPr/>
        </p:nvSpPr>
        <p:spPr>
          <a:xfrm>
            <a:off x="752475" y="4132263"/>
            <a:ext cx="0" cy="190500"/>
          </a:xfrm>
          <a:prstGeom prst="line">
            <a:avLst/>
          </a:prstGeom>
          <a:ln w="9525" cap="flat" cmpd="sng">
            <a:solidFill>
              <a:schemeClr val="tx1"/>
            </a:solidFill>
            <a:prstDash val="solid"/>
            <a:headEnd type="none" w="med" len="med"/>
            <a:tailEnd type="none" w="med" len="med"/>
          </a:ln>
        </p:spPr>
      </p:sp>
      <p:sp>
        <p:nvSpPr>
          <p:cNvPr id="59420" name="Line 29"/>
          <p:cNvSpPr/>
          <p:nvPr/>
        </p:nvSpPr>
        <p:spPr>
          <a:xfrm>
            <a:off x="4572000" y="3751263"/>
            <a:ext cx="0" cy="571500"/>
          </a:xfrm>
          <a:prstGeom prst="line">
            <a:avLst/>
          </a:prstGeom>
          <a:ln w="9525" cap="flat" cmpd="sng">
            <a:solidFill>
              <a:schemeClr val="tx1"/>
            </a:solidFill>
            <a:prstDash val="solid"/>
            <a:headEnd type="none" w="med" len="med"/>
            <a:tailEnd type="none" w="med" len="med"/>
          </a:ln>
        </p:spPr>
      </p:sp>
      <p:sp>
        <p:nvSpPr>
          <p:cNvPr id="59421" name="Line 30"/>
          <p:cNvSpPr/>
          <p:nvPr/>
        </p:nvSpPr>
        <p:spPr>
          <a:xfrm>
            <a:off x="3616325" y="4132263"/>
            <a:ext cx="0" cy="190500"/>
          </a:xfrm>
          <a:prstGeom prst="line">
            <a:avLst/>
          </a:prstGeom>
          <a:ln w="9525" cap="flat" cmpd="sng">
            <a:solidFill>
              <a:schemeClr val="tx1"/>
            </a:solidFill>
            <a:prstDash val="solid"/>
            <a:headEnd type="none" w="med" len="med"/>
            <a:tailEnd type="none" w="med" len="med"/>
          </a:ln>
        </p:spPr>
      </p:sp>
      <p:sp>
        <p:nvSpPr>
          <p:cNvPr id="59422" name="Line 31"/>
          <p:cNvSpPr/>
          <p:nvPr/>
        </p:nvSpPr>
        <p:spPr>
          <a:xfrm>
            <a:off x="5527675" y="4132263"/>
            <a:ext cx="0" cy="190500"/>
          </a:xfrm>
          <a:prstGeom prst="line">
            <a:avLst/>
          </a:prstGeom>
          <a:ln w="9525" cap="flat" cmpd="sng">
            <a:solidFill>
              <a:schemeClr val="tx1"/>
            </a:solidFill>
            <a:prstDash val="solid"/>
            <a:headEnd type="none" w="med" len="med"/>
            <a:tailEnd type="none" w="med" len="med"/>
          </a:ln>
        </p:spPr>
      </p:sp>
      <p:sp>
        <p:nvSpPr>
          <p:cNvPr id="59423" name="Line 32"/>
          <p:cNvSpPr/>
          <p:nvPr/>
        </p:nvSpPr>
        <p:spPr>
          <a:xfrm>
            <a:off x="7451725" y="3716338"/>
            <a:ext cx="0" cy="433387"/>
          </a:xfrm>
          <a:prstGeom prst="line">
            <a:avLst/>
          </a:prstGeom>
          <a:ln w="9525" cap="flat" cmpd="sng">
            <a:solidFill>
              <a:schemeClr val="tx1"/>
            </a:solidFill>
            <a:prstDash val="solid"/>
            <a:headEnd type="none" w="med" len="med"/>
            <a:tailEnd type="none" w="med" len="med"/>
          </a:ln>
        </p:spPr>
      </p:sp>
      <p:sp>
        <p:nvSpPr>
          <p:cNvPr id="59424" name="Line 35"/>
          <p:cNvSpPr/>
          <p:nvPr/>
        </p:nvSpPr>
        <p:spPr>
          <a:xfrm>
            <a:off x="6877050" y="4149725"/>
            <a:ext cx="0" cy="142875"/>
          </a:xfrm>
          <a:prstGeom prst="line">
            <a:avLst/>
          </a:prstGeom>
          <a:ln w="9525" cap="flat" cmpd="sng">
            <a:solidFill>
              <a:schemeClr val="tx1"/>
            </a:solidFill>
            <a:prstDash val="solid"/>
            <a:headEnd type="none" w="med" len="med"/>
            <a:tailEnd type="none" w="med" len="med"/>
          </a:ln>
        </p:spPr>
      </p:sp>
      <p:sp>
        <p:nvSpPr>
          <p:cNvPr id="59425" name="Line 36"/>
          <p:cNvSpPr/>
          <p:nvPr/>
        </p:nvSpPr>
        <p:spPr>
          <a:xfrm>
            <a:off x="7092950" y="4365625"/>
            <a:ext cx="0" cy="142875"/>
          </a:xfrm>
          <a:prstGeom prst="line">
            <a:avLst/>
          </a:prstGeom>
          <a:ln w="9525" cap="flat" cmpd="sng">
            <a:solidFill>
              <a:schemeClr val="tx1"/>
            </a:solidFill>
            <a:prstDash val="solid"/>
            <a:headEnd type="none" w="med" len="med"/>
            <a:tailEnd type="none" w="med" len="med"/>
          </a:ln>
        </p:spPr>
      </p:sp>
      <p:sp>
        <p:nvSpPr>
          <p:cNvPr id="59426" name="Line 37"/>
          <p:cNvSpPr/>
          <p:nvPr/>
        </p:nvSpPr>
        <p:spPr>
          <a:xfrm>
            <a:off x="8027988" y="4149725"/>
            <a:ext cx="0" cy="142875"/>
          </a:xfrm>
          <a:prstGeom prst="line">
            <a:avLst/>
          </a:prstGeom>
          <a:ln w="9525" cap="flat" cmpd="sng">
            <a:solidFill>
              <a:schemeClr val="tx1"/>
            </a:solidFill>
            <a:prstDash val="solid"/>
            <a:headEnd type="none" w="med" len="med"/>
            <a:tailEnd type="none" w="med" len="med"/>
          </a:ln>
        </p:spPr>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1"/>
          <p:cNvSpPr>
            <a:spLocks noGrp="1"/>
          </p:cNvSpPr>
          <p:nvPr>
            <p:ph type="title"/>
          </p:nvPr>
        </p:nvSpPr>
        <p:spPr>
          <a:ln/>
        </p:spPr>
        <p:txBody>
          <a:bodyPr vert="horz" wrap="square" lIns="91440" tIns="45720" rIns="91440" bIns="45720" anchor="ctr" anchorCtr="0"/>
          <a:p>
            <a:r>
              <a:rPr lang="zh-CN" altLang="en-US" dirty="0"/>
              <a:t>软件项目任务分解</a:t>
            </a:r>
            <a:endParaRPr lang="zh-CN" altLang="en-US" dirty="0"/>
          </a:p>
        </p:txBody>
      </p:sp>
      <p:sp>
        <p:nvSpPr>
          <p:cNvPr id="60419" name="内容占位符 2"/>
          <p:cNvSpPr>
            <a:spLocks noGrp="1"/>
          </p:cNvSpPr>
          <p:nvPr>
            <p:ph idx="1"/>
          </p:nvPr>
        </p:nvSpPr>
        <p:spPr>
          <a:xfrm>
            <a:off x="827088" y="981075"/>
            <a:ext cx="7391400" cy="630238"/>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按照项目各阶段活动分解</a:t>
            </a:r>
            <a:endParaRPr lang="en-US" altLang="zh-CN" sz="2800" b="1" dirty="0">
              <a:latin typeface="华文中宋" panose="02010600040101010101" pitchFamily="2" charset="-122"/>
              <a:ea typeface="华文中宋" panose="02010600040101010101" pitchFamily="2" charset="-122"/>
              <a:cs typeface="+mn-cs"/>
            </a:endParaRPr>
          </a:p>
        </p:txBody>
      </p:sp>
      <p:sp>
        <p:nvSpPr>
          <p:cNvPr id="6042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60421" name="Picture 4" descr="图5-5"/>
          <p:cNvPicPr>
            <a:picLocks noChangeAspect="1"/>
          </p:cNvPicPr>
          <p:nvPr/>
        </p:nvPicPr>
        <p:blipFill>
          <a:blip r:embed="rId1"/>
          <a:stretch>
            <a:fillRect/>
          </a:stretch>
        </p:blipFill>
        <p:spPr>
          <a:xfrm>
            <a:off x="647700" y="1700213"/>
            <a:ext cx="7885113" cy="4597400"/>
          </a:xfrm>
          <a:prstGeom prst="rect">
            <a:avLst/>
          </a:prstGeom>
          <a:noFill/>
          <a:ln w="9525">
            <a:noFill/>
          </a:ln>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p:cNvSpPr>
          <p:nvPr>
            <p:ph type="title"/>
          </p:nvPr>
        </p:nvSpPr>
        <p:spPr>
          <a:ln/>
        </p:spPr>
        <p:txBody>
          <a:bodyPr vert="horz" wrap="square" lIns="91440" tIns="45720" rIns="91440" bIns="45720" anchor="ctr" anchorCtr="0"/>
          <a:p>
            <a:r>
              <a:rPr lang="zh-CN" altLang="en-US" dirty="0"/>
              <a:t>软件项目任务分解要求</a:t>
            </a:r>
            <a:endParaRPr lang="zh-CN" altLang="en-US" dirty="0"/>
          </a:p>
        </p:txBody>
      </p:sp>
      <p:sp>
        <p:nvSpPr>
          <p:cNvPr id="61443" name="内容占位符 2"/>
          <p:cNvSpPr>
            <a:spLocks noGrp="1"/>
          </p:cNvSpPr>
          <p:nvPr>
            <p:ph idx="1"/>
          </p:nvPr>
        </p:nvSpPr>
        <p:spPr>
          <a:xfrm>
            <a:off x="827088" y="981075"/>
            <a:ext cx="7705725" cy="5114925"/>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WBS</a:t>
            </a:r>
            <a:r>
              <a:rPr lang="zh-CN" altLang="zh-CN" dirty="0">
                <a:latin typeface="华文中宋" panose="02010600040101010101" pitchFamily="2" charset="-122"/>
                <a:ea typeface="华文中宋" panose="02010600040101010101" pitchFamily="2" charset="-122"/>
                <a:cs typeface="+mn-cs"/>
              </a:rPr>
              <a:t>的工作包的定义不超过</a:t>
            </a:r>
            <a:r>
              <a:rPr lang="en-US" altLang="zh-CN" dirty="0">
                <a:latin typeface="华文中宋" panose="02010600040101010101" pitchFamily="2" charset="-122"/>
                <a:ea typeface="华文中宋" panose="02010600040101010101" pitchFamily="2" charset="-122"/>
                <a:cs typeface="+mn-cs"/>
              </a:rPr>
              <a:t>40</a:t>
            </a:r>
            <a:r>
              <a:rPr lang="zh-CN" altLang="zh-CN" dirty="0">
                <a:latin typeface="华文中宋" panose="02010600040101010101" pitchFamily="2" charset="-122"/>
                <a:ea typeface="华文中宋" panose="02010600040101010101" pitchFamily="2" charset="-122"/>
                <a:cs typeface="+mn-cs"/>
              </a:rPr>
              <a:t>小时，但也不宜过细，建议在</a:t>
            </a:r>
            <a:r>
              <a:rPr lang="en-US" altLang="zh-CN" dirty="0">
                <a:solidFill>
                  <a:srgbClr val="3333CC"/>
                </a:solidFill>
                <a:latin typeface="华文中宋" panose="02010600040101010101" pitchFamily="2" charset="-122"/>
                <a:ea typeface="华文中宋" panose="02010600040101010101" pitchFamily="2" charset="-122"/>
                <a:cs typeface="+mn-cs"/>
              </a:rPr>
              <a:t>4-8</a:t>
            </a:r>
            <a:r>
              <a:rPr lang="zh-CN" altLang="zh-CN" dirty="0">
                <a:solidFill>
                  <a:srgbClr val="3333CC"/>
                </a:solidFill>
                <a:latin typeface="华文中宋" panose="02010600040101010101" pitchFamily="2" charset="-122"/>
                <a:ea typeface="华文中宋" panose="02010600040101010101" pitchFamily="2" charset="-122"/>
                <a:cs typeface="+mn-cs"/>
              </a:rPr>
              <a:t>小时</a:t>
            </a:r>
            <a:r>
              <a:rPr lang="zh-CN" altLang="zh-CN" dirty="0">
                <a:latin typeface="华文中宋" panose="02010600040101010101" pitchFamily="2" charset="-122"/>
                <a:ea typeface="华文中宋" panose="02010600040101010101" pitchFamily="2" charset="-122"/>
                <a:cs typeface="+mn-cs"/>
              </a:rPr>
              <a:t>。 </a:t>
            </a:r>
            <a:endParaRPr lang="zh-CN"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WBS</a:t>
            </a:r>
            <a:r>
              <a:rPr lang="zh-CN" altLang="zh-CN" dirty="0">
                <a:latin typeface="华文中宋" panose="02010600040101010101" pitchFamily="2" charset="-122"/>
                <a:ea typeface="华文中宋" panose="02010600040101010101" pitchFamily="2" charset="-122"/>
                <a:cs typeface="+mn-cs"/>
              </a:rPr>
              <a:t>的层次</a:t>
            </a:r>
            <a:r>
              <a:rPr lang="zh-CN" altLang="zh-CN" dirty="0">
                <a:solidFill>
                  <a:srgbClr val="3333CC"/>
                </a:solidFill>
                <a:latin typeface="华文中宋" panose="02010600040101010101" pitchFamily="2" charset="-122"/>
                <a:ea typeface="华文中宋" panose="02010600040101010101" pitchFamily="2" charset="-122"/>
                <a:cs typeface="+mn-cs"/>
              </a:rPr>
              <a:t>不超过</a:t>
            </a:r>
            <a:r>
              <a:rPr lang="en-US" altLang="zh-CN" dirty="0">
                <a:solidFill>
                  <a:srgbClr val="3333CC"/>
                </a:solidFill>
                <a:latin typeface="华文中宋" panose="02010600040101010101" pitchFamily="2" charset="-122"/>
                <a:ea typeface="华文中宋" panose="02010600040101010101" pitchFamily="2" charset="-122"/>
                <a:cs typeface="+mn-cs"/>
              </a:rPr>
              <a:t>10</a:t>
            </a:r>
            <a:r>
              <a:rPr lang="zh-CN" altLang="zh-CN" dirty="0">
                <a:solidFill>
                  <a:srgbClr val="3333CC"/>
                </a:solidFill>
                <a:latin typeface="华文中宋" panose="02010600040101010101" pitchFamily="2" charset="-122"/>
                <a:ea typeface="华文中宋" panose="02010600040101010101" pitchFamily="2" charset="-122"/>
                <a:cs typeface="+mn-cs"/>
              </a:rPr>
              <a:t>层</a:t>
            </a:r>
            <a:r>
              <a:rPr lang="zh-CN" altLang="zh-CN" dirty="0">
                <a:latin typeface="华文中宋" panose="02010600040101010101" pitchFamily="2" charset="-122"/>
                <a:ea typeface="华文中宋" panose="02010600040101010101" pitchFamily="2" charset="-122"/>
                <a:cs typeface="+mn-cs"/>
              </a:rPr>
              <a:t>，建议在</a:t>
            </a:r>
            <a:r>
              <a:rPr lang="en-US" altLang="zh-CN" dirty="0">
                <a:latin typeface="华文中宋" panose="02010600040101010101" pitchFamily="2" charset="-122"/>
                <a:ea typeface="华文中宋" panose="02010600040101010101" pitchFamily="2" charset="-122"/>
                <a:cs typeface="+mn-cs"/>
              </a:rPr>
              <a:t>4-6</a:t>
            </a:r>
            <a:r>
              <a:rPr lang="zh-CN" altLang="zh-CN" dirty="0">
                <a:latin typeface="华文中宋" panose="02010600040101010101" pitchFamily="2" charset="-122"/>
                <a:ea typeface="华文中宋" panose="02010600040101010101" pitchFamily="2" charset="-122"/>
                <a:cs typeface="+mn-cs"/>
              </a:rPr>
              <a:t>层。</a:t>
            </a:r>
            <a:endParaRPr lang="zh-CN"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WBS</a:t>
            </a:r>
            <a:r>
              <a:rPr lang="zh-CN" altLang="zh-CN" dirty="0">
                <a:latin typeface="华文中宋" panose="02010600040101010101" pitchFamily="2" charset="-122"/>
                <a:ea typeface="华文中宋" panose="02010600040101010101" pitchFamily="2" charset="-122"/>
                <a:cs typeface="+mn-cs"/>
              </a:rPr>
              <a:t>中的支路没有必要全都分解到同一层次，即不必把结构强制做成对称的。在任意支路，当达到一个层次时，可以作出所要求准确性的估算，就可以停止了。</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3333CC"/>
                </a:solidFill>
                <a:latin typeface="华文中宋" panose="02010600040101010101" pitchFamily="2" charset="-122"/>
                <a:ea typeface="华文中宋" panose="02010600040101010101" pitchFamily="2" charset="-122"/>
                <a:cs typeface="+mn-cs"/>
              </a:rPr>
              <a:t>每个工作包要有一个交付成果</a:t>
            </a:r>
            <a:r>
              <a:rPr lang="zh-CN" altLang="zh-CN" dirty="0">
                <a:latin typeface="华文中宋" panose="02010600040101010101" pitchFamily="2" charset="-122"/>
                <a:ea typeface="华文中宋" panose="02010600040101010101" pitchFamily="2" charset="-122"/>
                <a:cs typeface="+mn-cs"/>
              </a:rPr>
              <a:t>。</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solidFill>
                  <a:srgbClr val="3333CC"/>
                </a:solidFill>
                <a:latin typeface="华文中宋" panose="02010600040101010101" pitchFamily="2" charset="-122"/>
                <a:ea typeface="华文中宋" panose="02010600040101010101" pitchFamily="2" charset="-122"/>
                <a:cs typeface="+mn-cs"/>
              </a:rPr>
              <a:t>对每个任务必须定义明确的完成标准</a:t>
            </a:r>
            <a:r>
              <a:rPr lang="zh-CN" altLang="zh-CN" dirty="0">
                <a:latin typeface="华文中宋" panose="02010600040101010101" pitchFamily="2" charset="-122"/>
                <a:ea typeface="华文中宋" panose="02010600040101010101" pitchFamily="2" charset="-122"/>
                <a:cs typeface="+mn-cs"/>
              </a:rPr>
              <a:t>。</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必须有利于责任分配。</a:t>
            </a:r>
            <a:endParaRPr lang="en-US" altLang="zh-CN" dirty="0">
              <a:latin typeface="华文中宋" panose="02010600040101010101" pitchFamily="2" charset="-122"/>
              <a:ea typeface="华文中宋" panose="02010600040101010101" pitchFamily="2" charset="-122"/>
              <a:cs typeface="+mn-cs"/>
            </a:endParaRPr>
          </a:p>
        </p:txBody>
      </p:sp>
      <p:sp>
        <p:nvSpPr>
          <p:cNvPr id="614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1"/>
          <p:cNvSpPr>
            <a:spLocks noGrp="1"/>
          </p:cNvSpPr>
          <p:nvPr>
            <p:ph type="title"/>
          </p:nvPr>
        </p:nvSpPr>
        <p:spPr>
          <a:ln/>
        </p:spPr>
        <p:txBody>
          <a:bodyPr vert="horz" wrap="square" lIns="91440" tIns="45720" rIns="91440" bIns="45720" anchor="ctr" anchorCtr="0"/>
          <a:p>
            <a:r>
              <a:rPr lang="en-US" altLang="zh-CN" dirty="0"/>
              <a:t>2 </a:t>
            </a:r>
            <a:r>
              <a:rPr lang="zh-CN" altLang="en-US" dirty="0"/>
              <a:t>进度安排和进度图</a:t>
            </a:r>
            <a:endParaRPr lang="zh-CN" altLang="en-US" dirty="0"/>
          </a:p>
        </p:txBody>
      </p:sp>
      <p:sp>
        <p:nvSpPr>
          <p:cNvPr id="66563" name="内容占位符 2"/>
          <p:cNvSpPr>
            <a:spLocks noGrp="1" noChangeArrowheads="1"/>
          </p:cNvSpPr>
          <p:nvPr>
            <p:ph idx="1"/>
          </p:nvPr>
        </p:nvSpPr>
        <p:spPr>
          <a:xfrm>
            <a:off x="468313" y="1196975"/>
            <a:ext cx="8207375" cy="393382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任务</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分解之后，要安排任务执行的时间顺序</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任务</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分解是面向可交付物的，因此需要对</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WBS</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做进一步分解，以便清楚为完成每个具体任务或交付物需执行哪些</a:t>
            </a:r>
            <a:r>
              <a:rPr kumimoji="0" lang="zh-CN"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活动（</a:t>
            </a:r>
            <a:r>
              <a:rPr kumimoji="0" lang="en-US"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Activity</a:t>
            </a:r>
            <a:r>
              <a:rPr kumimoji="0" lang="zh-CN" altLang="zh-CN" sz="2400" b="0" i="0" u="none" strike="noStrike" kern="0" cap="none" spc="0" normalizeH="0" baseline="0" noProof="0" dirty="0">
                <a:ln>
                  <a:noFill/>
                </a:ln>
                <a:solidFill>
                  <a:srgbClr val="3333CC"/>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活动指</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确定为完成项目的各个交付成果所必须进行的诸项具体活动。</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24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p:cNvSpPr>
          <p:nvPr>
            <p:ph type="title"/>
          </p:nvPr>
        </p:nvSpPr>
        <p:spPr>
          <a:ln/>
        </p:spPr>
        <p:txBody>
          <a:bodyPr vert="horz" wrap="square" lIns="91440" tIns="45720" rIns="91440" bIns="45720" anchor="ctr" anchorCtr="0"/>
          <a:p>
            <a:endParaRPr lang="zh-CN" altLang="en-US" dirty="0"/>
          </a:p>
        </p:txBody>
      </p:sp>
      <p:sp>
        <p:nvSpPr>
          <p:cNvPr id="63491" name="内容占位符 2"/>
          <p:cNvSpPr>
            <a:spLocks noGrp="1"/>
          </p:cNvSpPr>
          <p:nvPr>
            <p:ph idx="1"/>
          </p:nvPr>
        </p:nvSpPr>
        <p:spPr>
          <a:xfrm>
            <a:off x="827088" y="1052513"/>
            <a:ext cx="7391400" cy="630237"/>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sz="2800" b="1" dirty="0">
                <a:latin typeface="华文中宋" panose="02010600040101010101" pitchFamily="2" charset="-122"/>
                <a:ea typeface="华文中宋" panose="02010600040101010101" pitchFamily="2" charset="-122"/>
                <a:cs typeface="+mn-cs"/>
              </a:rPr>
              <a:t>活动定义</a:t>
            </a:r>
            <a:endParaRPr lang="en-US" altLang="zh-CN" sz="2800" b="1" dirty="0">
              <a:latin typeface="华文中宋" panose="02010600040101010101" pitchFamily="2" charset="-122"/>
              <a:ea typeface="华文中宋" panose="02010600040101010101" pitchFamily="2" charset="-122"/>
              <a:cs typeface="+mn-cs"/>
            </a:endParaRPr>
          </a:p>
        </p:txBody>
      </p:sp>
      <p:sp>
        <p:nvSpPr>
          <p:cNvPr id="6349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63493" name="Text Box 5"/>
          <p:cNvSpPr txBox="1"/>
          <p:nvPr/>
        </p:nvSpPr>
        <p:spPr>
          <a:xfrm>
            <a:off x="755650" y="3008313"/>
            <a:ext cx="2152650" cy="544512"/>
          </a:xfrm>
          <a:prstGeom prst="rect">
            <a:avLst/>
          </a:prstGeom>
          <a:noFill/>
          <a:ln w="25400" cap="flat" cmpd="sng">
            <a:solidFill>
              <a:schemeClr val="tx1"/>
            </a:solidFill>
            <a:prstDash val="solid"/>
            <a:miter/>
            <a:headEnd type="none" w="sm" len="sm"/>
            <a:tailEnd type="none" w="med" len="lg"/>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2800" b="1" dirty="0">
                <a:latin typeface="Arial Narrow" panose="020B0606020202030204" pitchFamily="34" charset="0"/>
              </a:rPr>
              <a:t>功能</a:t>
            </a:r>
            <a:r>
              <a:rPr lang="en-US" altLang="zh-CN" sz="2800" b="1" dirty="0">
                <a:latin typeface="Arial Narrow" panose="020B0606020202030204" pitchFamily="34" charset="0"/>
              </a:rPr>
              <a:t>1</a:t>
            </a:r>
            <a:endParaRPr lang="en-US" altLang="zh-CN" sz="2800" b="1" dirty="0">
              <a:latin typeface="Arial Narrow" panose="020B0606020202030204" pitchFamily="34" charset="0"/>
            </a:endParaRPr>
          </a:p>
        </p:txBody>
      </p:sp>
      <p:sp>
        <p:nvSpPr>
          <p:cNvPr id="63494" name="Text Box 6"/>
          <p:cNvSpPr txBox="1"/>
          <p:nvPr/>
        </p:nvSpPr>
        <p:spPr>
          <a:xfrm>
            <a:off x="3489325" y="1196975"/>
            <a:ext cx="2220913" cy="544513"/>
          </a:xfrm>
          <a:prstGeom prst="rect">
            <a:avLst/>
          </a:prstGeom>
          <a:noFill/>
          <a:ln w="25400" cap="flat" cmpd="sng">
            <a:solidFill>
              <a:schemeClr val="tx1"/>
            </a:solidFill>
            <a:prstDash val="solid"/>
            <a:miter/>
            <a:headEnd type="none" w="sm" len="sm"/>
            <a:tailEnd type="none" w="med" len="lg"/>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2800" b="1" dirty="0">
                <a:latin typeface="Arial Narrow" panose="020B0606020202030204" pitchFamily="34" charset="0"/>
              </a:rPr>
              <a:t>软件产品</a:t>
            </a:r>
            <a:endParaRPr lang="zh-CN" altLang="en-US" sz="2800" b="1" dirty="0">
              <a:latin typeface="Arial Narrow" panose="020B0606020202030204" pitchFamily="34" charset="0"/>
            </a:endParaRPr>
          </a:p>
        </p:txBody>
      </p:sp>
      <p:sp>
        <p:nvSpPr>
          <p:cNvPr id="63495" name="Text Box 7"/>
          <p:cNvSpPr txBox="1"/>
          <p:nvPr/>
        </p:nvSpPr>
        <p:spPr>
          <a:xfrm>
            <a:off x="3635375" y="4581525"/>
            <a:ext cx="2068513" cy="361950"/>
          </a:xfrm>
          <a:prstGeom prst="rect">
            <a:avLst/>
          </a:prstGeom>
          <a:noFill/>
          <a:ln w="25400" cap="flat" cmpd="sng">
            <a:solidFill>
              <a:schemeClr val="tx1"/>
            </a:solidFill>
            <a:prstDash val="solid"/>
            <a:miter/>
            <a:headEnd type="none" w="sm" len="sm"/>
            <a:tailEnd type="none" w="med" len="lg"/>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1600" b="1" dirty="0">
                <a:latin typeface="Arial Narrow" panose="020B0606020202030204" pitchFamily="34" charset="0"/>
              </a:rPr>
              <a:t>功能</a:t>
            </a:r>
            <a:r>
              <a:rPr lang="en-US" altLang="zh-CN" sz="1600" b="1" dirty="0">
                <a:latin typeface="Arial Narrow" panose="020B0606020202030204" pitchFamily="34" charset="0"/>
              </a:rPr>
              <a:t>2-</a:t>
            </a:r>
            <a:r>
              <a:rPr lang="zh-CN" altLang="en-US" sz="1600" b="1" dirty="0">
                <a:latin typeface="Arial Narrow" panose="020B0606020202030204" pitchFamily="34" charset="0"/>
              </a:rPr>
              <a:t>子功能</a:t>
            </a:r>
            <a:r>
              <a:rPr lang="en-US" altLang="zh-CN" sz="1600" b="1" dirty="0">
                <a:latin typeface="Arial Narrow" panose="020B0606020202030204" pitchFamily="34" charset="0"/>
              </a:rPr>
              <a:t>2</a:t>
            </a:r>
            <a:endParaRPr lang="en-US" altLang="zh-CN" sz="1600" b="1" dirty="0">
              <a:latin typeface="Arial Narrow" panose="020B0606020202030204" pitchFamily="34" charset="0"/>
            </a:endParaRPr>
          </a:p>
        </p:txBody>
      </p:sp>
      <p:sp>
        <p:nvSpPr>
          <p:cNvPr id="63496" name="Line 8"/>
          <p:cNvSpPr/>
          <p:nvPr/>
        </p:nvSpPr>
        <p:spPr>
          <a:xfrm>
            <a:off x="2378075" y="2382838"/>
            <a:ext cx="4783138" cy="0"/>
          </a:xfrm>
          <a:prstGeom prst="line">
            <a:avLst/>
          </a:prstGeom>
          <a:ln w="25400" cap="flat" cmpd="sng">
            <a:solidFill>
              <a:schemeClr val="tx1"/>
            </a:solidFill>
            <a:prstDash val="solid"/>
            <a:headEnd type="none" w="sm" len="sm"/>
            <a:tailEnd type="none" w="med" len="lg"/>
          </a:ln>
        </p:spPr>
      </p:sp>
      <p:sp>
        <p:nvSpPr>
          <p:cNvPr id="63497" name="Line 9"/>
          <p:cNvSpPr/>
          <p:nvPr/>
        </p:nvSpPr>
        <p:spPr>
          <a:xfrm>
            <a:off x="2378075" y="2382838"/>
            <a:ext cx="0" cy="639762"/>
          </a:xfrm>
          <a:prstGeom prst="line">
            <a:avLst/>
          </a:prstGeom>
          <a:ln w="25400" cap="flat" cmpd="sng">
            <a:solidFill>
              <a:schemeClr val="tx1"/>
            </a:solidFill>
            <a:prstDash val="solid"/>
            <a:headEnd type="none" w="sm" len="sm"/>
            <a:tailEnd type="none" w="med" len="lg"/>
          </a:ln>
        </p:spPr>
      </p:sp>
      <p:sp>
        <p:nvSpPr>
          <p:cNvPr id="63498" name="Line 10"/>
          <p:cNvSpPr/>
          <p:nvPr/>
        </p:nvSpPr>
        <p:spPr>
          <a:xfrm>
            <a:off x="7161213" y="2382838"/>
            <a:ext cx="3175" cy="541337"/>
          </a:xfrm>
          <a:prstGeom prst="line">
            <a:avLst/>
          </a:prstGeom>
          <a:ln w="25400" cap="flat" cmpd="sng">
            <a:solidFill>
              <a:schemeClr val="tx1"/>
            </a:solidFill>
            <a:prstDash val="solid"/>
            <a:headEnd type="none" w="sm" len="sm"/>
            <a:tailEnd type="none" w="med" len="lg"/>
          </a:ln>
        </p:spPr>
      </p:sp>
      <p:sp>
        <p:nvSpPr>
          <p:cNvPr id="63499" name="Line 11"/>
          <p:cNvSpPr/>
          <p:nvPr/>
        </p:nvSpPr>
        <p:spPr>
          <a:xfrm>
            <a:off x="4572000" y="1773238"/>
            <a:ext cx="0" cy="1187450"/>
          </a:xfrm>
          <a:prstGeom prst="line">
            <a:avLst/>
          </a:prstGeom>
          <a:ln w="25400" cap="flat" cmpd="sng">
            <a:solidFill>
              <a:schemeClr val="tx1"/>
            </a:solidFill>
            <a:prstDash val="solid"/>
            <a:headEnd type="none" w="sm" len="sm"/>
            <a:tailEnd type="none" w="med" len="lg"/>
          </a:ln>
        </p:spPr>
      </p:sp>
      <p:sp>
        <p:nvSpPr>
          <p:cNvPr id="63500" name="Line 12"/>
          <p:cNvSpPr/>
          <p:nvPr/>
        </p:nvSpPr>
        <p:spPr>
          <a:xfrm>
            <a:off x="2484438" y="4005263"/>
            <a:ext cx="4751387" cy="0"/>
          </a:xfrm>
          <a:prstGeom prst="line">
            <a:avLst/>
          </a:prstGeom>
          <a:ln w="25400" cap="flat" cmpd="sng">
            <a:solidFill>
              <a:schemeClr val="tx1"/>
            </a:solidFill>
            <a:prstDash val="solid"/>
            <a:headEnd type="none" w="sm" len="sm"/>
            <a:tailEnd type="none" w="med" len="lg"/>
          </a:ln>
        </p:spPr>
      </p:sp>
      <p:sp>
        <p:nvSpPr>
          <p:cNvPr id="63501" name="Line 13"/>
          <p:cNvSpPr/>
          <p:nvPr/>
        </p:nvSpPr>
        <p:spPr>
          <a:xfrm>
            <a:off x="2484438" y="4005263"/>
            <a:ext cx="0" cy="638175"/>
          </a:xfrm>
          <a:prstGeom prst="line">
            <a:avLst/>
          </a:prstGeom>
          <a:ln w="25400" cap="flat" cmpd="sng">
            <a:solidFill>
              <a:schemeClr val="tx1"/>
            </a:solidFill>
            <a:prstDash val="solid"/>
            <a:headEnd type="none" w="sm" len="sm"/>
            <a:tailEnd type="none" w="med" len="lg"/>
          </a:ln>
        </p:spPr>
      </p:sp>
      <p:sp>
        <p:nvSpPr>
          <p:cNvPr id="63502" name="Line 14"/>
          <p:cNvSpPr/>
          <p:nvPr/>
        </p:nvSpPr>
        <p:spPr>
          <a:xfrm>
            <a:off x="7235825" y="4005263"/>
            <a:ext cx="0" cy="638175"/>
          </a:xfrm>
          <a:prstGeom prst="line">
            <a:avLst/>
          </a:prstGeom>
          <a:ln w="25400" cap="flat" cmpd="sng">
            <a:solidFill>
              <a:schemeClr val="tx1"/>
            </a:solidFill>
            <a:prstDash val="solid"/>
            <a:headEnd type="none" w="sm" len="sm"/>
            <a:tailEnd type="none" w="med" len="lg"/>
          </a:ln>
        </p:spPr>
      </p:sp>
      <p:sp>
        <p:nvSpPr>
          <p:cNvPr id="63503" name="Line 15"/>
          <p:cNvSpPr/>
          <p:nvPr/>
        </p:nvSpPr>
        <p:spPr>
          <a:xfrm>
            <a:off x="4643438" y="3500438"/>
            <a:ext cx="0" cy="1081087"/>
          </a:xfrm>
          <a:prstGeom prst="line">
            <a:avLst/>
          </a:prstGeom>
          <a:ln w="25400" cap="flat" cmpd="sng">
            <a:solidFill>
              <a:schemeClr val="tx1"/>
            </a:solidFill>
            <a:prstDash val="solid"/>
            <a:headEnd type="none" w="sm" len="sm"/>
            <a:tailEnd type="none" w="med" len="lg"/>
          </a:ln>
        </p:spPr>
      </p:sp>
      <p:sp>
        <p:nvSpPr>
          <p:cNvPr id="63504" name="Text Box 16"/>
          <p:cNvSpPr txBox="1"/>
          <p:nvPr/>
        </p:nvSpPr>
        <p:spPr>
          <a:xfrm>
            <a:off x="3575050" y="2930525"/>
            <a:ext cx="2152650" cy="544513"/>
          </a:xfrm>
          <a:prstGeom prst="rect">
            <a:avLst/>
          </a:prstGeom>
          <a:noFill/>
          <a:ln w="25400" cap="flat" cmpd="sng">
            <a:solidFill>
              <a:schemeClr val="tx1"/>
            </a:solidFill>
            <a:prstDash val="solid"/>
            <a:miter/>
            <a:headEnd type="none" w="sm" len="sm"/>
            <a:tailEnd type="none" w="med" len="lg"/>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2800" b="1" dirty="0">
                <a:latin typeface="Arial Narrow" panose="020B0606020202030204" pitchFamily="34" charset="0"/>
              </a:rPr>
              <a:t>功能</a:t>
            </a:r>
            <a:r>
              <a:rPr lang="en-US" altLang="zh-CN" sz="2800" b="1" dirty="0">
                <a:latin typeface="Arial Narrow" panose="020B0606020202030204" pitchFamily="34" charset="0"/>
              </a:rPr>
              <a:t>2</a:t>
            </a:r>
            <a:endParaRPr lang="en-US" altLang="zh-CN" sz="2800" b="1" dirty="0">
              <a:latin typeface="Arial Narrow" panose="020B0606020202030204" pitchFamily="34" charset="0"/>
            </a:endParaRPr>
          </a:p>
        </p:txBody>
      </p:sp>
      <p:sp>
        <p:nvSpPr>
          <p:cNvPr id="63505" name="Text Box 17"/>
          <p:cNvSpPr txBox="1"/>
          <p:nvPr/>
        </p:nvSpPr>
        <p:spPr>
          <a:xfrm>
            <a:off x="6137275" y="2930525"/>
            <a:ext cx="2152650" cy="544513"/>
          </a:xfrm>
          <a:prstGeom prst="rect">
            <a:avLst/>
          </a:prstGeom>
          <a:noFill/>
          <a:ln w="25400" cap="flat" cmpd="sng">
            <a:solidFill>
              <a:schemeClr val="tx1"/>
            </a:solidFill>
            <a:prstDash val="solid"/>
            <a:miter/>
            <a:headEnd type="none" w="sm" len="sm"/>
            <a:tailEnd type="none" w="med" len="lg"/>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2800" b="1" dirty="0">
                <a:latin typeface="Arial Narrow" panose="020B0606020202030204" pitchFamily="34" charset="0"/>
              </a:rPr>
              <a:t>功能</a:t>
            </a:r>
            <a:r>
              <a:rPr lang="en-US" altLang="zh-CN" sz="2800" b="1" dirty="0">
                <a:latin typeface="Arial Narrow" panose="020B0606020202030204" pitchFamily="34" charset="0"/>
              </a:rPr>
              <a:t>3</a:t>
            </a:r>
            <a:endParaRPr lang="en-US" altLang="zh-CN" sz="2800" b="1" dirty="0">
              <a:latin typeface="Arial Narrow" panose="020B0606020202030204" pitchFamily="34" charset="0"/>
            </a:endParaRPr>
          </a:p>
        </p:txBody>
      </p:sp>
      <p:sp>
        <p:nvSpPr>
          <p:cNvPr id="63506" name="Text Box 18"/>
          <p:cNvSpPr txBox="1"/>
          <p:nvPr/>
        </p:nvSpPr>
        <p:spPr>
          <a:xfrm>
            <a:off x="1042988" y="4652963"/>
            <a:ext cx="2066925" cy="361950"/>
          </a:xfrm>
          <a:prstGeom prst="rect">
            <a:avLst/>
          </a:prstGeom>
          <a:noFill/>
          <a:ln w="25400" cap="flat" cmpd="sng">
            <a:solidFill>
              <a:schemeClr val="tx1"/>
            </a:solidFill>
            <a:prstDash val="solid"/>
            <a:miter/>
            <a:headEnd type="none" w="sm" len="sm"/>
            <a:tailEnd type="none" w="med" len="lg"/>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1600" b="1" dirty="0">
                <a:latin typeface="Arial Narrow" panose="020B0606020202030204" pitchFamily="34" charset="0"/>
              </a:rPr>
              <a:t>功能</a:t>
            </a:r>
            <a:r>
              <a:rPr lang="en-US" altLang="zh-CN" sz="1600" b="1" dirty="0">
                <a:latin typeface="Arial Narrow" panose="020B0606020202030204" pitchFamily="34" charset="0"/>
              </a:rPr>
              <a:t>2-</a:t>
            </a:r>
            <a:r>
              <a:rPr lang="zh-CN" altLang="en-US" sz="1600" b="1" dirty="0">
                <a:latin typeface="Arial Narrow" panose="020B0606020202030204" pitchFamily="34" charset="0"/>
              </a:rPr>
              <a:t>子功能</a:t>
            </a:r>
            <a:r>
              <a:rPr lang="en-US" altLang="zh-CN" sz="1600" b="1" dirty="0">
                <a:latin typeface="Arial Narrow" panose="020B0606020202030204" pitchFamily="34" charset="0"/>
              </a:rPr>
              <a:t>1</a:t>
            </a:r>
            <a:endParaRPr lang="en-US" altLang="zh-CN" sz="1600" b="1" dirty="0">
              <a:latin typeface="Arial Narrow" panose="020B0606020202030204" pitchFamily="34" charset="0"/>
            </a:endParaRPr>
          </a:p>
        </p:txBody>
      </p:sp>
      <p:sp>
        <p:nvSpPr>
          <p:cNvPr id="63507" name="Text Box 19"/>
          <p:cNvSpPr txBox="1"/>
          <p:nvPr/>
        </p:nvSpPr>
        <p:spPr>
          <a:xfrm>
            <a:off x="6227763" y="4652963"/>
            <a:ext cx="2068512" cy="361950"/>
          </a:xfrm>
          <a:prstGeom prst="rect">
            <a:avLst/>
          </a:prstGeom>
          <a:noFill/>
          <a:ln w="25400" cap="flat" cmpd="sng">
            <a:solidFill>
              <a:schemeClr val="tx1"/>
            </a:solidFill>
            <a:prstDash val="solid"/>
            <a:miter/>
            <a:headEnd type="none" w="sm" len="sm"/>
            <a:tailEnd type="none" w="med" len="lg"/>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1600" b="1" dirty="0">
                <a:latin typeface="Arial Narrow" panose="020B0606020202030204" pitchFamily="34" charset="0"/>
              </a:rPr>
              <a:t>功能</a:t>
            </a:r>
            <a:r>
              <a:rPr lang="en-US" altLang="zh-CN" sz="1600" b="1" dirty="0">
                <a:latin typeface="Arial Narrow" panose="020B0606020202030204" pitchFamily="34" charset="0"/>
              </a:rPr>
              <a:t>2-</a:t>
            </a:r>
            <a:r>
              <a:rPr lang="zh-CN" altLang="en-US" sz="1600" b="1" dirty="0">
                <a:latin typeface="Arial Narrow" panose="020B0606020202030204" pitchFamily="34" charset="0"/>
              </a:rPr>
              <a:t>子功能</a:t>
            </a:r>
            <a:r>
              <a:rPr lang="en-US" altLang="zh-CN" sz="1600" b="1" dirty="0">
                <a:latin typeface="Arial Narrow" panose="020B0606020202030204" pitchFamily="34" charset="0"/>
              </a:rPr>
              <a:t>3</a:t>
            </a:r>
            <a:endParaRPr lang="en-US" altLang="zh-CN" sz="1600" b="1" dirty="0">
              <a:latin typeface="Arial Narrow" panose="020B0606020202030204" pitchFamily="34" charset="0"/>
            </a:endParaRPr>
          </a:p>
        </p:txBody>
      </p:sp>
      <p:sp>
        <p:nvSpPr>
          <p:cNvPr id="20" name="Text Box 20"/>
          <p:cNvSpPr txBox="1"/>
          <p:nvPr/>
        </p:nvSpPr>
        <p:spPr>
          <a:xfrm>
            <a:off x="3059113" y="5661025"/>
            <a:ext cx="1371600" cy="604838"/>
          </a:xfrm>
          <a:prstGeom prst="rect">
            <a:avLst/>
          </a:prstGeom>
          <a:noFill/>
          <a:ln w="25400" cap="flat" cmpd="sng">
            <a:solidFill>
              <a:schemeClr val="tx1"/>
            </a:solidFill>
            <a:prstDash val="solid"/>
            <a:miter/>
            <a:headEnd type="none" w="sm" len="sm"/>
            <a:tailEnd type="none" w="med" len="lg"/>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3200" b="1" dirty="0">
                <a:solidFill>
                  <a:srgbClr val="FF0000"/>
                </a:solidFill>
                <a:latin typeface="Arial Narrow" panose="020B0606020202030204" pitchFamily="34" charset="0"/>
              </a:rPr>
              <a:t>活动</a:t>
            </a:r>
            <a:r>
              <a:rPr lang="en-US" altLang="zh-CN" sz="3200" b="1" dirty="0">
                <a:solidFill>
                  <a:srgbClr val="FF0000"/>
                </a:solidFill>
                <a:latin typeface="Arial Narrow" panose="020B0606020202030204" pitchFamily="34" charset="0"/>
              </a:rPr>
              <a:t>1</a:t>
            </a:r>
            <a:endParaRPr lang="en-US" altLang="zh-CN" sz="3200" b="1" dirty="0">
              <a:solidFill>
                <a:srgbClr val="FF0000"/>
              </a:solidFill>
              <a:latin typeface="Arial Narrow" panose="020B0606020202030204" pitchFamily="34" charset="0"/>
            </a:endParaRPr>
          </a:p>
        </p:txBody>
      </p:sp>
      <p:sp>
        <p:nvSpPr>
          <p:cNvPr id="21" name="Text Box 21"/>
          <p:cNvSpPr txBox="1"/>
          <p:nvPr/>
        </p:nvSpPr>
        <p:spPr>
          <a:xfrm>
            <a:off x="5076825" y="5661025"/>
            <a:ext cx="1371600" cy="604838"/>
          </a:xfrm>
          <a:prstGeom prst="rect">
            <a:avLst/>
          </a:prstGeom>
          <a:noFill/>
          <a:ln w="25400" cap="flat" cmpd="sng">
            <a:solidFill>
              <a:schemeClr val="tx1"/>
            </a:solidFill>
            <a:prstDash val="solid"/>
            <a:miter/>
            <a:headEnd type="none" w="sm" len="sm"/>
            <a:tailEnd type="none" w="med" len="lg"/>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zh-CN" altLang="en-US" sz="3200" b="1" dirty="0">
                <a:solidFill>
                  <a:srgbClr val="FF0000"/>
                </a:solidFill>
                <a:latin typeface="Arial Narrow" panose="020B0606020202030204" pitchFamily="34" charset="0"/>
              </a:rPr>
              <a:t>活动</a:t>
            </a:r>
            <a:r>
              <a:rPr lang="en-US" altLang="zh-CN" sz="3200" b="1" dirty="0">
                <a:solidFill>
                  <a:srgbClr val="FF0000"/>
                </a:solidFill>
                <a:latin typeface="Arial Narrow" panose="020B0606020202030204" pitchFamily="34" charset="0"/>
              </a:rPr>
              <a:t>2</a:t>
            </a:r>
            <a:endParaRPr lang="en-US" altLang="zh-CN" sz="3200" b="1" dirty="0">
              <a:solidFill>
                <a:srgbClr val="FF0000"/>
              </a:solidFill>
              <a:latin typeface="Arial Narrow" panose="020B0606020202030204" pitchFamily="34" charset="0"/>
            </a:endParaRPr>
          </a:p>
        </p:txBody>
      </p:sp>
      <p:sp>
        <p:nvSpPr>
          <p:cNvPr id="22" name="Line 22"/>
          <p:cNvSpPr/>
          <p:nvPr/>
        </p:nvSpPr>
        <p:spPr>
          <a:xfrm>
            <a:off x="3708400" y="5300663"/>
            <a:ext cx="2016125" cy="0"/>
          </a:xfrm>
          <a:prstGeom prst="line">
            <a:avLst/>
          </a:prstGeom>
          <a:ln w="25400" cap="flat" cmpd="sng">
            <a:solidFill>
              <a:schemeClr val="tx1"/>
            </a:solidFill>
            <a:prstDash val="solid"/>
            <a:headEnd type="none" w="sm" len="sm"/>
            <a:tailEnd type="none" w="med" len="lg"/>
          </a:ln>
        </p:spPr>
      </p:sp>
      <p:sp>
        <p:nvSpPr>
          <p:cNvPr id="23" name="Line 23"/>
          <p:cNvSpPr/>
          <p:nvPr/>
        </p:nvSpPr>
        <p:spPr>
          <a:xfrm>
            <a:off x="3708400" y="5300663"/>
            <a:ext cx="0" cy="360362"/>
          </a:xfrm>
          <a:prstGeom prst="line">
            <a:avLst/>
          </a:prstGeom>
          <a:ln w="25400" cap="flat" cmpd="sng">
            <a:solidFill>
              <a:schemeClr val="tx1"/>
            </a:solidFill>
            <a:prstDash val="solid"/>
            <a:headEnd type="none" w="sm" len="sm"/>
            <a:tailEnd type="none" w="med" len="lg"/>
          </a:ln>
        </p:spPr>
      </p:sp>
      <p:sp>
        <p:nvSpPr>
          <p:cNvPr id="24" name="Line 24"/>
          <p:cNvSpPr/>
          <p:nvPr/>
        </p:nvSpPr>
        <p:spPr>
          <a:xfrm>
            <a:off x="5724525" y="5300663"/>
            <a:ext cx="0" cy="360362"/>
          </a:xfrm>
          <a:prstGeom prst="line">
            <a:avLst/>
          </a:prstGeom>
          <a:ln w="25400" cap="flat" cmpd="sng">
            <a:solidFill>
              <a:schemeClr val="tx1"/>
            </a:solidFill>
            <a:prstDash val="solid"/>
            <a:headEnd type="none" w="sm" len="sm"/>
            <a:tailEnd type="none" w="med" len="lg"/>
          </a:ln>
        </p:spPr>
      </p:sp>
      <p:sp>
        <p:nvSpPr>
          <p:cNvPr id="25" name="Line 25"/>
          <p:cNvSpPr/>
          <p:nvPr/>
        </p:nvSpPr>
        <p:spPr>
          <a:xfrm>
            <a:off x="4643438" y="4941888"/>
            <a:ext cx="0" cy="381000"/>
          </a:xfrm>
          <a:prstGeom prst="line">
            <a:avLst/>
          </a:prstGeom>
          <a:ln w="25400" cap="flat" cmpd="sng">
            <a:solidFill>
              <a:schemeClr val="tx1"/>
            </a:solidFill>
            <a:prstDash val="solid"/>
            <a:headEnd type="none" w="sm" len="sm"/>
            <a:tailEnd type="none" w="med" len="lg"/>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22" presetClass="entr" presetSubtype="1"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up)">
                                      <p:cBhvr>
                                        <p:cTn id="10" dur="500"/>
                                        <p:tgtEl>
                                          <p:spTgt spid="22"/>
                                        </p:tgtEl>
                                      </p:cBhvr>
                                    </p:animEffect>
                                  </p:childTnLst>
                                </p:cTn>
                              </p:par>
                              <p:par>
                                <p:cTn id="11" presetID="22" presetClass="entr" presetSubtype="1"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up)">
                                      <p:cBhvr>
                                        <p:cTn id="13" dur="500"/>
                                        <p:tgtEl>
                                          <p:spTgt spid="23"/>
                                        </p:tgtEl>
                                      </p:cBhvr>
                                    </p:animEffect>
                                  </p:childTnLst>
                                </p:cTn>
                              </p:par>
                              <p:par>
                                <p:cTn id="14" presetID="22" presetClass="entr" presetSubtype="1"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up)">
                                      <p:cBhvr>
                                        <p:cTn id="16" dur="500"/>
                                        <p:tgtEl>
                                          <p:spTgt spid="24"/>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up)">
                                      <p:cBhvr>
                                        <p:cTn id="19" dur="500"/>
                                        <p:tgtEl>
                                          <p:spTgt spid="20"/>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up)">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p:cNvSpPr>
          <p:nvPr>
            <p:ph type="title"/>
          </p:nvPr>
        </p:nvSpPr>
        <p:spPr>
          <a:ln/>
        </p:spPr>
        <p:txBody>
          <a:bodyPr vert="horz" wrap="square" lIns="91440" tIns="45720" rIns="91440" bIns="45720" anchor="ctr" anchorCtr="0"/>
          <a:p>
            <a:r>
              <a:rPr lang="zh-CN" altLang="en-US" dirty="0"/>
              <a:t>活动排序</a:t>
            </a:r>
            <a:endParaRPr lang="zh-CN" altLang="en-US" dirty="0"/>
          </a:p>
        </p:txBody>
      </p:sp>
      <p:sp>
        <p:nvSpPr>
          <p:cNvPr id="64515" name="内容占位符 2"/>
          <p:cNvSpPr>
            <a:spLocks noGrp="1"/>
          </p:cNvSpPr>
          <p:nvPr>
            <p:ph idx="1"/>
          </p:nvPr>
        </p:nvSpPr>
        <p:spPr>
          <a:xfrm>
            <a:off x="827088" y="1052513"/>
            <a:ext cx="7391400" cy="941387"/>
          </a:xfrm>
          <a:ln/>
        </p:spPr>
        <p:txBody>
          <a:bodyPr vert="horz" wrap="square" lIns="91440" tIns="45720" rIns="91440" bIns="45720" anchor="t" anchorCtr="0">
            <a:spAutoFit/>
          </a:bodyPr>
          <a:p>
            <a:pPr eaLnBrk="1" hangingPunct="1">
              <a:lnSpc>
                <a:spcPct val="120000"/>
              </a:lnSpc>
              <a:buClr>
                <a:schemeClr val="tx1"/>
              </a:buClr>
              <a:buSzPct val="70000"/>
            </a:pPr>
            <a:r>
              <a:rPr lang="zh-CN" altLang="en-US" dirty="0">
                <a:latin typeface="华文中宋" panose="02010600040101010101" pitchFamily="2" charset="-122"/>
                <a:ea typeface="华文中宋" panose="02010600040101010101" pitchFamily="2" charset="-122"/>
                <a:cs typeface="+mn-cs"/>
              </a:rPr>
              <a:t>项目各项活动之间存在相互联系与相互依赖关系，要根据这些关系对活动进行适当的顺序安排。</a:t>
            </a:r>
            <a:endParaRPr lang="zh-CN" altLang="en-US" dirty="0">
              <a:latin typeface="华文中宋" panose="02010600040101010101" pitchFamily="2" charset="-122"/>
              <a:ea typeface="华文中宋" panose="02010600040101010101" pitchFamily="2" charset="-122"/>
              <a:cs typeface="+mn-cs"/>
            </a:endParaRPr>
          </a:p>
        </p:txBody>
      </p:sp>
      <p:sp>
        <p:nvSpPr>
          <p:cNvPr id="645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64517" name="组合 2"/>
          <p:cNvGrpSpPr/>
          <p:nvPr/>
        </p:nvGrpSpPr>
        <p:grpSpPr>
          <a:xfrm>
            <a:off x="693738" y="2314575"/>
            <a:ext cx="7929562" cy="3746500"/>
            <a:chOff x="512440" y="2665339"/>
            <a:chExt cx="7929563" cy="3746021"/>
          </a:xfrm>
        </p:grpSpPr>
        <p:sp>
          <p:nvSpPr>
            <p:cNvPr id="64518" name="Rectangle 4"/>
            <p:cNvSpPr/>
            <p:nvPr/>
          </p:nvSpPr>
          <p:spPr>
            <a:xfrm>
              <a:off x="512440" y="2970139"/>
              <a:ext cx="1295400" cy="838200"/>
            </a:xfrm>
            <a:prstGeom prst="rect">
              <a:avLst/>
            </a:prstGeom>
            <a:noFill/>
            <a:ln w="25400" cap="flat" cmpd="sng">
              <a:solidFill>
                <a:schemeClr val="tx1"/>
              </a:solidFill>
              <a:prstDash val="solid"/>
              <a:miter/>
              <a:headEnd type="none" w="sm" len="sm"/>
              <a:tailEnd type="none" w="med" len="lg"/>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en-US" altLang="zh-CN" sz="4800" b="1" dirty="0">
                  <a:latin typeface="Arial Narrow" panose="020B0606020202030204" pitchFamily="34" charset="0"/>
                </a:rPr>
                <a:t>A</a:t>
              </a:r>
              <a:endParaRPr lang="en-US" altLang="zh-CN" sz="4800" b="1" dirty="0">
                <a:latin typeface="Arial Narrow" panose="020B0606020202030204" pitchFamily="34" charset="0"/>
              </a:endParaRPr>
            </a:p>
          </p:txBody>
        </p:sp>
        <p:sp>
          <p:nvSpPr>
            <p:cNvPr id="64519" name="Rectangle 5"/>
            <p:cNvSpPr/>
            <p:nvPr/>
          </p:nvSpPr>
          <p:spPr>
            <a:xfrm>
              <a:off x="2722240" y="2970139"/>
              <a:ext cx="1295400" cy="838200"/>
            </a:xfrm>
            <a:prstGeom prst="rect">
              <a:avLst/>
            </a:prstGeom>
            <a:noFill/>
            <a:ln w="25400" cap="flat" cmpd="sng">
              <a:solidFill>
                <a:schemeClr val="tx1"/>
              </a:solidFill>
              <a:prstDash val="solid"/>
              <a:miter/>
              <a:headEnd type="none" w="sm" len="sm"/>
              <a:tailEnd type="none" w="med" len="lg"/>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en-US" altLang="zh-CN" sz="4800" b="1" dirty="0">
                  <a:latin typeface="Arial Narrow" panose="020B0606020202030204" pitchFamily="34" charset="0"/>
                </a:rPr>
                <a:t>B</a:t>
              </a:r>
              <a:endParaRPr lang="en-US" altLang="zh-CN" sz="4800" b="1" dirty="0">
                <a:latin typeface="Arial Narrow" panose="020B0606020202030204" pitchFamily="34" charset="0"/>
              </a:endParaRPr>
            </a:p>
          </p:txBody>
        </p:sp>
        <p:sp>
          <p:nvSpPr>
            <p:cNvPr id="64520" name="Rectangle 6"/>
            <p:cNvSpPr/>
            <p:nvPr/>
          </p:nvSpPr>
          <p:spPr>
            <a:xfrm>
              <a:off x="4932040" y="2970139"/>
              <a:ext cx="1295400" cy="838200"/>
            </a:xfrm>
            <a:prstGeom prst="rect">
              <a:avLst/>
            </a:prstGeom>
            <a:noFill/>
            <a:ln w="25400" cap="flat" cmpd="sng">
              <a:solidFill>
                <a:schemeClr val="tx1"/>
              </a:solidFill>
              <a:prstDash val="solid"/>
              <a:miter/>
              <a:headEnd type="none" w="sm" len="sm"/>
              <a:tailEnd type="none" w="med" len="lg"/>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en-US" altLang="zh-CN" sz="4800" b="1" dirty="0">
                  <a:latin typeface="Arial Narrow" panose="020B0606020202030204" pitchFamily="34" charset="0"/>
                </a:rPr>
                <a:t>A</a:t>
              </a:r>
              <a:endParaRPr lang="en-US" altLang="zh-CN" sz="4800" b="1" dirty="0">
                <a:latin typeface="Arial Narrow" panose="020B0606020202030204" pitchFamily="34" charset="0"/>
              </a:endParaRPr>
            </a:p>
          </p:txBody>
        </p:sp>
        <p:sp>
          <p:nvSpPr>
            <p:cNvPr id="64521" name="Rectangle 7"/>
            <p:cNvSpPr/>
            <p:nvPr/>
          </p:nvSpPr>
          <p:spPr>
            <a:xfrm>
              <a:off x="7141840" y="2970139"/>
              <a:ext cx="1295400" cy="838200"/>
            </a:xfrm>
            <a:prstGeom prst="rect">
              <a:avLst/>
            </a:prstGeom>
            <a:noFill/>
            <a:ln w="25400" cap="flat" cmpd="sng">
              <a:solidFill>
                <a:schemeClr val="tx1"/>
              </a:solidFill>
              <a:prstDash val="solid"/>
              <a:miter/>
              <a:headEnd type="none" w="sm" len="sm"/>
              <a:tailEnd type="none" w="med" len="lg"/>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en-US" altLang="zh-CN" sz="4800" b="1" dirty="0">
                  <a:latin typeface="Arial Narrow" panose="020B0606020202030204" pitchFamily="34" charset="0"/>
                </a:rPr>
                <a:t>B</a:t>
              </a:r>
              <a:endParaRPr lang="en-US" altLang="zh-CN" sz="4800" b="1" dirty="0">
                <a:latin typeface="Arial Narrow" panose="020B0606020202030204" pitchFamily="34" charset="0"/>
              </a:endParaRPr>
            </a:p>
          </p:txBody>
        </p:sp>
        <p:sp>
          <p:nvSpPr>
            <p:cNvPr id="64522" name="Text Box 8"/>
            <p:cNvSpPr txBox="1"/>
            <p:nvPr/>
          </p:nvSpPr>
          <p:spPr>
            <a:xfrm>
              <a:off x="1187128" y="4122664"/>
              <a:ext cx="2449512" cy="457200"/>
            </a:xfrm>
            <a:prstGeom prst="rect">
              <a:avLst/>
            </a:prstGeom>
            <a:noFill/>
            <a:ln w="25400">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US" sz="2400" b="1" dirty="0">
                  <a:latin typeface="Arial Narrow" panose="020B0606020202030204" pitchFamily="34" charset="0"/>
                </a:rPr>
                <a:t>结束</a:t>
              </a:r>
              <a:r>
                <a:rPr lang="en-US" altLang="zh-CN" sz="2400" b="1" dirty="0">
                  <a:latin typeface="Arial Narrow" panose="020B0606020202030204" pitchFamily="34" charset="0"/>
                </a:rPr>
                <a:t>-</a:t>
              </a:r>
              <a:r>
                <a:rPr lang="zh-CN" altLang="en-US" sz="2400" b="1" dirty="0">
                  <a:latin typeface="Arial Narrow" panose="020B0606020202030204" pitchFamily="34" charset="0"/>
                </a:rPr>
                <a:t>开始（</a:t>
              </a:r>
              <a:r>
                <a:rPr lang="en-US" altLang="zh-CN" sz="2400" b="1" dirty="0">
                  <a:latin typeface="Arial Narrow" panose="020B0606020202030204" pitchFamily="34" charset="0"/>
                </a:rPr>
                <a:t>FS</a:t>
              </a:r>
              <a:r>
                <a:rPr lang="zh-CN" altLang="en-US" sz="2400" b="1" dirty="0">
                  <a:latin typeface="Arial Narrow" panose="020B0606020202030204" pitchFamily="34" charset="0"/>
                </a:rPr>
                <a:t>）</a:t>
              </a:r>
              <a:endParaRPr lang="zh-CN" altLang="en-US" sz="2400" b="1" dirty="0">
                <a:latin typeface="Arial Narrow" panose="020B0606020202030204" pitchFamily="34" charset="0"/>
              </a:endParaRPr>
            </a:p>
          </p:txBody>
        </p:sp>
        <p:sp>
          <p:nvSpPr>
            <p:cNvPr id="64523" name="Text Box 9"/>
            <p:cNvSpPr txBox="1"/>
            <p:nvPr/>
          </p:nvSpPr>
          <p:spPr>
            <a:xfrm>
              <a:off x="5363840" y="4122664"/>
              <a:ext cx="2592388" cy="457200"/>
            </a:xfrm>
            <a:prstGeom prst="rect">
              <a:avLst/>
            </a:prstGeom>
            <a:noFill/>
            <a:ln w="25400">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US" sz="2400" b="1" dirty="0">
                  <a:latin typeface="Arial Narrow" panose="020B0606020202030204" pitchFamily="34" charset="0"/>
                </a:rPr>
                <a:t>结束</a:t>
              </a:r>
              <a:r>
                <a:rPr lang="en-US" altLang="zh-CN" sz="2400" b="1" dirty="0">
                  <a:latin typeface="Arial Narrow" panose="020B0606020202030204" pitchFamily="34" charset="0"/>
                </a:rPr>
                <a:t>-</a:t>
              </a:r>
              <a:r>
                <a:rPr lang="zh-CN" altLang="en-US" sz="2400" b="1" dirty="0">
                  <a:latin typeface="Arial Narrow" panose="020B0606020202030204" pitchFamily="34" charset="0"/>
                </a:rPr>
                <a:t>结束（</a:t>
              </a:r>
              <a:r>
                <a:rPr lang="en-US" altLang="zh-CN" sz="2400" b="1" dirty="0">
                  <a:latin typeface="Arial Narrow" panose="020B0606020202030204" pitchFamily="34" charset="0"/>
                </a:rPr>
                <a:t>FF</a:t>
              </a:r>
              <a:r>
                <a:rPr lang="zh-CN" altLang="en-US" sz="2400" b="1" dirty="0">
                  <a:latin typeface="Arial Narrow" panose="020B0606020202030204" pitchFamily="34" charset="0"/>
                </a:rPr>
                <a:t>）</a:t>
              </a:r>
              <a:endParaRPr lang="zh-CN" altLang="en-US" sz="2400" b="1" dirty="0">
                <a:latin typeface="Arial Narrow" panose="020B0606020202030204" pitchFamily="34" charset="0"/>
              </a:endParaRPr>
            </a:p>
          </p:txBody>
        </p:sp>
        <p:sp>
          <p:nvSpPr>
            <p:cNvPr id="64524" name="Line 16"/>
            <p:cNvSpPr/>
            <p:nvPr/>
          </p:nvSpPr>
          <p:spPr>
            <a:xfrm flipV="1">
              <a:off x="1807840" y="2665339"/>
              <a:ext cx="0" cy="304800"/>
            </a:xfrm>
            <a:prstGeom prst="line">
              <a:avLst/>
            </a:prstGeom>
            <a:ln w="25400" cap="flat" cmpd="sng">
              <a:solidFill>
                <a:schemeClr val="tx1"/>
              </a:solidFill>
              <a:prstDash val="solid"/>
              <a:headEnd type="none" w="sm" len="sm"/>
              <a:tailEnd type="none" w="med" len="lg"/>
            </a:ln>
          </p:spPr>
        </p:sp>
        <p:sp>
          <p:nvSpPr>
            <p:cNvPr id="64525" name="Line 17"/>
            <p:cNvSpPr/>
            <p:nvPr/>
          </p:nvSpPr>
          <p:spPr>
            <a:xfrm flipV="1">
              <a:off x="2722240" y="2665339"/>
              <a:ext cx="0" cy="304800"/>
            </a:xfrm>
            <a:prstGeom prst="line">
              <a:avLst/>
            </a:prstGeom>
            <a:ln w="25400" cap="flat" cmpd="sng">
              <a:solidFill>
                <a:schemeClr val="tx1"/>
              </a:solidFill>
              <a:prstDash val="solid"/>
              <a:headEnd type="triangle" w="lg" len="lg"/>
              <a:tailEnd type="none" w="med" len="lg"/>
            </a:ln>
          </p:spPr>
        </p:sp>
        <p:sp>
          <p:nvSpPr>
            <p:cNvPr id="64526" name="Line 18"/>
            <p:cNvSpPr/>
            <p:nvPr/>
          </p:nvSpPr>
          <p:spPr>
            <a:xfrm flipV="1">
              <a:off x="6227440" y="2665339"/>
              <a:ext cx="0" cy="304800"/>
            </a:xfrm>
            <a:prstGeom prst="line">
              <a:avLst/>
            </a:prstGeom>
            <a:ln w="25400" cap="flat" cmpd="sng">
              <a:solidFill>
                <a:schemeClr val="tx1"/>
              </a:solidFill>
              <a:prstDash val="solid"/>
              <a:headEnd type="none" w="sm" len="sm"/>
              <a:tailEnd type="none" w="med" len="lg"/>
            </a:ln>
          </p:spPr>
        </p:sp>
        <p:sp>
          <p:nvSpPr>
            <p:cNvPr id="64527" name="Line 19"/>
            <p:cNvSpPr/>
            <p:nvPr/>
          </p:nvSpPr>
          <p:spPr>
            <a:xfrm flipV="1">
              <a:off x="8437240" y="2665339"/>
              <a:ext cx="0" cy="304800"/>
            </a:xfrm>
            <a:prstGeom prst="line">
              <a:avLst/>
            </a:prstGeom>
            <a:ln w="25400" cap="flat" cmpd="sng">
              <a:solidFill>
                <a:schemeClr val="tx1"/>
              </a:solidFill>
              <a:prstDash val="solid"/>
              <a:headEnd type="triangle" w="lg" len="lg"/>
              <a:tailEnd type="none" w="med" len="lg"/>
            </a:ln>
          </p:spPr>
        </p:sp>
        <p:sp>
          <p:nvSpPr>
            <p:cNvPr id="64528" name="Line 24"/>
            <p:cNvSpPr/>
            <p:nvPr/>
          </p:nvSpPr>
          <p:spPr>
            <a:xfrm>
              <a:off x="1807840" y="2665339"/>
              <a:ext cx="914400" cy="0"/>
            </a:xfrm>
            <a:prstGeom prst="line">
              <a:avLst/>
            </a:prstGeom>
            <a:ln w="25400" cap="flat" cmpd="sng">
              <a:solidFill>
                <a:schemeClr val="tx1"/>
              </a:solidFill>
              <a:prstDash val="solid"/>
              <a:headEnd type="none" w="sm" len="sm"/>
              <a:tailEnd type="none" w="med" len="lg"/>
            </a:ln>
          </p:spPr>
        </p:sp>
        <p:sp>
          <p:nvSpPr>
            <p:cNvPr id="64529" name="Line 25"/>
            <p:cNvSpPr/>
            <p:nvPr/>
          </p:nvSpPr>
          <p:spPr>
            <a:xfrm>
              <a:off x="6227440" y="2665339"/>
              <a:ext cx="2209800" cy="0"/>
            </a:xfrm>
            <a:prstGeom prst="line">
              <a:avLst/>
            </a:prstGeom>
            <a:ln w="25400" cap="flat" cmpd="sng">
              <a:solidFill>
                <a:schemeClr val="tx1"/>
              </a:solidFill>
              <a:prstDash val="solid"/>
              <a:headEnd type="none" w="sm" len="sm"/>
              <a:tailEnd type="none" w="med" len="lg"/>
            </a:ln>
          </p:spPr>
        </p:sp>
        <p:grpSp>
          <p:nvGrpSpPr>
            <p:cNvPr id="64530" name="组合 1"/>
            <p:cNvGrpSpPr/>
            <p:nvPr/>
          </p:nvGrpSpPr>
          <p:grpSpPr>
            <a:xfrm>
              <a:off x="512440" y="4614789"/>
              <a:ext cx="7929563" cy="1796571"/>
              <a:chOff x="512440" y="4614789"/>
              <a:chExt cx="7929563" cy="1796571"/>
            </a:xfrm>
          </p:grpSpPr>
          <p:sp>
            <p:nvSpPr>
              <p:cNvPr id="64531" name="Rectangle 10"/>
              <p:cNvSpPr/>
              <p:nvPr/>
            </p:nvSpPr>
            <p:spPr>
              <a:xfrm>
                <a:off x="512440" y="4960864"/>
                <a:ext cx="1295400" cy="838200"/>
              </a:xfrm>
              <a:prstGeom prst="rect">
                <a:avLst/>
              </a:prstGeom>
              <a:noFill/>
              <a:ln w="25400" cap="flat" cmpd="sng">
                <a:solidFill>
                  <a:schemeClr val="tx1"/>
                </a:solidFill>
                <a:prstDash val="solid"/>
                <a:miter/>
                <a:headEnd type="none" w="sm" len="sm"/>
                <a:tailEnd type="none" w="med" len="lg"/>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en-US" altLang="zh-CN" sz="4800" b="1" dirty="0">
                    <a:latin typeface="Arial Narrow" panose="020B0606020202030204" pitchFamily="34" charset="0"/>
                  </a:rPr>
                  <a:t>A</a:t>
                </a:r>
                <a:endParaRPr lang="en-US" altLang="zh-CN" sz="4800" b="1" dirty="0">
                  <a:latin typeface="Arial Narrow" panose="020B0606020202030204" pitchFamily="34" charset="0"/>
                </a:endParaRPr>
              </a:p>
            </p:txBody>
          </p:sp>
          <p:sp>
            <p:nvSpPr>
              <p:cNvPr id="64532" name="Rectangle 11"/>
              <p:cNvSpPr/>
              <p:nvPr/>
            </p:nvSpPr>
            <p:spPr>
              <a:xfrm>
                <a:off x="2722240" y="4960864"/>
                <a:ext cx="1295400" cy="838200"/>
              </a:xfrm>
              <a:prstGeom prst="rect">
                <a:avLst/>
              </a:prstGeom>
              <a:noFill/>
              <a:ln w="25400" cap="flat" cmpd="sng">
                <a:solidFill>
                  <a:schemeClr val="tx1"/>
                </a:solidFill>
                <a:prstDash val="solid"/>
                <a:miter/>
                <a:headEnd type="none" w="sm" len="sm"/>
                <a:tailEnd type="none" w="med" len="lg"/>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en-US" altLang="zh-CN" sz="4800" b="1" dirty="0">
                    <a:latin typeface="Arial Narrow" panose="020B0606020202030204" pitchFamily="34" charset="0"/>
                  </a:rPr>
                  <a:t>B</a:t>
                </a:r>
                <a:endParaRPr lang="en-US" altLang="zh-CN" sz="4800" b="1" dirty="0">
                  <a:latin typeface="Arial Narrow" panose="020B0606020202030204" pitchFamily="34" charset="0"/>
                </a:endParaRPr>
              </a:p>
            </p:txBody>
          </p:sp>
          <p:sp>
            <p:nvSpPr>
              <p:cNvPr id="64533" name="Text Box 12"/>
              <p:cNvSpPr txBox="1"/>
              <p:nvPr/>
            </p:nvSpPr>
            <p:spPr>
              <a:xfrm>
                <a:off x="1120776" y="5954160"/>
                <a:ext cx="2447925" cy="457200"/>
              </a:xfrm>
              <a:prstGeom prst="rect">
                <a:avLst/>
              </a:prstGeom>
              <a:noFill/>
              <a:ln w="25400">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US" sz="2400" b="1" dirty="0">
                    <a:latin typeface="Arial Narrow" panose="020B0606020202030204" pitchFamily="34" charset="0"/>
                  </a:rPr>
                  <a:t>开始</a:t>
                </a:r>
                <a:r>
                  <a:rPr lang="en-US" altLang="zh-CN" sz="2400" b="1" dirty="0">
                    <a:latin typeface="Arial Narrow" panose="020B0606020202030204" pitchFamily="34" charset="0"/>
                  </a:rPr>
                  <a:t>-</a:t>
                </a:r>
                <a:r>
                  <a:rPr lang="zh-CN" altLang="en-US" sz="2400" b="1" dirty="0">
                    <a:latin typeface="Arial Narrow" panose="020B0606020202030204" pitchFamily="34" charset="0"/>
                  </a:rPr>
                  <a:t>开始（</a:t>
                </a:r>
                <a:r>
                  <a:rPr lang="en-US" altLang="zh-CN" sz="2400" b="1" dirty="0">
                    <a:latin typeface="Arial Narrow" panose="020B0606020202030204" pitchFamily="34" charset="0"/>
                  </a:rPr>
                  <a:t>SS</a:t>
                </a:r>
                <a:r>
                  <a:rPr lang="zh-CN" altLang="en-US" sz="2400" b="1" dirty="0">
                    <a:latin typeface="Arial Narrow" panose="020B0606020202030204" pitchFamily="34" charset="0"/>
                  </a:rPr>
                  <a:t>）</a:t>
                </a:r>
                <a:endParaRPr lang="zh-CN" altLang="en-US" sz="2400" b="1" dirty="0">
                  <a:latin typeface="Arial Narrow" panose="020B0606020202030204" pitchFamily="34" charset="0"/>
                </a:endParaRPr>
              </a:p>
            </p:txBody>
          </p:sp>
          <p:sp>
            <p:nvSpPr>
              <p:cNvPr id="64534" name="Rectangle 13"/>
              <p:cNvSpPr/>
              <p:nvPr/>
            </p:nvSpPr>
            <p:spPr>
              <a:xfrm>
                <a:off x="4936803" y="4919589"/>
                <a:ext cx="1295400" cy="838200"/>
              </a:xfrm>
              <a:prstGeom prst="rect">
                <a:avLst/>
              </a:prstGeom>
              <a:noFill/>
              <a:ln w="25400" cap="flat" cmpd="sng">
                <a:solidFill>
                  <a:schemeClr val="tx1"/>
                </a:solidFill>
                <a:prstDash val="solid"/>
                <a:miter/>
                <a:headEnd type="none" w="sm" len="sm"/>
                <a:tailEnd type="none" w="med" len="lg"/>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en-US" altLang="zh-CN" sz="4800" b="1" dirty="0">
                    <a:latin typeface="Arial Narrow" panose="020B0606020202030204" pitchFamily="34" charset="0"/>
                  </a:rPr>
                  <a:t>A</a:t>
                </a:r>
                <a:endParaRPr lang="en-US" altLang="zh-CN" sz="4800" b="1" dirty="0">
                  <a:latin typeface="Arial Narrow" panose="020B0606020202030204" pitchFamily="34" charset="0"/>
                </a:endParaRPr>
              </a:p>
            </p:txBody>
          </p:sp>
          <p:sp>
            <p:nvSpPr>
              <p:cNvPr id="64535" name="Rectangle 14"/>
              <p:cNvSpPr/>
              <p:nvPr/>
            </p:nvSpPr>
            <p:spPr>
              <a:xfrm>
                <a:off x="7146603" y="4919589"/>
                <a:ext cx="1295400" cy="838200"/>
              </a:xfrm>
              <a:prstGeom prst="rect">
                <a:avLst/>
              </a:prstGeom>
              <a:noFill/>
              <a:ln w="25400" cap="flat" cmpd="sng">
                <a:solidFill>
                  <a:schemeClr val="tx1"/>
                </a:solidFill>
                <a:prstDash val="solid"/>
                <a:miter/>
                <a:headEnd type="none" w="sm" len="sm"/>
                <a:tailEnd type="none" w="med" len="lg"/>
              </a:ln>
            </p:spPr>
            <p:txBody>
              <a:bodyPr wrap="none" anchor="ctr" anchorCtr="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ctr" eaLnBrk="1" hangingPunct="1">
                  <a:lnSpc>
                    <a:spcPct val="100000"/>
                  </a:lnSpc>
                  <a:spcBef>
                    <a:spcPct val="0"/>
                  </a:spcBef>
                  <a:buClrTx/>
                  <a:buSzTx/>
                  <a:buFontTx/>
                  <a:buNone/>
                </a:pPr>
                <a:r>
                  <a:rPr lang="en-US" altLang="zh-CN" sz="4800" b="1" dirty="0">
                    <a:latin typeface="Arial Narrow" panose="020B0606020202030204" pitchFamily="34" charset="0"/>
                  </a:rPr>
                  <a:t>B</a:t>
                </a:r>
                <a:endParaRPr lang="en-US" altLang="zh-CN" sz="4800" b="1" dirty="0">
                  <a:latin typeface="Arial Narrow" panose="020B0606020202030204" pitchFamily="34" charset="0"/>
                </a:endParaRPr>
              </a:p>
            </p:txBody>
          </p:sp>
          <p:sp>
            <p:nvSpPr>
              <p:cNvPr id="64536" name="Text Box 15"/>
              <p:cNvSpPr txBox="1"/>
              <p:nvPr/>
            </p:nvSpPr>
            <p:spPr>
              <a:xfrm>
                <a:off x="5513388" y="5882722"/>
                <a:ext cx="2447925" cy="457200"/>
              </a:xfrm>
              <a:prstGeom prst="rect">
                <a:avLst/>
              </a:prstGeom>
              <a:noFill/>
              <a:ln w="25400">
                <a:noFill/>
              </a:ln>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US" sz="2400" b="1" dirty="0">
                    <a:latin typeface="Arial Narrow" panose="020B0606020202030204" pitchFamily="34" charset="0"/>
                  </a:rPr>
                  <a:t>开始</a:t>
                </a:r>
                <a:r>
                  <a:rPr lang="en-US" altLang="zh-CN" sz="2400" b="1" dirty="0">
                    <a:latin typeface="Arial Narrow" panose="020B0606020202030204" pitchFamily="34" charset="0"/>
                  </a:rPr>
                  <a:t>-</a:t>
                </a:r>
                <a:r>
                  <a:rPr lang="zh-CN" altLang="en-US" sz="2400" b="1" dirty="0">
                    <a:latin typeface="Arial Narrow" panose="020B0606020202030204" pitchFamily="34" charset="0"/>
                  </a:rPr>
                  <a:t>结束（</a:t>
                </a:r>
                <a:r>
                  <a:rPr lang="en-US" altLang="zh-CN" sz="2400" b="1" dirty="0">
                    <a:latin typeface="Arial Narrow" panose="020B0606020202030204" pitchFamily="34" charset="0"/>
                  </a:rPr>
                  <a:t>SF</a:t>
                </a:r>
                <a:r>
                  <a:rPr lang="zh-CN" altLang="en-US" sz="2400" b="1" dirty="0">
                    <a:latin typeface="Arial Narrow" panose="020B0606020202030204" pitchFamily="34" charset="0"/>
                  </a:rPr>
                  <a:t>）</a:t>
                </a:r>
                <a:endParaRPr lang="zh-CN" altLang="en-US" sz="2400" b="1" dirty="0">
                  <a:latin typeface="Arial Narrow" panose="020B0606020202030204" pitchFamily="34" charset="0"/>
                </a:endParaRPr>
              </a:p>
            </p:txBody>
          </p:sp>
          <p:sp>
            <p:nvSpPr>
              <p:cNvPr id="64537" name="Line 20"/>
              <p:cNvSpPr/>
              <p:nvPr/>
            </p:nvSpPr>
            <p:spPr>
              <a:xfrm flipV="1">
                <a:off x="512440" y="4656064"/>
                <a:ext cx="0" cy="304800"/>
              </a:xfrm>
              <a:prstGeom prst="line">
                <a:avLst/>
              </a:prstGeom>
              <a:ln w="25400" cap="flat" cmpd="sng">
                <a:solidFill>
                  <a:schemeClr val="tx1"/>
                </a:solidFill>
                <a:prstDash val="solid"/>
                <a:headEnd type="none" w="sm" len="sm"/>
                <a:tailEnd type="none" w="med" len="lg"/>
              </a:ln>
            </p:spPr>
          </p:sp>
          <p:sp>
            <p:nvSpPr>
              <p:cNvPr id="64538" name="Line 21"/>
              <p:cNvSpPr/>
              <p:nvPr/>
            </p:nvSpPr>
            <p:spPr>
              <a:xfrm flipV="1">
                <a:off x="2722240" y="4656064"/>
                <a:ext cx="0" cy="304800"/>
              </a:xfrm>
              <a:prstGeom prst="line">
                <a:avLst/>
              </a:prstGeom>
              <a:ln w="25400" cap="flat" cmpd="sng">
                <a:solidFill>
                  <a:schemeClr val="tx1"/>
                </a:solidFill>
                <a:prstDash val="solid"/>
                <a:headEnd type="triangle" w="lg" len="lg"/>
                <a:tailEnd type="none" w="med" len="lg"/>
              </a:ln>
            </p:spPr>
          </p:sp>
          <p:sp>
            <p:nvSpPr>
              <p:cNvPr id="64539" name="Line 22"/>
              <p:cNvSpPr/>
              <p:nvPr/>
            </p:nvSpPr>
            <p:spPr>
              <a:xfrm flipV="1">
                <a:off x="4936803" y="4614789"/>
                <a:ext cx="0" cy="304800"/>
              </a:xfrm>
              <a:prstGeom prst="line">
                <a:avLst/>
              </a:prstGeom>
              <a:ln w="25400" cap="flat" cmpd="sng">
                <a:solidFill>
                  <a:schemeClr val="tx1"/>
                </a:solidFill>
                <a:prstDash val="solid"/>
                <a:headEnd type="none" w="sm" len="sm"/>
                <a:tailEnd type="none" w="med" len="lg"/>
              </a:ln>
            </p:spPr>
          </p:sp>
          <p:sp>
            <p:nvSpPr>
              <p:cNvPr id="64540" name="Line 23"/>
              <p:cNvSpPr/>
              <p:nvPr/>
            </p:nvSpPr>
            <p:spPr>
              <a:xfrm flipV="1">
                <a:off x="8442003" y="4614789"/>
                <a:ext cx="0" cy="304800"/>
              </a:xfrm>
              <a:prstGeom prst="line">
                <a:avLst/>
              </a:prstGeom>
              <a:ln w="25400" cap="flat" cmpd="sng">
                <a:solidFill>
                  <a:schemeClr val="tx1"/>
                </a:solidFill>
                <a:prstDash val="solid"/>
                <a:headEnd type="triangle" w="lg" len="lg"/>
                <a:tailEnd type="none" w="med" len="lg"/>
              </a:ln>
            </p:spPr>
          </p:sp>
          <p:sp>
            <p:nvSpPr>
              <p:cNvPr id="64541" name="Line 26"/>
              <p:cNvSpPr/>
              <p:nvPr/>
            </p:nvSpPr>
            <p:spPr>
              <a:xfrm>
                <a:off x="512440" y="4656064"/>
                <a:ext cx="2209800" cy="0"/>
              </a:xfrm>
              <a:prstGeom prst="line">
                <a:avLst/>
              </a:prstGeom>
              <a:ln w="25400" cap="flat" cmpd="sng">
                <a:solidFill>
                  <a:schemeClr val="tx1"/>
                </a:solidFill>
                <a:prstDash val="solid"/>
                <a:headEnd type="none" w="sm" len="sm"/>
                <a:tailEnd type="none" w="med" len="lg"/>
              </a:ln>
            </p:spPr>
          </p:sp>
          <p:sp>
            <p:nvSpPr>
              <p:cNvPr id="64542" name="Line 27"/>
              <p:cNvSpPr/>
              <p:nvPr/>
            </p:nvSpPr>
            <p:spPr>
              <a:xfrm>
                <a:off x="4936803" y="4614789"/>
                <a:ext cx="3505200" cy="0"/>
              </a:xfrm>
              <a:prstGeom prst="line">
                <a:avLst/>
              </a:prstGeom>
              <a:ln w="25400" cap="flat" cmpd="sng">
                <a:solidFill>
                  <a:schemeClr val="tx1"/>
                </a:solidFill>
                <a:prstDash val="solid"/>
                <a:headEnd type="none" w="sm" len="sm"/>
                <a:tailEnd type="none" w="med" len="lg"/>
              </a:ln>
            </p:spPr>
          </p:sp>
        </p:gr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1"/>
          <p:cNvSpPr>
            <a:spLocks noGrp="1"/>
          </p:cNvSpPr>
          <p:nvPr>
            <p:ph type="title"/>
          </p:nvPr>
        </p:nvSpPr>
        <p:spPr>
          <a:ln/>
        </p:spPr>
        <p:txBody>
          <a:bodyPr vert="horz" wrap="square" lIns="91440" tIns="45720" rIns="91440" bIns="45720" anchor="ctr" anchorCtr="0"/>
          <a:p>
            <a:r>
              <a:rPr lang="zh-CN" altLang="en-US" dirty="0"/>
              <a:t>依赖关系</a:t>
            </a:r>
            <a:endParaRPr lang="zh-CN" altLang="en-US" dirty="0"/>
          </a:p>
        </p:txBody>
      </p:sp>
      <p:sp>
        <p:nvSpPr>
          <p:cNvPr id="70659" name="内容占位符 2"/>
          <p:cNvSpPr>
            <a:spLocks noGrp="1" noChangeArrowheads="1"/>
          </p:cNvSpPr>
          <p:nvPr>
            <p:ph idx="1"/>
          </p:nvPr>
        </p:nvSpPr>
        <p:spPr>
          <a:xfrm>
            <a:off x="395288" y="981075"/>
            <a:ext cx="8353425" cy="522160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活动排序的依据</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强制性依赖关系：工作任务中</a:t>
            </a:r>
            <a:r>
              <a:rPr kumimoji="0" lang="zh-CN" altLang="en-US" sz="2400" b="0" i="0" u="none" strike="noStrike" kern="0" cap="none" spc="0" normalizeH="0" baseline="0" noProof="0" dirty="0">
                <a:ln>
                  <a:noFill/>
                </a:ln>
                <a:solidFill>
                  <a:schemeClr val="accent2"/>
                </a:solidFill>
                <a:effectLst/>
                <a:uLnTx/>
                <a:uFillTx/>
                <a:latin typeface="华文中宋" panose="02010600040101010101" pitchFamily="2" charset="-122"/>
                <a:ea typeface="华文中宋" panose="02010600040101010101" pitchFamily="2" charset="-122"/>
                <a:cs typeface="+mn-cs"/>
              </a:rPr>
              <a:t>固有的依赖关系</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，它是因为客观规律和物质条件的限制造成的，又称硬逻辑关系。</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软逻辑关系：由</a:t>
            </a:r>
            <a:r>
              <a:rPr kumimoji="0" lang="zh-CN" altLang="en-US" sz="2400" b="0" i="0" u="none" strike="noStrike" kern="0" cap="none" spc="0" normalizeH="0" baseline="0" noProof="0" dirty="0">
                <a:ln>
                  <a:noFill/>
                </a:ln>
                <a:solidFill>
                  <a:schemeClr val="accent2"/>
                </a:solidFill>
                <a:effectLst/>
                <a:uLnTx/>
                <a:uFillTx/>
                <a:latin typeface="华文中宋" panose="02010600040101010101" pitchFamily="2" charset="-122"/>
                <a:ea typeface="华文中宋" panose="02010600040101010101" pitchFamily="2" charset="-122"/>
                <a:cs typeface="+mn-cs"/>
              </a:rPr>
              <a:t>项目管理人员确定</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的项目活动之间的关系，它是一种根据主观判断去调整和确定的关系，也称指定性相关、偏好相关或软相关。</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外部依赖关系：项目活动</a:t>
            </a:r>
            <a:r>
              <a:rPr kumimoji="0" lang="zh-CN" altLang="en-US" sz="2400" b="0" i="0" u="none" strike="noStrike" kern="0" cap="none" spc="0" normalizeH="0" baseline="0" noProof="0" dirty="0">
                <a:ln>
                  <a:noFill/>
                </a:ln>
                <a:solidFill>
                  <a:schemeClr val="accent2"/>
                </a:solidFill>
                <a:effectLst/>
                <a:uLnTx/>
                <a:uFillTx/>
                <a:latin typeface="华文中宋" panose="02010600040101010101" pitchFamily="2" charset="-122"/>
                <a:ea typeface="华文中宋" panose="02010600040101010101" pitchFamily="2" charset="-122"/>
                <a:cs typeface="+mn-cs"/>
              </a:rPr>
              <a:t>对一些非项目活动和事件</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的依赖。例如软件发布会受发布场地可用时间</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控制。</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554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1"/>
          <p:cNvSpPr>
            <a:spLocks noGrp="1"/>
          </p:cNvSpPr>
          <p:nvPr>
            <p:ph type="title"/>
          </p:nvPr>
        </p:nvSpPr>
        <p:spPr>
          <a:ln/>
        </p:spPr>
        <p:txBody>
          <a:bodyPr vert="horz" wrap="square" lIns="91440" tIns="45720" rIns="91440" bIns="45720" anchor="ctr" anchorCtr="0"/>
          <a:p>
            <a:r>
              <a:rPr lang="zh-CN" altLang="en-US" dirty="0"/>
              <a:t>进度计划图</a:t>
            </a:r>
            <a:endParaRPr lang="zh-CN" altLang="en-US" dirty="0"/>
          </a:p>
        </p:txBody>
      </p:sp>
      <p:sp>
        <p:nvSpPr>
          <p:cNvPr id="71683" name="内容占位符 2"/>
          <p:cNvSpPr>
            <a:spLocks noGrp="1" noChangeArrowheads="1"/>
          </p:cNvSpPr>
          <p:nvPr>
            <p:ph idx="1"/>
          </p:nvPr>
        </p:nvSpPr>
        <p:spPr>
          <a:xfrm>
            <a:off x="827088" y="1412875"/>
            <a:ext cx="7391400" cy="293687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项目</a:t>
            </a:r>
            <a:r>
              <a:rPr kumimoji="0" lang="zh-CN" altLang="en-US" sz="28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进度计划图</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20000"/>
              </a:lnSpc>
              <a:spcBef>
                <a:spcPct val="20000"/>
              </a:spcBef>
              <a:spcAft>
                <a:spcPct val="0"/>
              </a:spcAft>
              <a:buClr>
                <a:srgbClr val="3333CC"/>
              </a:buClr>
              <a:buSzPct val="70000"/>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甘</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特图</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20000"/>
              </a:lnSpc>
              <a:spcBef>
                <a:spcPct val="20000"/>
              </a:spcBef>
              <a:spcAft>
                <a:spcPct val="0"/>
              </a:spcAft>
              <a:buClr>
                <a:srgbClr val="3333CC"/>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网络图</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20000"/>
              </a:lnSpc>
              <a:spcBef>
                <a:spcPct val="20000"/>
              </a:spcBef>
              <a:spcAft>
                <a:spcPct val="0"/>
              </a:spcAft>
              <a:buClr>
                <a:srgbClr val="3333CC"/>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里程碑图</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656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标题 1"/>
          <p:cNvSpPr>
            <a:spLocks noGrp="1"/>
          </p:cNvSpPr>
          <p:nvPr>
            <p:ph type="title"/>
          </p:nvPr>
        </p:nvSpPr>
        <p:spPr>
          <a:ln/>
        </p:spPr>
        <p:txBody>
          <a:bodyPr vert="horz" wrap="square" lIns="91440" tIns="45720" rIns="91440" bIns="45720" anchor="ctr" anchorCtr="0"/>
          <a:p>
            <a:pPr>
              <a:buFont typeface="Wingdings" panose="05000000000000000000" pitchFamily="2" charset="2"/>
              <a:buNone/>
            </a:pPr>
            <a:r>
              <a:rPr lang="zh-CN" altLang="en-US" dirty="0"/>
              <a:t>甘特图</a:t>
            </a:r>
            <a:endParaRPr lang="en-US" altLang="zh-CN" dirty="0"/>
          </a:p>
        </p:txBody>
      </p:sp>
      <p:sp>
        <p:nvSpPr>
          <p:cNvPr id="6758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67588" name="对象 2"/>
          <p:cNvGraphicFramePr>
            <a:graphicFrameLocks noChangeAspect="1"/>
          </p:cNvGraphicFramePr>
          <p:nvPr/>
        </p:nvGraphicFramePr>
        <p:xfrm>
          <a:off x="755650" y="1844675"/>
          <a:ext cx="7673975" cy="2520950"/>
        </p:xfrm>
        <a:graphic>
          <a:graphicData uri="http://schemas.openxmlformats.org/presentationml/2006/ole">
            <mc:AlternateContent xmlns:mc="http://schemas.openxmlformats.org/markup-compatibility/2006">
              <mc:Choice xmlns:v="urn:schemas-microsoft-com:vml" Requires="v">
                <p:oleObj spid="_x0000_s3080" name="" r:id="rId1" imgW="10674350" imgH="3498850" progId="Visio.Drawing.15">
                  <p:embed/>
                </p:oleObj>
              </mc:Choice>
              <mc:Fallback>
                <p:oleObj name="" r:id="rId1" imgW="10674350" imgH="3498850" progId="Visio.Drawing.15">
                  <p:embed/>
                  <p:pic>
                    <p:nvPicPr>
                      <p:cNvPr id="0" name="图片 3079"/>
                      <p:cNvPicPr/>
                      <p:nvPr/>
                    </p:nvPicPr>
                    <p:blipFill>
                      <a:blip r:embed="rId2"/>
                      <a:stretch>
                        <a:fillRect/>
                      </a:stretch>
                    </p:blipFill>
                    <p:spPr>
                      <a:xfrm>
                        <a:off x="755650" y="1844675"/>
                        <a:ext cx="7673975" cy="2520950"/>
                      </a:xfrm>
                      <a:prstGeom prst="rect">
                        <a:avLst/>
                      </a:prstGeom>
                      <a:noFill/>
                      <a:ln w="38100">
                        <a:noFill/>
                        <a:miter/>
                      </a:ln>
                    </p:spPr>
                  </p:pic>
                </p:oleObj>
              </mc:Fallback>
            </mc:AlternateContent>
          </a:graphicData>
        </a:graphic>
      </p:graphicFrame>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标题 1"/>
          <p:cNvSpPr>
            <a:spLocks noGrp="1"/>
          </p:cNvSpPr>
          <p:nvPr>
            <p:ph type="title"/>
          </p:nvPr>
        </p:nvSpPr>
        <p:spPr>
          <a:ln/>
        </p:spPr>
        <p:txBody>
          <a:bodyPr vert="horz" wrap="square" lIns="91440" tIns="45720" rIns="91440" bIns="45720" anchor="ctr" anchorCtr="0"/>
          <a:p>
            <a:endParaRPr lang="zh-CN" altLang="en-US" dirty="0"/>
          </a:p>
        </p:txBody>
      </p:sp>
      <p:sp>
        <p:nvSpPr>
          <p:cNvPr id="73731" name="内容占位符 2"/>
          <p:cNvSpPr>
            <a:spLocks noGrp="1" noChangeArrowheads="1"/>
          </p:cNvSpPr>
          <p:nvPr>
            <p:ph idx="1"/>
          </p:nvPr>
        </p:nvSpPr>
        <p:spPr>
          <a:xfrm>
            <a:off x="827088" y="1125538"/>
            <a:ext cx="7391400" cy="350202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甘特图的特点</a:t>
            </a:r>
            <a:endParaRPr kumimoji="0" lang="en-US" altLang="zh-CN" sz="28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可以查看活动的工期、开始时间和结束时间以及资源的信息，可用于详细的时间管理。</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简单、直观、易于编制。</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活动</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之间的依赖关系没有表示出来，难以进行定量的计算分析和计划的优化。</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861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1"/>
          <p:cNvSpPr>
            <a:spLocks noGrp="1"/>
          </p:cNvSpPr>
          <p:nvPr>
            <p:ph type="title"/>
          </p:nvPr>
        </p:nvSpPr>
        <p:spPr>
          <a:ln/>
        </p:spPr>
        <p:txBody>
          <a:bodyPr vert="horz" wrap="square" lIns="91440" tIns="45720" rIns="91440" bIns="45720" anchor="ctr" anchorCtr="0"/>
          <a:p>
            <a:pPr>
              <a:buFont typeface="Wingdings" panose="05000000000000000000" pitchFamily="2" charset="2"/>
              <a:buNone/>
            </a:pPr>
            <a:r>
              <a:rPr lang="zh-CN" altLang="en-US" dirty="0"/>
              <a:t>网络图</a:t>
            </a:r>
            <a:endParaRPr lang="en-US" altLang="zh-CN" dirty="0"/>
          </a:p>
        </p:txBody>
      </p:sp>
      <p:sp>
        <p:nvSpPr>
          <p:cNvPr id="69635" name="内容占位符 2"/>
          <p:cNvSpPr>
            <a:spLocks noGrp="1"/>
          </p:cNvSpPr>
          <p:nvPr>
            <p:ph idx="1"/>
          </p:nvPr>
        </p:nvSpPr>
        <p:spPr>
          <a:xfrm>
            <a:off x="468313" y="981075"/>
            <a:ext cx="8280400" cy="5410200"/>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网络图是一种图解模型，形状如同网络，故称为网络图。网络图是由作业（箭线）、事件（又称节点）和路线三个因素组成的。网络图是用箭线和节点将某项工作的流程表示出来的图形。</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网络图最常用的是前导图法（</a:t>
            </a:r>
            <a:r>
              <a:rPr lang="en-US" altLang="zh-CN" dirty="0">
                <a:latin typeface="华文中宋" panose="02010600040101010101" pitchFamily="2" charset="-122"/>
                <a:ea typeface="华文中宋" panose="02010600040101010101" pitchFamily="2" charset="-122"/>
                <a:cs typeface="+mn-cs"/>
              </a:rPr>
              <a:t>Precedence Diagramming Method</a:t>
            </a:r>
            <a:r>
              <a:rPr lang="zh-CN" altLang="zh-CN" dirty="0">
                <a:latin typeface="华文中宋" panose="02010600040101010101" pitchFamily="2" charset="-122"/>
                <a:ea typeface="华文中宋" panose="02010600040101010101" pitchFamily="2" charset="-122"/>
                <a:cs typeface="+mn-cs"/>
              </a:rPr>
              <a:t>，简称</a:t>
            </a:r>
            <a:r>
              <a:rPr lang="en-US" altLang="zh-CN" dirty="0">
                <a:latin typeface="华文中宋" panose="02010600040101010101" pitchFamily="2" charset="-122"/>
                <a:ea typeface="华文中宋" panose="02010600040101010101" pitchFamily="2" charset="-122"/>
                <a:cs typeface="+mn-cs"/>
              </a:rPr>
              <a:t>PDM</a:t>
            </a: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PDM</a:t>
            </a:r>
            <a:r>
              <a:rPr lang="zh-CN" altLang="zh-CN" dirty="0">
                <a:latin typeface="华文中宋" panose="02010600040101010101" pitchFamily="2" charset="-122"/>
                <a:ea typeface="华文中宋" panose="02010600040101010101" pitchFamily="2" charset="-122"/>
                <a:cs typeface="+mn-cs"/>
              </a:rPr>
              <a:t>网络图的基本符号：</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1</a:t>
            </a:r>
            <a:r>
              <a:rPr lang="zh-CN" altLang="zh-CN" dirty="0">
                <a:latin typeface="华文中宋" panose="02010600040101010101" pitchFamily="2" charset="-122"/>
                <a:ea typeface="华文中宋" panose="02010600040101010101" pitchFamily="2" charset="-122"/>
                <a:cs typeface="+mn-cs"/>
              </a:rPr>
              <a:t>）节点：单代号网络图中每个节点表示一项工作，节点用圆圈或矩形表示；节点所表示的工作名称，持续时间和工作代号等应标注在节点内，单代号网络图中的节点必须编号。</a:t>
            </a:r>
            <a:endParaRPr lang="en-US" altLang="zh-CN" b="1" dirty="0">
              <a:latin typeface="华文中宋" panose="02010600040101010101" pitchFamily="2" charset="-122"/>
              <a:ea typeface="华文中宋" panose="02010600040101010101" pitchFamily="2" charset="-122"/>
              <a:cs typeface="+mn-cs"/>
            </a:endParaRPr>
          </a:p>
        </p:txBody>
      </p:sp>
      <p:sp>
        <p:nvSpPr>
          <p:cNvPr id="696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标题 1"/>
          <p:cNvSpPr>
            <a:spLocks noGrp="1"/>
          </p:cNvSpPr>
          <p:nvPr>
            <p:ph type="title"/>
          </p:nvPr>
        </p:nvSpPr>
        <p:spPr>
          <a:ln/>
        </p:spPr>
        <p:txBody>
          <a:bodyPr vert="horz" wrap="square" lIns="91440" tIns="45720" rIns="91440" bIns="45720" anchor="ctr" anchorCtr="0"/>
          <a:p>
            <a:pPr>
              <a:buFont typeface="Wingdings" panose="05000000000000000000" pitchFamily="2" charset="2"/>
              <a:buNone/>
            </a:pPr>
            <a:r>
              <a:rPr lang="zh-CN" altLang="en-US" dirty="0"/>
              <a:t>网络图</a:t>
            </a:r>
            <a:endParaRPr lang="en-US" altLang="zh-CN" dirty="0"/>
          </a:p>
        </p:txBody>
      </p:sp>
      <p:sp>
        <p:nvSpPr>
          <p:cNvPr id="70659" name="内容占位符 2"/>
          <p:cNvSpPr>
            <a:spLocks noGrp="1"/>
          </p:cNvSpPr>
          <p:nvPr>
            <p:ph idx="1"/>
          </p:nvPr>
        </p:nvSpPr>
        <p:spPr>
          <a:xfrm>
            <a:off x="468313" y="981075"/>
            <a:ext cx="8280400" cy="2751138"/>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2</a:t>
            </a:r>
            <a:r>
              <a:rPr lang="zh-CN" altLang="zh-CN" dirty="0">
                <a:latin typeface="华文中宋" panose="02010600040101010101" pitchFamily="2" charset="-122"/>
                <a:ea typeface="华文中宋" panose="02010600040101010101" pitchFamily="2" charset="-122"/>
                <a:cs typeface="+mn-cs"/>
              </a:rPr>
              <a:t>）箭线：单代号网络图中的箭线表示紧邻工作之间的逻辑关系，既不占用时间，也不消耗资源，箭线应画成水平的直线、</a:t>
            </a:r>
            <a:r>
              <a:rPr lang="en-US" altLang="zh-CN" dirty="0">
                <a:latin typeface="华文中宋" panose="02010600040101010101" pitchFamily="2" charset="-122"/>
                <a:ea typeface="华文中宋" panose="02010600040101010101" pitchFamily="2" charset="-122"/>
                <a:cs typeface="+mn-cs"/>
              </a:rPr>
              <a:t>折线</a:t>
            </a:r>
            <a:r>
              <a:rPr lang="zh-CN" altLang="zh-CN" dirty="0">
                <a:latin typeface="华文中宋" panose="02010600040101010101" pitchFamily="2" charset="-122"/>
                <a:ea typeface="华文中宋" panose="02010600040101010101" pitchFamily="2" charset="-122"/>
                <a:cs typeface="+mn-cs"/>
              </a:rPr>
              <a:t>或斜线。 </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）线路：单代号网络图中的，各条线路应用线路上的节点编号从小到大依次表述。</a:t>
            </a:r>
            <a:endParaRPr lang="en-US" altLang="zh-CN" b="1" dirty="0">
              <a:latin typeface="华文中宋" panose="02010600040101010101" pitchFamily="2" charset="-122"/>
              <a:ea typeface="华文中宋" panose="02010600040101010101" pitchFamily="2" charset="-122"/>
              <a:cs typeface="+mn-cs"/>
            </a:endParaRPr>
          </a:p>
        </p:txBody>
      </p:sp>
      <p:sp>
        <p:nvSpPr>
          <p:cNvPr id="7066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标题 1"/>
          <p:cNvSpPr>
            <a:spLocks noGrp="1"/>
          </p:cNvSpPr>
          <p:nvPr>
            <p:ph type="title"/>
          </p:nvPr>
        </p:nvSpPr>
        <p:spPr>
          <a:ln/>
        </p:spPr>
        <p:txBody>
          <a:bodyPr vert="horz" wrap="square" lIns="91440" tIns="45720" rIns="91440" bIns="45720" anchor="ctr" anchorCtr="0"/>
          <a:p>
            <a:endParaRPr lang="zh-CN" altLang="en-US" dirty="0"/>
          </a:p>
        </p:txBody>
      </p:sp>
      <p:sp>
        <p:nvSpPr>
          <p:cNvPr id="71683" name="内容占位符 2"/>
          <p:cNvSpPr>
            <a:spLocks noGrp="1"/>
          </p:cNvSpPr>
          <p:nvPr>
            <p:ph idx="1"/>
          </p:nvPr>
        </p:nvSpPr>
        <p:spPr>
          <a:xfrm>
            <a:off x="827088" y="1003300"/>
            <a:ext cx="7391400" cy="630238"/>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sz="2800" b="1" dirty="0">
                <a:latin typeface="华文中宋" panose="02010600040101010101" pitchFamily="2" charset="-122"/>
                <a:ea typeface="华文中宋" panose="02010600040101010101" pitchFamily="2" charset="-122"/>
                <a:cs typeface="+mn-cs"/>
              </a:rPr>
              <a:t>PDM</a:t>
            </a:r>
            <a:r>
              <a:rPr lang="zh-CN" altLang="en-US" sz="2800" b="1" dirty="0">
                <a:latin typeface="华文中宋" panose="02010600040101010101" pitchFamily="2" charset="-122"/>
                <a:ea typeface="华文中宋" panose="02010600040101010101" pitchFamily="2" charset="-122"/>
                <a:cs typeface="+mn-cs"/>
              </a:rPr>
              <a:t>图例</a:t>
            </a:r>
            <a:endParaRPr lang="en-US" altLang="zh-CN" sz="2800" b="1" dirty="0">
              <a:latin typeface="华文中宋" panose="02010600040101010101" pitchFamily="2" charset="-122"/>
              <a:ea typeface="华文中宋" panose="02010600040101010101" pitchFamily="2" charset="-122"/>
              <a:cs typeface="+mn-cs"/>
            </a:endParaRPr>
          </a:p>
        </p:txBody>
      </p:sp>
      <p:sp>
        <p:nvSpPr>
          <p:cNvPr id="7168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71685" name="Group 15"/>
          <p:cNvGrpSpPr/>
          <p:nvPr/>
        </p:nvGrpSpPr>
        <p:grpSpPr>
          <a:xfrm>
            <a:off x="468313" y="1776413"/>
            <a:ext cx="8153400" cy="2660650"/>
            <a:chOff x="432" y="1584"/>
            <a:chExt cx="5136" cy="1676"/>
          </a:xfrm>
        </p:grpSpPr>
        <p:sp>
          <p:nvSpPr>
            <p:cNvPr id="71687" name="Text Box 5"/>
            <p:cNvSpPr txBox="1"/>
            <p:nvPr/>
          </p:nvSpPr>
          <p:spPr>
            <a:xfrm>
              <a:off x="432" y="2317"/>
              <a:ext cx="626" cy="419"/>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nSpc>
                  <a:spcPct val="100000"/>
                </a:lnSpc>
                <a:spcBef>
                  <a:spcPct val="0"/>
                </a:spcBef>
                <a:buClrTx/>
                <a:buSzTx/>
                <a:buFontTx/>
                <a:buNone/>
              </a:pPr>
              <a:r>
                <a:rPr lang="zh-CN" altLang="en-US" sz="2400" b="1" dirty="0">
                  <a:latin typeface="Times New Roman" panose="02020603050405020304" pitchFamily="18" charset="0"/>
                </a:rPr>
                <a:t>开始</a:t>
              </a:r>
              <a:endParaRPr lang="zh-CN" altLang="en-US" sz="2400" b="1" dirty="0">
                <a:latin typeface="Times New Roman" panose="02020603050405020304" pitchFamily="18" charset="0"/>
              </a:endParaRPr>
            </a:p>
          </p:txBody>
        </p:sp>
        <p:sp>
          <p:nvSpPr>
            <p:cNvPr id="71688" name="Text Box 6"/>
            <p:cNvSpPr txBox="1"/>
            <p:nvPr/>
          </p:nvSpPr>
          <p:spPr>
            <a:xfrm>
              <a:off x="2060" y="1584"/>
              <a:ext cx="752" cy="419"/>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nSpc>
                  <a:spcPct val="100000"/>
                </a:lnSpc>
                <a:spcBef>
                  <a:spcPct val="0"/>
                </a:spcBef>
                <a:buClrTx/>
                <a:buSzTx/>
                <a:buFontTx/>
                <a:buNone/>
              </a:pPr>
              <a:r>
                <a:rPr lang="zh-CN" altLang="en-US" sz="2400" b="1" dirty="0">
                  <a:latin typeface="Times New Roman" panose="02020603050405020304" pitchFamily="18" charset="0"/>
                </a:rPr>
                <a:t>活动</a:t>
              </a:r>
              <a:r>
                <a:rPr lang="en-US" altLang="zh-CN" sz="2400" b="1" dirty="0">
                  <a:latin typeface="Times New Roman" panose="02020603050405020304" pitchFamily="18" charset="0"/>
                </a:rPr>
                <a:t>1</a:t>
              </a:r>
              <a:endParaRPr lang="en-US" altLang="zh-CN" sz="2400" b="1" dirty="0">
                <a:latin typeface="Times New Roman" panose="02020603050405020304" pitchFamily="18" charset="0"/>
              </a:endParaRPr>
            </a:p>
          </p:txBody>
        </p:sp>
        <p:sp>
          <p:nvSpPr>
            <p:cNvPr id="71689" name="Text Box 7"/>
            <p:cNvSpPr txBox="1"/>
            <p:nvPr/>
          </p:nvSpPr>
          <p:spPr>
            <a:xfrm>
              <a:off x="3438" y="1584"/>
              <a:ext cx="752" cy="419"/>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nSpc>
                  <a:spcPct val="100000"/>
                </a:lnSpc>
                <a:spcBef>
                  <a:spcPct val="0"/>
                </a:spcBef>
                <a:buClrTx/>
                <a:buSzTx/>
                <a:buFontTx/>
                <a:buNone/>
              </a:pPr>
              <a:r>
                <a:rPr lang="zh-CN" altLang="en-US" sz="2400" b="1" dirty="0">
                  <a:latin typeface="Times New Roman" panose="02020603050405020304" pitchFamily="18" charset="0"/>
                </a:rPr>
                <a:t>活动</a:t>
              </a:r>
              <a:r>
                <a:rPr lang="en-US" altLang="zh-CN" sz="2400" b="1" dirty="0">
                  <a:latin typeface="Times New Roman" panose="02020603050405020304" pitchFamily="18" charset="0"/>
                </a:rPr>
                <a:t>3</a:t>
              </a:r>
              <a:endParaRPr lang="en-US" altLang="zh-CN" sz="2400" b="1" dirty="0">
                <a:latin typeface="Times New Roman" panose="02020603050405020304" pitchFamily="18" charset="0"/>
              </a:endParaRPr>
            </a:p>
          </p:txBody>
        </p:sp>
        <p:sp>
          <p:nvSpPr>
            <p:cNvPr id="71690" name="Text Box 8"/>
            <p:cNvSpPr txBox="1"/>
            <p:nvPr/>
          </p:nvSpPr>
          <p:spPr>
            <a:xfrm>
              <a:off x="2687" y="2841"/>
              <a:ext cx="751" cy="419"/>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nSpc>
                  <a:spcPct val="100000"/>
                </a:lnSpc>
                <a:spcBef>
                  <a:spcPct val="0"/>
                </a:spcBef>
                <a:buClrTx/>
                <a:buSzTx/>
                <a:buFontTx/>
                <a:buNone/>
              </a:pPr>
              <a:r>
                <a:rPr lang="zh-CN" altLang="en-US" sz="2400" b="1" dirty="0">
                  <a:latin typeface="Times New Roman" panose="02020603050405020304" pitchFamily="18" charset="0"/>
                </a:rPr>
                <a:t>活动</a:t>
              </a:r>
              <a:r>
                <a:rPr lang="en-US" altLang="zh-CN" sz="2400" b="1" dirty="0">
                  <a:latin typeface="Times New Roman" panose="02020603050405020304" pitchFamily="18" charset="0"/>
                </a:rPr>
                <a:t>2</a:t>
              </a:r>
              <a:endParaRPr lang="en-US" altLang="zh-CN" sz="2400" b="1" dirty="0">
                <a:latin typeface="Times New Roman" panose="02020603050405020304" pitchFamily="18" charset="0"/>
              </a:endParaRPr>
            </a:p>
          </p:txBody>
        </p:sp>
        <p:sp>
          <p:nvSpPr>
            <p:cNvPr id="71691" name="Text Box 9"/>
            <p:cNvSpPr txBox="1"/>
            <p:nvPr/>
          </p:nvSpPr>
          <p:spPr>
            <a:xfrm>
              <a:off x="4942" y="2317"/>
              <a:ext cx="626" cy="419"/>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nSpc>
                  <a:spcPct val="100000"/>
                </a:lnSpc>
                <a:spcBef>
                  <a:spcPct val="0"/>
                </a:spcBef>
                <a:buClrTx/>
                <a:buSzTx/>
                <a:buFontTx/>
                <a:buNone/>
              </a:pPr>
              <a:r>
                <a:rPr lang="zh-CN" altLang="en-US" sz="2400" b="1" dirty="0">
                  <a:latin typeface="Times New Roman" panose="02020603050405020304" pitchFamily="18" charset="0"/>
                </a:rPr>
                <a:t>结束</a:t>
              </a:r>
              <a:endParaRPr lang="zh-CN" altLang="en-US" sz="2400" b="1" dirty="0">
                <a:latin typeface="Times New Roman" panose="02020603050405020304" pitchFamily="18" charset="0"/>
              </a:endParaRPr>
            </a:p>
          </p:txBody>
        </p:sp>
        <p:sp>
          <p:nvSpPr>
            <p:cNvPr id="71692" name="Line 10"/>
            <p:cNvSpPr/>
            <p:nvPr/>
          </p:nvSpPr>
          <p:spPr>
            <a:xfrm>
              <a:off x="1058" y="2631"/>
              <a:ext cx="1629" cy="419"/>
            </a:xfrm>
            <a:prstGeom prst="line">
              <a:avLst/>
            </a:prstGeom>
            <a:ln w="9525" cap="flat" cmpd="sng">
              <a:solidFill>
                <a:schemeClr val="tx1"/>
              </a:solidFill>
              <a:prstDash val="solid"/>
              <a:headEnd type="none" w="med" len="med"/>
              <a:tailEnd type="triangle" w="lg" len="lg"/>
            </a:ln>
          </p:spPr>
        </p:sp>
        <p:sp>
          <p:nvSpPr>
            <p:cNvPr id="71693" name="Line 11"/>
            <p:cNvSpPr/>
            <p:nvPr/>
          </p:nvSpPr>
          <p:spPr>
            <a:xfrm flipV="1">
              <a:off x="1058" y="1793"/>
              <a:ext cx="1002" cy="734"/>
            </a:xfrm>
            <a:prstGeom prst="line">
              <a:avLst/>
            </a:prstGeom>
            <a:ln w="9525" cap="flat" cmpd="sng">
              <a:solidFill>
                <a:schemeClr val="tx1"/>
              </a:solidFill>
              <a:prstDash val="solid"/>
              <a:headEnd type="none" w="med" len="med"/>
              <a:tailEnd type="triangle" w="lg" len="lg"/>
            </a:ln>
          </p:spPr>
        </p:sp>
        <p:sp>
          <p:nvSpPr>
            <p:cNvPr id="71694" name="Line 12"/>
            <p:cNvSpPr/>
            <p:nvPr/>
          </p:nvSpPr>
          <p:spPr>
            <a:xfrm>
              <a:off x="2812" y="1793"/>
              <a:ext cx="626" cy="0"/>
            </a:xfrm>
            <a:prstGeom prst="line">
              <a:avLst/>
            </a:prstGeom>
            <a:ln w="9525" cap="flat" cmpd="sng">
              <a:solidFill>
                <a:schemeClr val="tx1"/>
              </a:solidFill>
              <a:prstDash val="solid"/>
              <a:headEnd type="none" w="med" len="med"/>
              <a:tailEnd type="triangle" w="lg" len="lg"/>
            </a:ln>
          </p:spPr>
        </p:sp>
        <p:sp>
          <p:nvSpPr>
            <p:cNvPr id="71695" name="Line 13"/>
            <p:cNvSpPr/>
            <p:nvPr/>
          </p:nvSpPr>
          <p:spPr>
            <a:xfrm flipV="1">
              <a:off x="3438" y="2527"/>
              <a:ext cx="1504" cy="523"/>
            </a:xfrm>
            <a:prstGeom prst="line">
              <a:avLst/>
            </a:prstGeom>
            <a:ln w="9525" cap="flat" cmpd="sng">
              <a:solidFill>
                <a:schemeClr val="tx1"/>
              </a:solidFill>
              <a:prstDash val="solid"/>
              <a:headEnd type="none" w="med" len="med"/>
              <a:tailEnd type="triangle" w="lg" len="lg"/>
            </a:ln>
          </p:spPr>
        </p:sp>
        <p:sp>
          <p:nvSpPr>
            <p:cNvPr id="71696" name="Line 14"/>
            <p:cNvSpPr/>
            <p:nvPr/>
          </p:nvSpPr>
          <p:spPr>
            <a:xfrm>
              <a:off x="4190" y="1793"/>
              <a:ext cx="752" cy="629"/>
            </a:xfrm>
            <a:prstGeom prst="line">
              <a:avLst/>
            </a:prstGeom>
            <a:ln w="9525" cap="flat" cmpd="sng">
              <a:solidFill>
                <a:schemeClr val="tx1"/>
              </a:solidFill>
              <a:prstDash val="solid"/>
              <a:headEnd type="none" w="med" len="med"/>
              <a:tailEnd type="triangle" w="lg" len="lg"/>
            </a:ln>
          </p:spPr>
        </p:sp>
      </p:grpSp>
      <p:sp>
        <p:nvSpPr>
          <p:cNvPr id="71686" name="文本框 16"/>
          <p:cNvSpPr txBox="1"/>
          <p:nvPr/>
        </p:nvSpPr>
        <p:spPr>
          <a:xfrm>
            <a:off x="827088" y="4941888"/>
            <a:ext cx="6678612" cy="830262"/>
          </a:xfrm>
          <a:prstGeom prst="rect">
            <a:avLst/>
          </a:prstGeom>
          <a:noFill/>
          <a:ln w="9525">
            <a:noFill/>
          </a:ln>
        </p:spPr>
        <p:txBody>
          <a:bodyPr>
            <a:spAutoFit/>
          </a:bodyPr>
          <a:p>
            <a:pPr eaLnBrk="1" hangingPunct="1">
              <a:buClr>
                <a:srgbClr val="3333CC"/>
              </a:buClr>
              <a:buFont typeface="Wingdings" panose="05000000000000000000" pitchFamily="2" charset="2"/>
              <a:buChar char="l"/>
            </a:pPr>
            <a:r>
              <a:rPr lang="en-US" altLang="zh-CN" dirty="0">
                <a:solidFill>
                  <a:schemeClr val="tx1"/>
                </a:solidFill>
                <a:latin typeface="华文中宋" panose="02010600040101010101" pitchFamily="2" charset="-122"/>
              </a:rPr>
              <a:t> </a:t>
            </a:r>
            <a:r>
              <a:rPr lang="zh-CN" altLang="en-US" dirty="0">
                <a:solidFill>
                  <a:schemeClr val="tx1"/>
                </a:solidFill>
                <a:latin typeface="华文中宋" panose="02010600040101010101" pitchFamily="2" charset="-122"/>
              </a:rPr>
              <a:t>用节点</a:t>
            </a:r>
            <a:r>
              <a:rPr lang="en-US" altLang="zh-CN" dirty="0">
                <a:solidFill>
                  <a:schemeClr val="tx1"/>
                </a:solidFill>
                <a:latin typeface="华文中宋" panose="02010600040101010101" pitchFamily="2" charset="-122"/>
              </a:rPr>
              <a:t>(Box)</a:t>
            </a:r>
            <a:r>
              <a:rPr lang="zh-CN" altLang="en-US" dirty="0">
                <a:solidFill>
                  <a:schemeClr val="tx1"/>
                </a:solidFill>
                <a:latin typeface="华文中宋" panose="02010600040101010101" pitchFamily="2" charset="-122"/>
              </a:rPr>
              <a:t>表示活动。</a:t>
            </a:r>
            <a:endParaRPr lang="zh-CN" altLang="en-US" dirty="0">
              <a:solidFill>
                <a:schemeClr val="tx1"/>
              </a:solidFill>
              <a:latin typeface="华文中宋" panose="02010600040101010101" pitchFamily="2" charset="-122"/>
            </a:endParaRPr>
          </a:p>
          <a:p>
            <a:pPr eaLnBrk="1" hangingPunct="1">
              <a:buClr>
                <a:srgbClr val="3333CC"/>
              </a:buClr>
              <a:buFont typeface="Wingdings" panose="05000000000000000000" pitchFamily="2" charset="2"/>
              <a:buChar char="l"/>
            </a:pPr>
            <a:r>
              <a:rPr lang="zh-CN" altLang="en-US" dirty="0">
                <a:solidFill>
                  <a:schemeClr val="tx1"/>
                </a:solidFill>
                <a:latin typeface="华文中宋" panose="02010600040101010101" pitchFamily="2" charset="-122"/>
              </a:rPr>
              <a:t> 用箭线表示各活动之间的逻辑关系。</a:t>
            </a:r>
            <a:endParaRPr lang="zh-CN" altLang="en-US" dirty="0">
              <a:solidFill>
                <a:schemeClr val="tx1"/>
              </a:solidFill>
              <a:latin typeface="华文中宋" panose="02010600040101010101"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标题 1"/>
          <p:cNvSpPr>
            <a:spLocks noGrp="1"/>
          </p:cNvSpPr>
          <p:nvPr>
            <p:ph type="title"/>
          </p:nvPr>
        </p:nvSpPr>
        <p:spPr>
          <a:ln/>
        </p:spPr>
        <p:txBody>
          <a:bodyPr vert="horz" wrap="square" lIns="91440" tIns="45720" rIns="91440" bIns="45720" anchor="ctr" anchorCtr="0"/>
          <a:p>
            <a:pPr>
              <a:buFont typeface="Wingdings" panose="05000000000000000000" pitchFamily="2" charset="2"/>
              <a:buNone/>
            </a:pPr>
            <a:r>
              <a:rPr lang="zh-CN" altLang="en-US" dirty="0"/>
              <a:t>里程碑图例</a:t>
            </a:r>
            <a:endParaRPr lang="en-US" altLang="zh-CN" dirty="0"/>
          </a:p>
        </p:txBody>
      </p:sp>
      <p:sp>
        <p:nvSpPr>
          <p:cNvPr id="72707" name="内容占位符 2"/>
          <p:cNvSpPr>
            <a:spLocks noGrp="1"/>
          </p:cNvSpPr>
          <p:nvPr>
            <p:ph idx="1"/>
          </p:nvPr>
        </p:nvSpPr>
        <p:spPr>
          <a:xfrm>
            <a:off x="827088" y="1052513"/>
            <a:ext cx="7391400" cy="1587500"/>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里程碑是项目进展中的重大事件，表示一个阶段的结束。里程碑图显示了项目中几个最重要的时间点，对项目管理者来说非常重要。</a:t>
            </a:r>
            <a:endParaRPr lang="zh-CN" altLang="en-US" dirty="0">
              <a:latin typeface="华文中宋" panose="02010600040101010101" pitchFamily="2" charset="-122"/>
              <a:ea typeface="华文中宋" panose="02010600040101010101" pitchFamily="2" charset="-122"/>
              <a:cs typeface="+mn-cs"/>
            </a:endParaRPr>
          </a:p>
        </p:txBody>
      </p:sp>
      <p:sp>
        <p:nvSpPr>
          <p:cNvPr id="7270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72709" name="对象 2"/>
          <p:cNvGraphicFramePr>
            <a:graphicFrameLocks noChangeAspect="1"/>
          </p:cNvGraphicFramePr>
          <p:nvPr/>
        </p:nvGraphicFramePr>
        <p:xfrm>
          <a:off x="611188" y="3860800"/>
          <a:ext cx="8453437" cy="1512888"/>
        </p:xfrm>
        <a:graphic>
          <a:graphicData uri="http://schemas.openxmlformats.org/presentationml/2006/ole">
            <mc:AlternateContent xmlns:mc="http://schemas.openxmlformats.org/markup-compatibility/2006">
              <mc:Choice xmlns:v="urn:schemas-microsoft-com:vml" Requires="v">
                <p:oleObj spid="_x0000_s3081" name="" r:id="rId1" imgW="7378700" imgH="1333500" progId="Visio.Drawing.15">
                  <p:embed/>
                </p:oleObj>
              </mc:Choice>
              <mc:Fallback>
                <p:oleObj name="" r:id="rId1" imgW="7378700" imgH="1333500" progId="Visio.Drawing.15">
                  <p:embed/>
                  <p:pic>
                    <p:nvPicPr>
                      <p:cNvPr id="0" name="图片 3080"/>
                      <p:cNvPicPr/>
                      <p:nvPr/>
                    </p:nvPicPr>
                    <p:blipFill>
                      <a:blip r:embed="rId2"/>
                      <a:stretch>
                        <a:fillRect/>
                      </a:stretch>
                    </p:blipFill>
                    <p:spPr>
                      <a:xfrm>
                        <a:off x="611188" y="3860800"/>
                        <a:ext cx="8453437" cy="1512888"/>
                      </a:xfrm>
                      <a:prstGeom prst="rect">
                        <a:avLst/>
                      </a:prstGeom>
                      <a:noFill/>
                      <a:ln w="38100">
                        <a:noFill/>
                        <a:miter/>
                      </a:ln>
                    </p:spPr>
                  </p:pic>
                </p:oleObj>
              </mc:Fallback>
            </mc:AlternateContent>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标题 1"/>
          <p:cNvSpPr>
            <a:spLocks noGrp="1"/>
          </p:cNvSpPr>
          <p:nvPr>
            <p:ph type="title"/>
          </p:nvPr>
        </p:nvSpPr>
        <p:spPr>
          <a:ln/>
        </p:spPr>
        <p:txBody>
          <a:bodyPr vert="horz" wrap="square" lIns="91440" tIns="45720" rIns="91440" bIns="45720" anchor="ctr" anchorCtr="0"/>
          <a:p>
            <a:r>
              <a:rPr lang="en-US" altLang="zh-CN" dirty="0"/>
              <a:t>3 </a:t>
            </a:r>
            <a:r>
              <a:rPr lang="zh-CN" altLang="en-US" dirty="0"/>
              <a:t>软件规模估计</a:t>
            </a:r>
            <a:endParaRPr lang="zh-CN" altLang="en-US" dirty="0"/>
          </a:p>
        </p:txBody>
      </p:sp>
      <p:sp>
        <p:nvSpPr>
          <p:cNvPr id="73731" name="内容占位符 2"/>
          <p:cNvSpPr>
            <a:spLocks noGrp="1"/>
          </p:cNvSpPr>
          <p:nvPr>
            <p:ph idx="1"/>
          </p:nvPr>
        </p:nvSpPr>
        <p:spPr>
          <a:xfrm>
            <a:off x="539750" y="1052513"/>
            <a:ext cx="8064500" cy="3786187"/>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软件规模估计是根据软件的开发内容、开发工具、开发人员等因素对需求分析、软件设计、编码、测试等整个开发过程所花费的时间和工作量所做的估计。</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软件规模估算定义了软件的客观大小，而且不因为测量的人员、方式、时间的不同而变化。</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做好软件项目管理的基础是要做好项目的规划工作，而做好项目规划的前提是要做好软件规模估计。</a:t>
            </a:r>
            <a:endParaRPr lang="zh-CN" altLang="en-US" dirty="0">
              <a:latin typeface="华文中宋" panose="02010600040101010101" pitchFamily="2" charset="-122"/>
              <a:ea typeface="华文中宋" panose="02010600040101010101" pitchFamily="2" charset="-122"/>
              <a:cs typeface="+mn-cs"/>
            </a:endParaRPr>
          </a:p>
        </p:txBody>
      </p:sp>
      <p:sp>
        <p:nvSpPr>
          <p:cNvPr id="7373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标题 1"/>
          <p:cNvSpPr>
            <a:spLocks noGrp="1"/>
          </p:cNvSpPr>
          <p:nvPr>
            <p:ph type="title"/>
          </p:nvPr>
        </p:nvSpPr>
        <p:spPr>
          <a:ln/>
        </p:spPr>
        <p:txBody>
          <a:bodyPr vert="horz" wrap="square" lIns="91440" tIns="45720" rIns="91440" bIns="45720" anchor="ctr" anchorCtr="0"/>
          <a:p>
            <a:r>
              <a:rPr lang="en-US" altLang="zh-CN" dirty="0"/>
              <a:t>3 </a:t>
            </a:r>
            <a:r>
              <a:rPr lang="zh-CN" altLang="en-US" dirty="0"/>
              <a:t>软件规模估计</a:t>
            </a:r>
            <a:endParaRPr lang="zh-CN" altLang="en-US" dirty="0"/>
          </a:p>
        </p:txBody>
      </p:sp>
      <p:sp>
        <p:nvSpPr>
          <p:cNvPr id="81923" name="内容占位符 2"/>
          <p:cNvSpPr>
            <a:spLocks noGrp="1" noChangeArrowheads="1"/>
          </p:cNvSpPr>
          <p:nvPr>
            <p:ph idx="1"/>
          </p:nvPr>
        </p:nvSpPr>
        <p:spPr>
          <a:xfrm>
            <a:off x="539750" y="1125538"/>
            <a:ext cx="8064500" cy="334168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软件规模的常用度量：</a:t>
            </a:r>
            <a:r>
              <a:rPr kumimoji="0" lang="zh-CN" altLang="en-US" sz="2400" b="0" i="0" u="none" strike="noStrike" kern="0" cap="none" spc="0" normalizeH="0" baseline="0" noProof="0" dirty="0" smtClean="0">
                <a:ln>
                  <a:noFill/>
                </a:ln>
                <a:solidFill>
                  <a:srgbClr val="3333CC"/>
                </a:solidFill>
                <a:effectLst/>
                <a:uLnTx/>
                <a:uFillTx/>
                <a:latin typeface="华文中宋" panose="02010600040101010101" pitchFamily="2" charset="-122"/>
                <a:ea typeface="华文中宋" panose="02010600040101010101" pitchFamily="2" charset="-122"/>
                <a:cs typeface="+mn-cs"/>
              </a:rPr>
              <a:t>代码行</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Lines of Code, LOC</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）和</a:t>
            </a:r>
            <a:r>
              <a:rPr kumimoji="0" lang="zh-CN" altLang="en-US" sz="2400" b="0" i="0" u="none" strike="noStrike" kern="0" cap="none" spc="0" normalizeH="0" baseline="0" noProof="0" dirty="0" smtClean="0">
                <a:ln>
                  <a:noFill/>
                </a:ln>
                <a:solidFill>
                  <a:srgbClr val="3333CC"/>
                </a:solidFill>
                <a:effectLst/>
                <a:uLnTx/>
                <a:uFillTx/>
                <a:latin typeface="华文中宋" panose="02010600040101010101" pitchFamily="2" charset="-122"/>
                <a:ea typeface="华文中宋" panose="02010600040101010101" pitchFamily="2" charset="-122"/>
                <a:cs typeface="+mn-cs"/>
              </a:rPr>
              <a:t>功能点</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Function Point, FP</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AutoNum type="arabicPeriod"/>
              <a:defRPr/>
            </a:pPr>
            <a:r>
              <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LOC</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指所有的可执行的源代码行数</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AutoNum type="arabicPeriod"/>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功能的规模体现在：用例数、功能点数、故事点数、页面数、窗口数、按钮数等。这其中，最得到普及应用的度量是功能点</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475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标题 1"/>
          <p:cNvSpPr>
            <a:spLocks noGrp="1"/>
          </p:cNvSpPr>
          <p:nvPr>
            <p:ph type="title"/>
          </p:nvPr>
        </p:nvSpPr>
        <p:spPr>
          <a:ln/>
        </p:spPr>
        <p:txBody>
          <a:bodyPr vert="horz" wrap="square" lIns="91440" tIns="45720" rIns="91440" bIns="45720" anchor="ctr" anchorCtr="0"/>
          <a:p>
            <a:r>
              <a:rPr lang="zh-CN" altLang="zh-CN" dirty="0"/>
              <a:t>对软件规模常见的估算方法</a:t>
            </a:r>
            <a:endParaRPr lang="zh-CN" altLang="en-US" dirty="0"/>
          </a:p>
        </p:txBody>
      </p:sp>
      <p:sp>
        <p:nvSpPr>
          <p:cNvPr id="82947" name="内容占位符 2"/>
          <p:cNvSpPr>
            <a:spLocks noGrp="1" noChangeArrowheads="1"/>
          </p:cNvSpPr>
          <p:nvPr>
            <p:ph idx="1"/>
          </p:nvPr>
        </p:nvSpPr>
        <p:spPr>
          <a:xfrm>
            <a:off x="395288" y="1052513"/>
            <a:ext cx="8353425" cy="4032250"/>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 </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经验</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法</a:t>
            </a: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根据</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管理人员以往的项目或领域的经验，对未来的工作量进行估计。</a:t>
            </a:r>
            <a:endParaRPr kumimoji="0" lang="en-US" altLang="zh-CN" sz="28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 </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类推法</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将本项目的部分属性与高度类似的一个或几个完成的项目进行比对，适当调整后获得待估算项目的工作量、工期或成本估算值的方法。</a:t>
            </a:r>
            <a:endParaRPr kumimoji="0" lang="en-US" altLang="zh-CN" sz="3200" b="0" i="0" u="none" strike="noStrike" kern="0" cap="none" spc="0" normalizeH="0" baseline="0" noProof="0" dirty="0" smtClean="0">
              <a:ln>
                <a:noFill/>
              </a:ln>
              <a:solidFill>
                <a:schemeClr val="tx1"/>
              </a:solidFill>
              <a:effectLst/>
              <a:uLnTx/>
              <a:uFillTx/>
              <a:latin typeface="华文中宋" panose="02010600040101010101" pitchFamily="2" charset="-122"/>
              <a:ea typeface="黑体" panose="02010609060101010101" pitchFamily="49"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578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标题 1"/>
          <p:cNvSpPr>
            <a:spLocks noGrp="1"/>
          </p:cNvSpPr>
          <p:nvPr>
            <p:ph type="title"/>
          </p:nvPr>
        </p:nvSpPr>
        <p:spPr>
          <a:ln/>
        </p:spPr>
        <p:txBody>
          <a:bodyPr vert="horz" wrap="square" lIns="91440" tIns="45720" rIns="91440" bIns="45720" anchor="ctr" anchorCtr="0"/>
          <a:p>
            <a:r>
              <a:rPr lang="zh-CN" altLang="zh-CN" dirty="0"/>
              <a:t>对软件规模常见的估算方法</a:t>
            </a:r>
            <a:endParaRPr lang="zh-CN" altLang="en-US" dirty="0"/>
          </a:p>
        </p:txBody>
      </p:sp>
      <p:sp>
        <p:nvSpPr>
          <p:cNvPr id="76803" name="内容占位符 2"/>
          <p:cNvSpPr>
            <a:spLocks noGrp="1"/>
          </p:cNvSpPr>
          <p:nvPr>
            <p:ph idx="1"/>
          </p:nvPr>
        </p:nvSpPr>
        <p:spPr>
          <a:xfrm>
            <a:off x="395288" y="1052513"/>
            <a:ext cx="8353425" cy="4389437"/>
          </a:xfrm>
          <a:ln/>
        </p:spPr>
        <p:txBody>
          <a:bodyPr vert="horz" wrap="square" lIns="91440" tIns="45720" rIns="91440" bIns="45720" anchor="t" anchorCtr="0">
            <a:spAutoFit/>
          </a:bodyPr>
          <a:p>
            <a:pPr marL="0" indent="0">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3.</a:t>
            </a:r>
            <a:r>
              <a:rPr lang="zh-CN" altLang="zh-CN" dirty="0">
                <a:latin typeface="华文中宋" panose="02010600040101010101" pitchFamily="2" charset="-122"/>
                <a:ea typeface="华文中宋" panose="02010600040101010101" pitchFamily="2" charset="-122"/>
                <a:cs typeface="+mn-cs"/>
              </a:rPr>
              <a:t>方程法</a:t>
            </a:r>
            <a:endParaRPr lang="en-US" altLang="zh-CN" sz="2800" b="1"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减小估算误差的方法：</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   请多位专家分别估算程序的最小规模 </a:t>
            </a:r>
            <a:r>
              <a:rPr lang="en-US" altLang="zh-CN" dirty="0">
                <a:latin typeface="华文中宋" panose="02010600040101010101" pitchFamily="2" charset="-122"/>
                <a:ea typeface="华文中宋" panose="02010600040101010101" pitchFamily="2" charset="-122"/>
                <a:cs typeface="+mn-cs"/>
              </a:rPr>
              <a:t>a </a:t>
            </a:r>
            <a:r>
              <a:rPr lang="zh-CN" altLang="en-US" dirty="0">
                <a:latin typeface="华文中宋" panose="02010600040101010101" pitchFamily="2" charset="-122"/>
                <a:ea typeface="华文中宋" panose="02010600040101010101" pitchFamily="2" charset="-122"/>
                <a:cs typeface="+mn-cs"/>
              </a:rPr>
              <a:t>，最可能的规模 </a:t>
            </a:r>
            <a:r>
              <a:rPr lang="en-US" altLang="zh-CN" dirty="0">
                <a:latin typeface="华文中宋" panose="02010600040101010101" pitchFamily="2" charset="-122"/>
                <a:ea typeface="华文中宋" panose="02010600040101010101" pitchFamily="2" charset="-122"/>
                <a:cs typeface="+mn-cs"/>
              </a:rPr>
              <a:t>m</a:t>
            </a:r>
            <a:r>
              <a:rPr lang="zh-CN" altLang="en-US" dirty="0">
                <a:latin typeface="华文中宋" panose="02010600040101010101" pitchFamily="2" charset="-122"/>
                <a:ea typeface="华文中宋" panose="02010600040101010101" pitchFamily="2" charset="-122"/>
                <a:cs typeface="+mn-cs"/>
              </a:rPr>
              <a:t>，和最大规模 </a:t>
            </a:r>
            <a:r>
              <a:rPr lang="en-US" altLang="zh-CN" dirty="0">
                <a:latin typeface="华文中宋" panose="02010600040101010101" pitchFamily="2" charset="-122"/>
                <a:ea typeface="华文中宋" panose="02010600040101010101" pitchFamily="2" charset="-122"/>
                <a:cs typeface="+mn-cs"/>
              </a:rPr>
              <a:t>b</a:t>
            </a:r>
            <a:r>
              <a:rPr lang="zh-CN" altLang="en-US" dirty="0">
                <a:latin typeface="华文中宋" panose="02010600040101010101" pitchFamily="2" charset="-122"/>
                <a:ea typeface="华文中宋" panose="02010600040101010101" pitchFamily="2" charset="-122"/>
                <a:cs typeface="+mn-cs"/>
              </a:rPr>
              <a:t>，再计算出这三种规模的平均值     ，   和      ，然后使用下式计算出程序规模的估计值：</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endParaRPr lang="en-US" altLang="zh-CN" sz="3200" dirty="0">
              <a:latin typeface="华文中宋" panose="02010600040101010101" pitchFamily="2" charset="-122"/>
              <a:ea typeface="黑体" panose="02010609060101010101" pitchFamily="49" charset="-122"/>
              <a:cs typeface="+mn-cs"/>
            </a:endParaRPr>
          </a:p>
          <a:p>
            <a:pPr marL="0" indent="0">
              <a:buSzPct val="70000"/>
              <a:buFont typeface="Wingdings" panose="05000000000000000000" pitchFamily="2" charset="2"/>
              <a:buNone/>
            </a:pPr>
            <a:endParaRPr lang="en-US" altLang="zh-CN" sz="2800" b="1" dirty="0">
              <a:latin typeface="华文中宋" panose="02010600040101010101" pitchFamily="2" charset="-122"/>
              <a:ea typeface="华文中宋" panose="02010600040101010101" pitchFamily="2" charset="-122"/>
              <a:cs typeface="+mn-cs"/>
            </a:endParaRPr>
          </a:p>
        </p:txBody>
      </p:sp>
      <p:sp>
        <p:nvSpPr>
          <p:cNvPr id="7680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76805" name="Picture 4"/>
          <p:cNvPicPr>
            <a:picLocks noChangeAspect="1"/>
          </p:cNvPicPr>
          <p:nvPr/>
        </p:nvPicPr>
        <p:blipFill>
          <a:blip r:embed="rId1"/>
          <a:stretch>
            <a:fillRect/>
          </a:stretch>
        </p:blipFill>
        <p:spPr>
          <a:xfrm>
            <a:off x="6659563" y="2924175"/>
            <a:ext cx="365125" cy="431800"/>
          </a:xfrm>
          <a:prstGeom prst="rect">
            <a:avLst/>
          </a:prstGeom>
          <a:solidFill>
            <a:schemeClr val="tx1"/>
          </a:solidFill>
          <a:ln w="9525">
            <a:noFill/>
          </a:ln>
        </p:spPr>
      </p:pic>
      <p:pic>
        <p:nvPicPr>
          <p:cNvPr id="76806" name="Picture 6"/>
          <p:cNvPicPr>
            <a:picLocks noChangeAspect="1"/>
          </p:cNvPicPr>
          <p:nvPr/>
        </p:nvPicPr>
        <p:blipFill>
          <a:blip r:embed="rId2"/>
          <a:stretch>
            <a:fillRect/>
          </a:stretch>
        </p:blipFill>
        <p:spPr>
          <a:xfrm>
            <a:off x="7308850" y="2924175"/>
            <a:ext cx="358775" cy="439738"/>
          </a:xfrm>
          <a:prstGeom prst="rect">
            <a:avLst/>
          </a:prstGeom>
          <a:solidFill>
            <a:schemeClr val="tx1"/>
          </a:solidFill>
          <a:ln w="9525">
            <a:noFill/>
          </a:ln>
        </p:spPr>
      </p:pic>
      <p:pic>
        <p:nvPicPr>
          <p:cNvPr id="76807" name="Picture 5"/>
          <p:cNvPicPr>
            <a:picLocks noChangeAspect="1"/>
          </p:cNvPicPr>
          <p:nvPr/>
        </p:nvPicPr>
        <p:blipFill>
          <a:blip r:embed="rId3"/>
          <a:stretch>
            <a:fillRect/>
          </a:stretch>
        </p:blipFill>
        <p:spPr>
          <a:xfrm>
            <a:off x="8172450" y="2924175"/>
            <a:ext cx="295275" cy="503238"/>
          </a:xfrm>
          <a:prstGeom prst="rect">
            <a:avLst/>
          </a:prstGeom>
          <a:solidFill>
            <a:schemeClr val="tx1"/>
          </a:solidFill>
          <a:ln w="9525" cap="flat" cmpd="sng">
            <a:solidFill>
              <a:schemeClr val="tx1"/>
            </a:solidFill>
            <a:prstDash val="solid"/>
            <a:miter/>
            <a:headEnd type="none" w="med" len="med"/>
            <a:tailEnd type="none" w="med" len="med"/>
          </a:ln>
        </p:spPr>
      </p:pic>
      <p:pic>
        <p:nvPicPr>
          <p:cNvPr id="11" name="Picture 9"/>
          <p:cNvPicPr>
            <a:picLocks noChangeAspect="1"/>
          </p:cNvPicPr>
          <p:nvPr/>
        </p:nvPicPr>
        <p:blipFill>
          <a:blip r:embed="rId4">
            <a:clrChange>
              <a:clrFrom>
                <a:srgbClr val="000000"/>
              </a:clrFrom>
              <a:clrTo>
                <a:srgbClr val="000000"/>
              </a:clrTo>
            </a:clrChange>
          </a:blip>
          <a:stretch>
            <a:fillRect/>
          </a:stretch>
        </p:blipFill>
        <p:spPr>
          <a:xfrm>
            <a:off x="2916238" y="4198938"/>
            <a:ext cx="3455987" cy="1462087"/>
          </a:xfrm>
          <a:prstGeom prst="rect">
            <a:avLst/>
          </a:prstGeom>
          <a:solidFill>
            <a:srgbClr val="0070C0"/>
          </a:solid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outVertical)">
                                      <p:cBhvr>
                                        <p:cTn id="7" dur="500"/>
                                        <p:tgtEl>
                                          <p:spTgt spid="11"/>
                                        </p:tgtEl>
                                      </p:cBhvr>
                                    </p:animEffect>
                                  </p:childTnLst>
                                  <p:subTnLst>
                                    <p:audio>
                                      <p:cMediaNode>
                                        <p:cTn display="0" masterRel="sameClick">
                                          <p:stCondLst>
                                            <p:cond evt="begin" delay="0">
                                              <p:tn val="5"/>
                                            </p:cond>
                                          </p:stCondLst>
                                          <p:endCondLst>
                                            <p:cond evt="onStopAudio" delay="0">
                                              <p:tgtEl>
                                                <p:sldTgt/>
                                              </p:tgtEl>
                                            </p:cond>
                                          </p:endCondLst>
                                        </p:cTn>
                                        <p:tgtEl>
                                          <p:sndTgt r:embed="rId5"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标题 1"/>
          <p:cNvSpPr>
            <a:spLocks noGrp="1"/>
          </p:cNvSpPr>
          <p:nvPr>
            <p:ph type="title"/>
          </p:nvPr>
        </p:nvSpPr>
        <p:spPr>
          <a:ln/>
        </p:spPr>
        <p:txBody>
          <a:bodyPr vert="horz" wrap="square" lIns="91440" tIns="45720" rIns="91440" bIns="45720" anchor="ctr" anchorCtr="0"/>
          <a:p>
            <a:endParaRPr lang="zh-CN" altLang="en-US" dirty="0"/>
          </a:p>
        </p:txBody>
      </p:sp>
      <p:sp>
        <p:nvSpPr>
          <p:cNvPr id="75779" name="内容占位符 2"/>
          <p:cNvSpPr>
            <a:spLocks noGrp="1" noChangeArrowheads="1"/>
          </p:cNvSpPr>
          <p:nvPr>
            <p:ph idx="1"/>
          </p:nvPr>
        </p:nvSpPr>
        <p:spPr>
          <a:xfrm>
            <a:off x="900113" y="1196975"/>
            <a:ext cx="7559675" cy="275113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zh-CN"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交叉</a:t>
            </a: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验证</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估算过程中宜采用不同的方法分别估算，并进行交叉验证。如果不同方法的估算结果产生较大差异，可采用专家评审的方法确定估算结果，也可以使用简单的加权平均方法。</a:t>
            </a:r>
            <a:endPar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782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标题 1"/>
          <p:cNvSpPr>
            <a:spLocks noGrp="1"/>
          </p:cNvSpPr>
          <p:nvPr>
            <p:ph type="title"/>
          </p:nvPr>
        </p:nvSpPr>
        <p:spPr>
          <a:ln/>
        </p:spPr>
        <p:txBody>
          <a:bodyPr vert="horz" wrap="square" lIns="91440" tIns="45720" rIns="91440" bIns="45720" anchor="ctr" anchorCtr="0"/>
          <a:p>
            <a:r>
              <a:rPr lang="en-US" altLang="zh-CN" dirty="0"/>
              <a:t>3.7 </a:t>
            </a:r>
            <a:r>
              <a:rPr lang="zh-CN" altLang="en-US" dirty="0"/>
              <a:t>成本</a:t>
            </a:r>
            <a:r>
              <a:rPr lang="en-US" altLang="zh-CN" dirty="0"/>
              <a:t>/</a:t>
            </a:r>
            <a:r>
              <a:rPr lang="zh-CN" altLang="en-US" dirty="0"/>
              <a:t>效益分析</a:t>
            </a:r>
            <a:endParaRPr lang="zh-CN" altLang="en-US" dirty="0"/>
          </a:p>
        </p:txBody>
      </p:sp>
      <p:sp>
        <p:nvSpPr>
          <p:cNvPr id="78851" name="内容占位符 2"/>
          <p:cNvSpPr>
            <a:spLocks noGrp="1"/>
          </p:cNvSpPr>
          <p:nvPr>
            <p:ph idx="1"/>
          </p:nvPr>
        </p:nvSpPr>
        <p:spPr>
          <a:xfrm>
            <a:off x="395288" y="985838"/>
            <a:ext cx="8353425" cy="4967287"/>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1</a:t>
            </a:r>
            <a:r>
              <a:rPr lang="zh-CN" altLang="zh-CN" dirty="0">
                <a:latin typeface="华文中宋" panose="02010600040101010101" pitchFamily="2" charset="-122"/>
                <a:ea typeface="华文中宋" panose="02010600040101010101" pitchFamily="2" charset="-122"/>
                <a:cs typeface="+mn-cs"/>
              </a:rPr>
              <a:t>．代码行估计成本</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根据代码行估计成本是比较简单的定量估算方法，它把开发每个软件功能的成本和实现这个功能需要用的源代码行数联系起来。通常根据经验和历史数据估计实现一个功能需要的源程序行数。</a:t>
            </a:r>
            <a:endParaRPr lang="zh-CN" altLang="en-US"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2</a:t>
            </a:r>
            <a:r>
              <a:rPr lang="zh-CN" altLang="zh-CN" dirty="0">
                <a:latin typeface="华文中宋" panose="02010600040101010101" pitchFamily="2" charset="-122"/>
                <a:ea typeface="华文中宋" panose="02010600040101010101" pitchFamily="2" charset="-122"/>
                <a:cs typeface="+mn-cs"/>
              </a:rPr>
              <a:t>．任务分解估计成本</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这种方法首先把软件开发工程分解为若干个相对独立的任务，再分别估计每个独立的开发任务的成本，最后加起来得出软件开发工程的总成本。</a:t>
            </a:r>
            <a:endParaRPr lang="en-US" altLang="zh-CN" sz="2800" b="1" dirty="0">
              <a:latin typeface="华文中宋" panose="02010600040101010101" pitchFamily="2" charset="-122"/>
              <a:ea typeface="华文中宋" panose="02010600040101010101" pitchFamily="2" charset="-122"/>
              <a:cs typeface="+mn-cs"/>
            </a:endParaRPr>
          </a:p>
        </p:txBody>
      </p:sp>
      <p:sp>
        <p:nvSpPr>
          <p:cNvPr id="7885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标题 1"/>
          <p:cNvSpPr>
            <a:spLocks noGrp="1"/>
          </p:cNvSpPr>
          <p:nvPr>
            <p:ph type="title"/>
          </p:nvPr>
        </p:nvSpPr>
        <p:spPr>
          <a:ln/>
        </p:spPr>
        <p:txBody>
          <a:bodyPr vert="horz" wrap="square" lIns="91440" tIns="45720" rIns="91440" bIns="45720" anchor="ctr" anchorCtr="0"/>
          <a:p>
            <a:endParaRPr lang="zh-CN" altLang="en-US" dirty="0"/>
          </a:p>
        </p:txBody>
      </p:sp>
      <p:sp>
        <p:nvSpPr>
          <p:cNvPr id="79875" name="内容占位符 2"/>
          <p:cNvSpPr>
            <a:spLocks noGrp="1"/>
          </p:cNvSpPr>
          <p:nvPr>
            <p:ph idx="1"/>
          </p:nvPr>
        </p:nvSpPr>
        <p:spPr>
          <a:xfrm>
            <a:off x="539750" y="908050"/>
            <a:ext cx="8064500" cy="3213100"/>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最常用按开发阶段划分任务，估计每个任务的成本，最后累加得出软件开发工程总成本，通常先估计完成该项任务需要的人力（人</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月），再乘以每人每月平均工资得出每个任务成本。典型环境下各个开发阶段需要使用的人力的百分比如表。</a:t>
            </a:r>
            <a:endParaRPr lang="en-US" altLang="zh-CN"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endParaRPr lang="en-US" altLang="zh-CN" dirty="0">
              <a:latin typeface="华文中宋" panose="02010600040101010101" pitchFamily="2" charset="-122"/>
              <a:ea typeface="华文中宋" panose="02010600040101010101" pitchFamily="2" charset="-122"/>
              <a:cs typeface="+mn-cs"/>
            </a:endParaRPr>
          </a:p>
        </p:txBody>
      </p:sp>
      <p:sp>
        <p:nvSpPr>
          <p:cNvPr id="798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2" name="Group 76"/>
          <p:cNvGraphicFramePr/>
          <p:nvPr/>
        </p:nvGraphicFramePr>
        <p:xfrm>
          <a:off x="1704975" y="3716338"/>
          <a:ext cx="5603875" cy="2393950"/>
        </p:xfrm>
        <a:graphic>
          <a:graphicData uri="http://schemas.openxmlformats.org/drawingml/2006/table">
            <a:tbl>
              <a:tblPr/>
              <a:tblGrid>
                <a:gridCol w="3307105"/>
                <a:gridCol w="2296770"/>
              </a:tblGrid>
              <a:tr h="39899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任务</a:t>
                      </a:r>
                      <a:endParaRPr kumimoji="0" lang="zh-CN" altLang="en-US" sz="19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74421" marR="74421" marT="37210" marB="3721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人力（</a:t>
                      </a:r>
                      <a:r>
                        <a:rPr kumimoji="0" lang="en-US" altLang="zh-CN"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19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74421" marR="74421" marT="37210" marB="3721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899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可行性研究</a:t>
                      </a:r>
                      <a:endParaRPr kumimoji="0" lang="zh-CN" altLang="en-US" sz="19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74421" marR="74421" marT="37210" marB="3721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9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0" lang="en-US" altLang="zh-CN" sz="19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74421" marR="74421" marT="37210" marB="3721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899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需求分析</a:t>
                      </a:r>
                      <a:endParaRPr kumimoji="0" lang="zh-CN" altLang="en-US" sz="19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74421" marR="74421" marT="37210" marB="3721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15</a:t>
                      </a:r>
                      <a:endParaRPr kumimoji="0" lang="en-US" altLang="zh-CN" sz="19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74421" marR="74421" marT="37210" marB="3721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899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9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19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设计</a:t>
                      </a:r>
                      <a:endParaRPr kumimoji="0" lang="zh-CN" altLang="en-US" sz="19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74421" marR="74421" marT="37210" marB="3721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9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25</a:t>
                      </a:r>
                      <a:endParaRPr kumimoji="0" lang="en-US" altLang="zh-CN" sz="19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74421" marR="74421" marT="37210" marB="3721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899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9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19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编码和单元测试</a:t>
                      </a:r>
                      <a:endParaRPr kumimoji="0" lang="zh-CN" altLang="en-US" sz="19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74421" marR="74421" marT="37210" marB="3721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9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20</a:t>
                      </a:r>
                      <a:endParaRPr kumimoji="0" lang="en-US" altLang="zh-CN" sz="19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74421" marR="74421" marT="37210" marB="3721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9899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综合测试</a:t>
                      </a:r>
                      <a:endParaRPr kumimoji="0" lang="zh-CN" altLang="en-US" sz="19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74421" marR="74421" marT="37210" marB="3721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9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35</a:t>
                      </a:r>
                      <a:endParaRPr kumimoji="0" lang="en-US" altLang="zh-CN" sz="19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74421" marR="74421" marT="37210" marB="3721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标题 1"/>
          <p:cNvSpPr>
            <a:spLocks noGrp="1"/>
          </p:cNvSpPr>
          <p:nvPr>
            <p:ph type="title"/>
          </p:nvPr>
        </p:nvSpPr>
        <p:spPr>
          <a:ln/>
        </p:spPr>
        <p:txBody>
          <a:bodyPr vert="horz" wrap="square" lIns="91440" tIns="45720" rIns="91440" bIns="45720" anchor="ctr" anchorCtr="0"/>
          <a:p>
            <a:r>
              <a:rPr lang="en-US" altLang="zh-CN" dirty="0"/>
              <a:t>2 </a:t>
            </a:r>
            <a:r>
              <a:rPr lang="zh-CN" altLang="en-US" dirty="0"/>
              <a:t>效益分析</a:t>
            </a:r>
            <a:endParaRPr lang="zh-CN" altLang="en-US" dirty="0"/>
          </a:p>
        </p:txBody>
      </p:sp>
      <p:sp>
        <p:nvSpPr>
          <p:cNvPr id="80899" name="内容占位符 2"/>
          <p:cNvSpPr>
            <a:spLocks noGrp="1"/>
          </p:cNvSpPr>
          <p:nvPr>
            <p:ph idx="1"/>
          </p:nvPr>
        </p:nvSpPr>
        <p:spPr>
          <a:xfrm>
            <a:off x="827088" y="1379538"/>
            <a:ext cx="7391400" cy="4376737"/>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软件项目的效益可以分为有形效益和无形效益。有形效益一般指经济效益，无形效益主要是从性质上和心理上进行衡量，很难进行量的比较。但是无形效益有特殊的潜在价值，且在某些情况下会转化成有形的效益。</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一般说来，经济效益通常表现为减少运行费用或增加收入。</a:t>
            </a:r>
            <a:endParaRPr lang="en-US" altLang="zh-CN" dirty="0">
              <a:latin typeface="华文中宋" panose="02010600040101010101" pitchFamily="2" charset="-122"/>
              <a:ea typeface="华文中宋" panose="02010600040101010101" pitchFamily="2" charset="-122"/>
              <a:cs typeface="+mn-cs"/>
            </a:endParaRPr>
          </a:p>
          <a:p>
            <a:pPr>
              <a:buSzPct val="70000"/>
            </a:pPr>
            <a:r>
              <a:rPr lang="zh-CN" altLang="zh-CN" dirty="0">
                <a:latin typeface="华文中宋" panose="02010600040101010101" pitchFamily="2" charset="-122"/>
                <a:ea typeface="华文中宋" panose="02010600040101010101" pitchFamily="2" charset="-122"/>
                <a:cs typeface="+mn-cs"/>
              </a:rPr>
              <a:t>经济效益可用投资回收期、纯收入等指标进行度量。</a:t>
            </a:r>
            <a:endParaRPr lang="zh-CN" altLang="en-US" dirty="0">
              <a:latin typeface="华文中宋" panose="02010600040101010101" pitchFamily="2" charset="-122"/>
              <a:ea typeface="华文中宋" panose="02010600040101010101" pitchFamily="2" charset="-122"/>
              <a:cs typeface="+mn-cs"/>
            </a:endParaRPr>
          </a:p>
        </p:txBody>
      </p:sp>
      <p:sp>
        <p:nvSpPr>
          <p:cNvPr id="8090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标题 1"/>
          <p:cNvSpPr>
            <a:spLocks noGrp="1"/>
          </p:cNvSpPr>
          <p:nvPr>
            <p:ph type="title"/>
          </p:nvPr>
        </p:nvSpPr>
        <p:spPr>
          <a:ln/>
        </p:spPr>
        <p:txBody>
          <a:bodyPr vert="horz" wrap="square" lIns="91440" tIns="45720" rIns="91440" bIns="45720" anchor="ctr" anchorCtr="0"/>
          <a:p>
            <a:r>
              <a:rPr lang="zh-CN" altLang="en-US" dirty="0"/>
              <a:t>成本效益分析的方法</a:t>
            </a:r>
            <a:endParaRPr lang="zh-CN" altLang="en-US" dirty="0"/>
          </a:p>
        </p:txBody>
      </p:sp>
      <p:sp>
        <p:nvSpPr>
          <p:cNvPr id="75779" name="内容占位符 2"/>
          <p:cNvSpPr>
            <a:spLocks noGrp="1" noChangeArrowheads="1"/>
          </p:cNvSpPr>
          <p:nvPr>
            <p:ph idx="1"/>
          </p:nvPr>
        </p:nvSpPr>
        <p:spPr>
          <a:xfrm>
            <a:off x="539750" y="1052513"/>
            <a:ext cx="8064500" cy="2973388"/>
          </a:xfrm>
        </p:spPr>
        <p:txBody>
          <a:bodyPr vert="horz" wrap="square" lIns="91440" tIns="45720" rIns="91440" bIns="45720" numCol="1" anchor="t" anchorCtr="0" compatLnSpc="1">
            <a:spAutoFit/>
          </a:bodyPr>
          <a:lstStyle/>
          <a:p>
            <a:pPr marL="533400" marR="0" lvl="0" indent="-53340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AutoNum type="circleNumDbPlain"/>
              <a:defRPr/>
            </a:pPr>
            <a:r>
              <a:rPr kumimoji="0" lang="zh-CN" altLang="en-US" sz="2400" b="0" i="0" u="none" strike="noStrike" kern="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投资回收期</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。使累计的经济效益等于最初投资所需要的时间。回收期越短就越快获得利润</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533400" marR="0" lvl="0" indent="-533400" algn="just" defTabSz="914400" rtl="0" eaLnBrk="1" fontAlgn="base" latinLnBrk="0" hangingPunct="1">
              <a:lnSpc>
                <a:spcPct val="150000"/>
              </a:lnSpc>
              <a:spcBef>
                <a:spcPct val="20000"/>
              </a:spcBef>
              <a:spcAft>
                <a:spcPct val="0"/>
              </a:spcAft>
              <a:buClr>
                <a:schemeClr val="accent2"/>
              </a:buClr>
              <a:buSzPct val="70000"/>
              <a:buFont typeface="Wingdings" panose="05000000000000000000" pitchFamily="2" charset="2"/>
              <a:buAutoNum type="circleNumDbPlain"/>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纯收入。整个生命周期内系统的累计经济效益（折合成现在值）与投资之差。</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8192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theme/theme1.xml><?xml version="1.0" encoding="utf-8"?>
<a:theme xmlns:a="http://schemas.openxmlformats.org/drawingml/2006/main" name="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8152</Words>
  <Application>WPS 演示</Application>
  <PresentationFormat>全屏显示(4:3)</PresentationFormat>
  <Paragraphs>666</Paragraphs>
  <Slides>61</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6</vt:i4>
      </vt:variant>
      <vt:variant>
        <vt:lpstr>幻灯片标题</vt:lpstr>
      </vt:variant>
      <vt:variant>
        <vt:i4>61</vt:i4>
      </vt:variant>
    </vt:vector>
  </HeadingPairs>
  <TitlesOfParts>
    <vt:vector size="80" baseType="lpstr">
      <vt:lpstr>Arial</vt:lpstr>
      <vt:lpstr>宋体</vt:lpstr>
      <vt:lpstr>Wingdings</vt:lpstr>
      <vt:lpstr>华文中宋</vt:lpstr>
      <vt:lpstr>Times New Roman</vt:lpstr>
      <vt:lpstr>Garamond</vt:lpstr>
      <vt:lpstr>楷体_GB2312</vt:lpstr>
      <vt:lpstr>新宋体</vt:lpstr>
      <vt:lpstr>黑体</vt:lpstr>
      <vt:lpstr>Arial Narrow</vt:lpstr>
      <vt:lpstr>微软雅黑</vt:lpstr>
      <vt:lpstr>Arial Unicode MS</vt:lpstr>
      <vt:lpstr>华为3Com培训胶片模板ISSUE1.1</vt:lpstr>
      <vt:lpstr>Visio.Drawing.11</vt:lpstr>
      <vt:lpstr>Visio.Drawing.15</vt:lpstr>
      <vt:lpstr>Visio.Drawing.15</vt:lpstr>
      <vt:lpstr>Visio.Drawing.15</vt:lpstr>
      <vt:lpstr>Visio.Drawing.15</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ECJTU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xiexin</dc:creator>
  <cp:lastModifiedBy>5414</cp:lastModifiedBy>
  <cp:revision>132</cp:revision>
  <dcterms:created xsi:type="dcterms:W3CDTF">2006-02-20T02:27:42Z</dcterms:created>
  <dcterms:modified xsi:type="dcterms:W3CDTF">2025-09-24T16:33:23Z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4B9C25CB8B5E4AD9A061BE7340AE7E75_12</vt:lpwstr>
  </property>
</Properties>
</file>