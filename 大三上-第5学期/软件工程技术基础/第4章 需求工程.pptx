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30" r:id="rId3"/>
    <p:sldId id="596" r:id="rId5"/>
    <p:sldId id="529" r:id="rId6"/>
    <p:sldId id="531" r:id="rId7"/>
    <p:sldId id="599" r:id="rId8"/>
    <p:sldId id="631" r:id="rId9"/>
    <p:sldId id="600" r:id="rId10"/>
    <p:sldId id="601" r:id="rId11"/>
    <p:sldId id="602" r:id="rId12"/>
    <p:sldId id="603" r:id="rId13"/>
    <p:sldId id="533" r:id="rId14"/>
    <p:sldId id="534" r:id="rId15"/>
    <p:sldId id="616" r:id="rId16"/>
    <p:sldId id="632" r:id="rId17"/>
    <p:sldId id="617" r:id="rId18"/>
    <p:sldId id="618" r:id="rId19"/>
    <p:sldId id="609" r:id="rId20"/>
    <p:sldId id="619" r:id="rId21"/>
    <p:sldId id="537" r:id="rId22"/>
    <p:sldId id="541" r:id="rId23"/>
    <p:sldId id="542" r:id="rId24"/>
    <p:sldId id="620" r:id="rId25"/>
    <p:sldId id="633" r:id="rId26"/>
    <p:sldId id="547" r:id="rId27"/>
    <p:sldId id="605" r:id="rId28"/>
    <p:sldId id="606" r:id="rId29"/>
    <p:sldId id="548" r:id="rId30"/>
    <p:sldId id="549" r:id="rId31"/>
    <p:sldId id="551" r:id="rId32"/>
    <p:sldId id="608" r:id="rId33"/>
    <p:sldId id="607" r:id="rId34"/>
    <p:sldId id="552" r:id="rId35"/>
    <p:sldId id="553" r:id="rId36"/>
    <p:sldId id="554" r:id="rId37"/>
    <p:sldId id="555" r:id="rId38"/>
    <p:sldId id="556" r:id="rId39"/>
    <p:sldId id="557" r:id="rId40"/>
    <p:sldId id="604" r:id="rId41"/>
    <p:sldId id="559" r:id="rId42"/>
    <p:sldId id="560" r:id="rId43"/>
    <p:sldId id="589" r:id="rId44"/>
    <p:sldId id="590" r:id="rId45"/>
    <p:sldId id="591" r:id="rId46"/>
    <p:sldId id="592" r:id="rId47"/>
    <p:sldId id="593" r:id="rId48"/>
    <p:sldId id="635" r:id="rId49"/>
    <p:sldId id="594" r:id="rId50"/>
    <p:sldId id="562" r:id="rId51"/>
    <p:sldId id="564" r:id="rId52"/>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3333CC"/>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5320"/>
  </p:normalViewPr>
  <p:slideViewPr>
    <p:cSldViewPr showGuides="1">
      <p:cViewPr varScale="1">
        <p:scale>
          <a:sx n="79" d="100"/>
          <a:sy n="79" d="100"/>
        </p:scale>
        <p:origin x="1498" y="43"/>
      </p:cViewPr>
      <p:guideLst>
        <p:guide orient="horz" pos="2160"/>
        <p:guide pos="2904"/>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260" b="0" i="0" u="none" strike="noStrike" kern="1200" spc="0" baseline="0">
                <a:solidFill>
                  <a:schemeClr val="tx1">
                    <a:lumMod val="65000"/>
                    <a:lumOff val="35000"/>
                  </a:schemeClr>
                </a:solidFill>
                <a:latin typeface="+mn-lt"/>
                <a:ea typeface="+mn-ea"/>
                <a:cs typeface="+mn-cs"/>
              </a:defRPr>
            </a:pPr>
            <a:r>
              <a:rPr lang="zh-CN"/>
              <a:t>软件错误改正代价</a:t>
            </a:r>
            <a:endParaRPr lang="zh-CN"/>
          </a:p>
        </c:rich>
      </c:tx>
      <c:layout/>
      <c:overlay val="0"/>
      <c:spPr>
        <a:noFill/>
        <a:ln>
          <a:noFill/>
        </a:ln>
        <a:effectLst/>
      </c:spPr>
    </c:title>
    <c:autoTitleDeleted val="0"/>
    <c:plotArea>
      <c:layout/>
      <c:barChart>
        <c:barDir val="bar"/>
        <c:grouping val="clustered"/>
        <c:varyColors val="0"/>
        <c:ser>
          <c:idx val="0"/>
          <c:order val="0"/>
          <c:spPr>
            <a:solidFill>
              <a:schemeClr val="accent1"/>
            </a:solidFill>
            <a:ln>
              <a:noFill/>
            </a:ln>
            <a:effectLst/>
          </c:spPr>
          <c:invertIfNegative val="0"/>
          <c:dLbls>
            <c:delete val="1"/>
          </c:dLbls>
          <c:cat>
            <c:strRef>
              <c:f>Sheet1!$A$1:$E$1</c:f>
              <c:strCache>
                <c:ptCount val="5"/>
                <c:pt idx="0">
                  <c:v>需求</c:v>
                </c:pt>
                <c:pt idx="1">
                  <c:v>设计</c:v>
                </c:pt>
                <c:pt idx="2">
                  <c:v>编码</c:v>
                </c:pt>
                <c:pt idx="3">
                  <c:v>测试</c:v>
                </c:pt>
                <c:pt idx="4">
                  <c:v>运行于维护</c:v>
                </c:pt>
              </c:strCache>
            </c:strRef>
          </c:cat>
          <c:val>
            <c:numRef>
              <c:f>Sheet1!$A$2:$E$2</c:f>
              <c:numCache>
                <c:formatCode>General</c:formatCode>
                <c:ptCount val="5"/>
                <c:pt idx="0">
                  <c:v>1</c:v>
                </c:pt>
                <c:pt idx="1">
                  <c:v>5</c:v>
                </c:pt>
                <c:pt idx="2">
                  <c:v>10</c:v>
                </c:pt>
                <c:pt idx="3">
                  <c:v>50</c:v>
                </c:pt>
                <c:pt idx="4">
                  <c:v>200</c:v>
                </c:pt>
              </c:numCache>
            </c:numRef>
          </c:val>
        </c:ser>
        <c:dLbls>
          <c:showLegendKey val="0"/>
          <c:showVal val="0"/>
          <c:showCatName val="0"/>
          <c:showSerName val="0"/>
          <c:showPercent val="0"/>
          <c:showBubbleSize val="0"/>
        </c:dLbls>
        <c:gapWidth val="182"/>
        <c:axId val="581741576"/>
        <c:axId val="581742360"/>
      </c:barChart>
      <c:catAx>
        <c:axId val="5817415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0" i="0" u="none" strike="noStrike" kern="1200" baseline="0">
                <a:solidFill>
                  <a:schemeClr val="tx1">
                    <a:lumMod val="65000"/>
                    <a:lumOff val="35000"/>
                  </a:schemeClr>
                </a:solidFill>
                <a:latin typeface="+mn-lt"/>
                <a:ea typeface="+mn-ea"/>
                <a:cs typeface="+mn-cs"/>
              </a:defRPr>
            </a:pPr>
          </a:p>
        </c:txPr>
        <c:crossAx val="581742360"/>
        <c:crosses val="autoZero"/>
        <c:auto val="1"/>
        <c:lblAlgn val="ctr"/>
        <c:lblOffset val="100"/>
        <c:noMultiLvlLbl val="0"/>
      </c:catAx>
      <c:valAx>
        <c:axId val="58174236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50" b="0" i="0" u="none" strike="noStrike" kern="1200" baseline="0">
                <a:solidFill>
                  <a:schemeClr val="tx1">
                    <a:lumMod val="65000"/>
                    <a:lumOff val="35000"/>
                  </a:schemeClr>
                </a:solidFill>
                <a:latin typeface="+mn-lt"/>
                <a:ea typeface="+mn-ea"/>
                <a:cs typeface="+mn-cs"/>
              </a:defRPr>
            </a:pPr>
          </a:p>
        </c:txPr>
        <c:crossAx val="581741576"/>
        <c:crosses val="autoZero"/>
        <c:crossBetween val="between"/>
      </c:valAx>
      <c:spPr>
        <a:noFill/>
        <a:ln>
          <a:noFill/>
        </a:ln>
        <a:effectLst/>
      </c:spPr>
    </c:plotArea>
    <c:plotVisOnly val="1"/>
    <c:dispBlanksAs val="gap"/>
    <c:showDLblsOverMax val="0"/>
    <c:extLst>
      <c:ext uri="{0b15fc19-7d7d-44ad-8c2d-2c3a37ce22c3}">
        <chartProps xmlns="https://web.wps.cn/et/2018/main" chartId="{3e979713-7a94-4a81-85ee-f8c66126680f}"/>
      </c:ext>
    </c:extLst>
  </c:chart>
  <c:spPr>
    <a:noFill/>
    <a:ln>
      <a:noFill/>
    </a:ln>
    <a:effectLst/>
  </c:spPr>
  <c:txPr>
    <a:bodyPr/>
    <a:lstStyle/>
    <a:p>
      <a:pPr>
        <a:defRPr lang="zh-CN" sz="1050"/>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3B66481-4BE2-4EC7-AAB4-C721A705CE37}" type="doc">
      <dgm:prSet loTypeId="urn:microsoft.com/office/officeart/2005/8/layout/chart3" loCatId="relationship" qsTypeId="urn:microsoft.com/office/officeart/2005/8/quickstyle/simple3" qsCatId="simple" csTypeId="urn:microsoft.com/office/officeart/2005/8/colors/accent1_5" csCatId="accent1" phldr="1"/>
      <dgm:spPr/>
    </dgm:pt>
    <dgm:pt modelId="{8D32AE87-FA3B-4CD3-9AA8-325B98B67647}">
      <dgm:prSet phldrT="[文本]"/>
      <dgm:spPr>
        <a:solidFill>
          <a:srgbClr val="00B050"/>
        </a:solidFill>
      </dgm:spPr>
      <dgm:t>
        <a:bodyPr/>
        <a:lstStyle/>
        <a:p>
          <a:r>
            <a:rPr lang="zh-CN" altLang="en-US" b="1" dirty="0"/>
            <a:t>完成</a:t>
          </a:r>
        </a:p>
      </dgm:t>
    </dgm:pt>
    <dgm:pt modelId="{6DFD82D2-1D60-441C-922B-D5C2BAAD7D17}" cxnId="{B1CECBE5-0601-4838-8A8B-B39D45EDB39D}" type="parTrans">
      <dgm:prSet/>
      <dgm:spPr/>
      <dgm:t>
        <a:bodyPr/>
        <a:lstStyle/>
        <a:p>
          <a:endParaRPr lang="zh-CN" altLang="en-US"/>
        </a:p>
      </dgm:t>
    </dgm:pt>
    <dgm:pt modelId="{1E1A8F13-CD0E-49FF-AC7D-6FB11CADC9D1}" cxnId="{B1CECBE5-0601-4838-8A8B-B39D45EDB39D}" type="sibTrans">
      <dgm:prSet/>
      <dgm:spPr/>
      <dgm:t>
        <a:bodyPr/>
        <a:lstStyle/>
        <a:p>
          <a:endParaRPr lang="zh-CN" altLang="en-US"/>
        </a:p>
      </dgm:t>
    </dgm:pt>
    <dgm:pt modelId="{FC624B59-A191-4E2D-93F5-1854114DA5F6}">
      <dgm:prSet phldrT="[文本]"/>
      <dgm:spPr/>
      <dgm:t>
        <a:bodyPr/>
        <a:lstStyle/>
        <a:p>
          <a:r>
            <a:rPr lang="zh-CN" altLang="en-US" b="1" dirty="0"/>
            <a:t>未完成</a:t>
          </a:r>
        </a:p>
      </dgm:t>
    </dgm:pt>
    <dgm:pt modelId="{5FFFB401-88D3-4B3F-8317-726545D191CF}" cxnId="{B2F997B9-576E-41A6-8682-C7F5D9CD0714}" type="parTrans">
      <dgm:prSet/>
      <dgm:spPr/>
      <dgm:t>
        <a:bodyPr/>
        <a:lstStyle/>
        <a:p>
          <a:endParaRPr lang="zh-CN" altLang="en-US"/>
        </a:p>
      </dgm:t>
    </dgm:pt>
    <dgm:pt modelId="{F783141A-B079-4367-B40A-3A5DF869C5FE}" cxnId="{B2F997B9-576E-41A6-8682-C7F5D9CD0714}" type="sibTrans">
      <dgm:prSet/>
      <dgm:spPr/>
      <dgm:t>
        <a:bodyPr/>
        <a:lstStyle/>
        <a:p>
          <a:endParaRPr lang="zh-CN" altLang="en-US"/>
        </a:p>
      </dgm:t>
    </dgm:pt>
    <dgm:pt modelId="{5271EB76-D907-4D08-BE03-6E19894ED130}">
      <dgm:prSet phldrT="[文本]"/>
      <dgm:spPr/>
      <dgm:t>
        <a:bodyPr/>
        <a:lstStyle/>
        <a:p>
          <a:r>
            <a:rPr lang="zh-CN" altLang="en-US" b="1" dirty="0"/>
            <a:t>完成未实施</a:t>
          </a:r>
        </a:p>
      </dgm:t>
    </dgm:pt>
    <dgm:pt modelId="{4ECCB32F-1C36-4B1B-95B2-47FEB1C24453}" cxnId="{FD851393-EC3A-477F-90B7-5C92F1F917AA}" type="parTrans">
      <dgm:prSet/>
      <dgm:spPr/>
      <dgm:t>
        <a:bodyPr/>
        <a:lstStyle/>
        <a:p>
          <a:endParaRPr lang="zh-CN" altLang="en-US"/>
        </a:p>
      </dgm:t>
    </dgm:pt>
    <dgm:pt modelId="{8054CB32-6E37-41A6-A1BB-EB872D598DB6}" cxnId="{FD851393-EC3A-477F-90B7-5C92F1F917AA}" type="sibTrans">
      <dgm:prSet/>
      <dgm:spPr/>
      <dgm:t>
        <a:bodyPr/>
        <a:lstStyle/>
        <a:p>
          <a:endParaRPr lang="zh-CN" altLang="en-US"/>
        </a:p>
      </dgm:t>
    </dgm:pt>
    <dgm:pt modelId="{0F251335-9969-4B65-B5BC-CE8A1F22336B}" type="pres">
      <dgm:prSet presAssocID="{F3B66481-4BE2-4EC7-AAB4-C721A705CE37}" presName="compositeShape" presStyleCnt="0">
        <dgm:presLayoutVars>
          <dgm:chMax val="7"/>
          <dgm:dir/>
          <dgm:resizeHandles val="exact"/>
        </dgm:presLayoutVars>
      </dgm:prSet>
      <dgm:spPr/>
    </dgm:pt>
    <dgm:pt modelId="{C71C6BDF-CAD7-4613-904C-9B3C128F7465}" type="pres">
      <dgm:prSet presAssocID="{F3B66481-4BE2-4EC7-AAB4-C721A705CE37}" presName="wedge1" presStyleLbl="node1" presStyleIdx="0" presStyleCnt="3"/>
      <dgm:spPr/>
    </dgm:pt>
    <dgm:pt modelId="{E192ECF9-E37F-4537-9500-B8A2A4FAF774}" type="pres">
      <dgm:prSet presAssocID="{F3B66481-4BE2-4EC7-AAB4-C721A705CE37}" presName="wedge1Tx" presStyleLbl="node1" presStyleIdx="0" presStyleCnt="3">
        <dgm:presLayoutVars>
          <dgm:chMax val="0"/>
          <dgm:chPref val="0"/>
          <dgm:bulletEnabled val="1"/>
        </dgm:presLayoutVars>
      </dgm:prSet>
      <dgm:spPr/>
    </dgm:pt>
    <dgm:pt modelId="{12787961-BFFC-4F78-852E-2D26D6EBD79A}" type="pres">
      <dgm:prSet presAssocID="{F3B66481-4BE2-4EC7-AAB4-C721A705CE37}" presName="wedge2" presStyleLbl="node1" presStyleIdx="1" presStyleCnt="3"/>
      <dgm:spPr/>
    </dgm:pt>
    <dgm:pt modelId="{55B5359B-95CE-4D74-BA5F-EDD9286FAA07}" type="pres">
      <dgm:prSet presAssocID="{F3B66481-4BE2-4EC7-AAB4-C721A705CE37}" presName="wedge2Tx" presStyleLbl="node1" presStyleIdx="1" presStyleCnt="3">
        <dgm:presLayoutVars>
          <dgm:chMax val="0"/>
          <dgm:chPref val="0"/>
          <dgm:bulletEnabled val="1"/>
        </dgm:presLayoutVars>
      </dgm:prSet>
      <dgm:spPr/>
    </dgm:pt>
    <dgm:pt modelId="{E8859741-59CE-401C-A3C0-79B7AFDBBE38}" type="pres">
      <dgm:prSet presAssocID="{F3B66481-4BE2-4EC7-AAB4-C721A705CE37}" presName="wedge3" presStyleLbl="node1" presStyleIdx="2" presStyleCnt="3"/>
      <dgm:spPr/>
    </dgm:pt>
    <dgm:pt modelId="{B1A69713-F500-4CC0-81DA-00EF8364EACB}" type="pres">
      <dgm:prSet presAssocID="{F3B66481-4BE2-4EC7-AAB4-C721A705CE37}" presName="wedge3Tx" presStyleLbl="node1" presStyleIdx="2" presStyleCnt="3">
        <dgm:presLayoutVars>
          <dgm:chMax val="0"/>
          <dgm:chPref val="0"/>
          <dgm:bulletEnabled val="1"/>
        </dgm:presLayoutVars>
      </dgm:prSet>
      <dgm:spPr/>
    </dgm:pt>
  </dgm:ptLst>
  <dgm:cxnLst>
    <dgm:cxn modelId="{4E5AD621-3479-4753-9C29-DE58FBAC5EC7}" type="presOf" srcId="{8D32AE87-FA3B-4CD3-9AA8-325B98B67647}" destId="{C71C6BDF-CAD7-4613-904C-9B3C128F7465}" srcOrd="0" destOrd="0" presId="urn:microsoft.com/office/officeart/2005/8/layout/chart3"/>
    <dgm:cxn modelId="{6808E966-B731-4633-ABEF-30007984457A}" type="presOf" srcId="{8D32AE87-FA3B-4CD3-9AA8-325B98B67647}" destId="{E192ECF9-E37F-4537-9500-B8A2A4FAF774}" srcOrd="1" destOrd="0" presId="urn:microsoft.com/office/officeart/2005/8/layout/chart3"/>
    <dgm:cxn modelId="{BCC92E4D-2BFC-4289-AF36-8625C9E1952E}" type="presOf" srcId="{FC624B59-A191-4E2D-93F5-1854114DA5F6}" destId="{55B5359B-95CE-4D74-BA5F-EDD9286FAA07}" srcOrd="1" destOrd="0" presId="urn:microsoft.com/office/officeart/2005/8/layout/chart3"/>
    <dgm:cxn modelId="{E380DC81-A690-4C46-8835-2E026E30224E}" type="presOf" srcId="{F3B66481-4BE2-4EC7-AAB4-C721A705CE37}" destId="{0F251335-9969-4B65-B5BC-CE8A1F22336B}" srcOrd="0" destOrd="0" presId="urn:microsoft.com/office/officeart/2005/8/layout/chart3"/>
    <dgm:cxn modelId="{FD851393-EC3A-477F-90B7-5C92F1F917AA}" srcId="{F3B66481-4BE2-4EC7-AAB4-C721A705CE37}" destId="{5271EB76-D907-4D08-BE03-6E19894ED130}" srcOrd="2" destOrd="0" parTransId="{4ECCB32F-1C36-4B1B-95B2-47FEB1C24453}" sibTransId="{8054CB32-6E37-41A6-A1BB-EB872D598DB6}"/>
    <dgm:cxn modelId="{B2F997B9-576E-41A6-8682-C7F5D9CD0714}" srcId="{F3B66481-4BE2-4EC7-AAB4-C721A705CE37}" destId="{FC624B59-A191-4E2D-93F5-1854114DA5F6}" srcOrd="1" destOrd="0" parTransId="{5FFFB401-88D3-4B3F-8317-726545D191CF}" sibTransId="{F783141A-B079-4367-B40A-3A5DF869C5FE}"/>
    <dgm:cxn modelId="{1E2261C8-6337-4516-9423-2BC430F16B82}" type="presOf" srcId="{FC624B59-A191-4E2D-93F5-1854114DA5F6}" destId="{12787961-BFFC-4F78-852E-2D26D6EBD79A}" srcOrd="0" destOrd="0" presId="urn:microsoft.com/office/officeart/2005/8/layout/chart3"/>
    <dgm:cxn modelId="{84396CD9-8F5B-4471-8622-F7523EB4D668}" type="presOf" srcId="{5271EB76-D907-4D08-BE03-6E19894ED130}" destId="{E8859741-59CE-401C-A3C0-79B7AFDBBE38}" srcOrd="0" destOrd="0" presId="urn:microsoft.com/office/officeart/2005/8/layout/chart3"/>
    <dgm:cxn modelId="{B1CECBE5-0601-4838-8A8B-B39D45EDB39D}" srcId="{F3B66481-4BE2-4EC7-AAB4-C721A705CE37}" destId="{8D32AE87-FA3B-4CD3-9AA8-325B98B67647}" srcOrd="0" destOrd="0" parTransId="{6DFD82D2-1D60-441C-922B-D5C2BAAD7D17}" sibTransId="{1E1A8F13-CD0E-49FF-AC7D-6FB11CADC9D1}"/>
    <dgm:cxn modelId="{CB1894EA-C32C-4EA7-9350-CA4452D9F093}" type="presOf" srcId="{5271EB76-D907-4D08-BE03-6E19894ED130}" destId="{B1A69713-F500-4CC0-81DA-00EF8364EACB}" srcOrd="1" destOrd="0" presId="urn:microsoft.com/office/officeart/2005/8/layout/chart3"/>
    <dgm:cxn modelId="{E1913BDE-DC08-4BCE-BBB2-A80332F93CFC}" type="presParOf" srcId="{0F251335-9969-4B65-B5BC-CE8A1F22336B}" destId="{C71C6BDF-CAD7-4613-904C-9B3C128F7465}" srcOrd="0" destOrd="0" presId="urn:microsoft.com/office/officeart/2005/8/layout/chart3"/>
    <dgm:cxn modelId="{7A11EA23-D948-4009-B2C7-79B548CAEA8A}" type="presParOf" srcId="{0F251335-9969-4B65-B5BC-CE8A1F22336B}" destId="{E192ECF9-E37F-4537-9500-B8A2A4FAF774}" srcOrd="1" destOrd="0" presId="urn:microsoft.com/office/officeart/2005/8/layout/chart3"/>
    <dgm:cxn modelId="{7F543D4F-6C02-4D65-863F-E87383D141BC}" type="presParOf" srcId="{0F251335-9969-4B65-B5BC-CE8A1F22336B}" destId="{12787961-BFFC-4F78-852E-2D26D6EBD79A}" srcOrd="2" destOrd="0" presId="urn:microsoft.com/office/officeart/2005/8/layout/chart3"/>
    <dgm:cxn modelId="{2A104F22-AC1E-4840-AA67-DD07990A89F6}" type="presParOf" srcId="{0F251335-9969-4B65-B5BC-CE8A1F22336B}" destId="{55B5359B-95CE-4D74-BA5F-EDD9286FAA07}" srcOrd="3" destOrd="0" presId="urn:microsoft.com/office/officeart/2005/8/layout/chart3"/>
    <dgm:cxn modelId="{90C29DE6-6F0C-4A52-8AE2-9F2E180E30AB}" type="presParOf" srcId="{0F251335-9969-4B65-B5BC-CE8A1F22336B}" destId="{E8859741-59CE-401C-A3C0-79B7AFDBBE38}" srcOrd="4" destOrd="0" presId="urn:microsoft.com/office/officeart/2005/8/layout/chart3"/>
    <dgm:cxn modelId="{2049E709-37B7-4D8B-8FD1-B4CBB468ACD9}" type="presParOf" srcId="{0F251335-9969-4B65-B5BC-CE8A1F22336B}" destId="{B1A69713-F500-4CC0-81DA-00EF8364EACB}" srcOrd="5" destOrd="0" presId="urn:microsoft.com/office/officeart/2005/8/layout/char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0AC969-9709-4D53-BE6D-ED98D7E63CDB}" type="doc">
      <dgm:prSet loTypeId="urn:microsoft.com/office/officeart/2005/8/layout/radial1#1" loCatId="cycle" qsTypeId="urn:microsoft.com/office/officeart/2005/8/quickstyle/simple1#1" qsCatId="simple" csTypeId="urn:microsoft.com/office/officeart/2005/8/colors/colorful5" csCatId="colorful" phldr="1"/>
      <dgm:spPr/>
      <dgm:t>
        <a:bodyPr/>
        <a:lstStyle/>
        <a:p>
          <a:endParaRPr lang="zh-CN" altLang="en-US"/>
        </a:p>
      </dgm:t>
    </dgm:pt>
    <dgm:pt modelId="{32BEF7B9-A415-4B9A-8685-5C60D1AE13EF}">
      <dgm:prSet phldrT="[文本]" custT="1">
        <dgm:style>
          <a:lnRef idx="2">
            <a:schemeClr val="dk1"/>
          </a:lnRef>
          <a:fillRef idx="1">
            <a:schemeClr val="lt1"/>
          </a:fillRef>
          <a:effectRef idx="0">
            <a:schemeClr val="dk1"/>
          </a:effectRef>
          <a:fontRef idx="minor">
            <a:schemeClr val="dk1"/>
          </a:fontRef>
        </dgm:style>
      </dgm:prSet>
      <dgm:spPr/>
      <dgm:t>
        <a:bodyPr/>
        <a:lstStyle/>
        <a:p>
          <a:pPr algn="ctr"/>
          <a:r>
            <a:rPr lang="zh-CN" altLang="en-US" sz="1200" b="1" dirty="0">
              <a:solidFill>
                <a:srgbClr val="FF0000"/>
              </a:solidFill>
            </a:rPr>
            <a:t>需求</a:t>
          </a:r>
          <a:endParaRPr lang="en-US" altLang="zh-CN" sz="1200" b="1" dirty="0">
            <a:solidFill>
              <a:srgbClr val="FF0000"/>
            </a:solidFill>
          </a:endParaRPr>
        </a:p>
        <a:p>
          <a:pPr algn="ctr"/>
          <a:r>
            <a:rPr lang="zh-CN" altLang="en-US" sz="1200" b="1" dirty="0">
              <a:solidFill>
                <a:srgbClr val="FF0000"/>
              </a:solidFill>
            </a:rPr>
            <a:t>说明</a:t>
          </a:r>
        </a:p>
      </dgm:t>
    </dgm:pt>
    <dgm:pt modelId="{C8B40C90-84A3-4687-9545-4E2F6CEE641D}" cxnId="{A3F09ADB-8E82-4E97-BC3E-E6124B617E0C}" type="parTrans">
      <dgm:prSet/>
      <dgm:spPr/>
      <dgm:t>
        <a:bodyPr/>
        <a:lstStyle/>
        <a:p>
          <a:pPr algn="ctr"/>
          <a:endParaRPr lang="zh-CN" altLang="en-US" sz="1200">
            <a:solidFill>
              <a:srgbClr val="FF0000"/>
            </a:solidFill>
          </a:endParaRPr>
        </a:p>
      </dgm:t>
    </dgm:pt>
    <dgm:pt modelId="{AB8B4247-4FAE-444B-99EA-9A5812502909}" cxnId="{A3F09ADB-8E82-4E97-BC3E-E6124B617E0C}" type="sibTrans">
      <dgm:prSet/>
      <dgm:spPr/>
      <dgm:t>
        <a:bodyPr/>
        <a:lstStyle/>
        <a:p>
          <a:pPr algn="ctr"/>
          <a:endParaRPr lang="zh-CN" altLang="en-US" sz="1200">
            <a:solidFill>
              <a:srgbClr val="FF0000"/>
            </a:solidFill>
          </a:endParaRPr>
        </a:p>
      </dgm:t>
    </dgm:pt>
    <dgm:pt modelId="{18159458-3FE3-4EBB-82E2-028B510904DC}">
      <dgm:prSet phldrT="[文本]" custT="1">
        <dgm:style>
          <a:lnRef idx="1">
            <a:schemeClr val="accent5"/>
          </a:lnRef>
          <a:fillRef idx="2">
            <a:schemeClr val="accent5"/>
          </a:fillRef>
          <a:effectRef idx="1">
            <a:schemeClr val="accent5"/>
          </a:effectRef>
          <a:fontRef idx="minor">
            <a:schemeClr val="dk1"/>
          </a:fontRef>
        </dgm:style>
      </dgm:prSet>
      <dgm:spPr/>
      <dgm:t>
        <a:bodyPr/>
        <a:lstStyle/>
        <a:p>
          <a:pPr algn="ctr"/>
          <a:r>
            <a:rPr lang="zh-CN" altLang="en-US" sz="1200" b="1" dirty="0">
              <a:solidFill>
                <a:srgbClr val="FF0000"/>
              </a:solidFill>
            </a:rPr>
            <a:t>项目计划</a:t>
          </a:r>
        </a:p>
      </dgm:t>
    </dgm:pt>
    <dgm:pt modelId="{79360EC6-7564-4E6A-B860-E765F854A3DF}" cxnId="{029ADD73-4E96-4C4E-8B38-49D04B1593CF}" type="parTrans">
      <dgm:prSet custT="1"/>
      <dgm:spPr/>
      <dgm:t>
        <a:bodyPr/>
        <a:lstStyle/>
        <a:p>
          <a:pPr algn="ctr"/>
          <a:endParaRPr lang="zh-CN" altLang="en-US" sz="1200">
            <a:solidFill>
              <a:srgbClr val="FF0000"/>
            </a:solidFill>
          </a:endParaRPr>
        </a:p>
      </dgm:t>
    </dgm:pt>
    <dgm:pt modelId="{0D86EB6B-D3E8-4C02-938C-58621C704B08}" cxnId="{029ADD73-4E96-4C4E-8B38-49D04B1593CF}" type="sibTrans">
      <dgm:prSet/>
      <dgm:spPr/>
      <dgm:t>
        <a:bodyPr/>
        <a:lstStyle/>
        <a:p>
          <a:pPr algn="ctr"/>
          <a:endParaRPr lang="zh-CN" altLang="en-US" sz="1200">
            <a:solidFill>
              <a:srgbClr val="FF0000"/>
            </a:solidFill>
          </a:endParaRPr>
        </a:p>
      </dgm:t>
    </dgm:pt>
    <dgm:pt modelId="{F119F325-1E27-4B0A-AC4C-C6433B20333A}">
      <dgm:prSet phldrT="[文本]" custT="1">
        <dgm:style>
          <a:lnRef idx="1">
            <a:schemeClr val="accent6"/>
          </a:lnRef>
          <a:fillRef idx="2">
            <a:schemeClr val="accent6"/>
          </a:fillRef>
          <a:effectRef idx="1">
            <a:schemeClr val="accent6"/>
          </a:effectRef>
          <a:fontRef idx="minor">
            <a:schemeClr val="dk1"/>
          </a:fontRef>
        </dgm:style>
      </dgm:prSet>
      <dgm:spPr/>
      <dgm:t>
        <a:bodyPr/>
        <a:lstStyle/>
        <a:p>
          <a:pPr algn="ctr"/>
          <a:r>
            <a:rPr lang="zh-CN" altLang="en-US" sz="1200" b="1" dirty="0">
              <a:solidFill>
                <a:srgbClr val="FF0000"/>
              </a:solidFill>
            </a:rPr>
            <a:t>软件设计</a:t>
          </a:r>
        </a:p>
      </dgm:t>
    </dgm:pt>
    <dgm:pt modelId="{26FE7B2C-82D3-4C1F-9504-245BAEA9FA53}" cxnId="{CCD87785-9E74-4AB0-8482-6C7D60F62B71}" type="parTrans">
      <dgm:prSet custT="1"/>
      <dgm:spPr/>
      <dgm:t>
        <a:bodyPr/>
        <a:lstStyle/>
        <a:p>
          <a:pPr algn="ctr"/>
          <a:endParaRPr lang="zh-CN" altLang="en-US" sz="1200">
            <a:solidFill>
              <a:srgbClr val="FF0000"/>
            </a:solidFill>
          </a:endParaRPr>
        </a:p>
      </dgm:t>
    </dgm:pt>
    <dgm:pt modelId="{8D3E7CA3-B860-4C9F-A508-7F7A38F758FC}" cxnId="{CCD87785-9E74-4AB0-8482-6C7D60F62B71}" type="sibTrans">
      <dgm:prSet/>
      <dgm:spPr/>
      <dgm:t>
        <a:bodyPr/>
        <a:lstStyle/>
        <a:p>
          <a:pPr algn="ctr"/>
          <a:endParaRPr lang="zh-CN" altLang="en-US" sz="1200">
            <a:solidFill>
              <a:srgbClr val="FF0000"/>
            </a:solidFill>
          </a:endParaRPr>
        </a:p>
      </dgm:t>
    </dgm:pt>
    <dgm:pt modelId="{0BFA9FCC-DBF7-42FB-AADF-D90FA9DEDCCE}">
      <dgm:prSet phldrT="[文本]" custT="1"/>
      <dgm:spPr/>
      <dgm:t>
        <a:bodyPr/>
        <a:lstStyle/>
        <a:p>
          <a:pPr algn="ctr"/>
          <a:r>
            <a:rPr lang="zh-CN" altLang="en-US" sz="1200" b="1" dirty="0">
              <a:solidFill>
                <a:srgbClr val="FF0000"/>
              </a:solidFill>
            </a:rPr>
            <a:t>验收测试</a:t>
          </a:r>
        </a:p>
      </dgm:t>
    </dgm:pt>
    <dgm:pt modelId="{D4A0433B-324F-4BF6-98EB-F01AA7A7CD43}" cxnId="{5EAF354A-7460-4D58-8B39-0BCF3103BAB7}" type="parTrans">
      <dgm:prSet custT="1"/>
      <dgm:spPr/>
      <dgm:t>
        <a:bodyPr/>
        <a:lstStyle/>
        <a:p>
          <a:pPr algn="ctr"/>
          <a:endParaRPr lang="zh-CN" altLang="en-US" sz="1200">
            <a:solidFill>
              <a:srgbClr val="FF0000"/>
            </a:solidFill>
          </a:endParaRPr>
        </a:p>
      </dgm:t>
    </dgm:pt>
    <dgm:pt modelId="{25ED160A-1E88-4B4E-BE06-CB3B87BC47B3}" cxnId="{5EAF354A-7460-4D58-8B39-0BCF3103BAB7}" type="sibTrans">
      <dgm:prSet/>
      <dgm:spPr/>
      <dgm:t>
        <a:bodyPr/>
        <a:lstStyle/>
        <a:p>
          <a:pPr algn="ctr"/>
          <a:endParaRPr lang="zh-CN" altLang="en-US" sz="1200">
            <a:solidFill>
              <a:srgbClr val="FF0000"/>
            </a:solidFill>
          </a:endParaRPr>
        </a:p>
      </dgm:t>
    </dgm:pt>
    <dgm:pt modelId="{DBD20DA3-9D3A-4E1B-A8B7-78820BD878FE}">
      <dgm:prSet phldrT="[文本]" custT="1"/>
      <dgm:spPr/>
      <dgm:t>
        <a:bodyPr/>
        <a:lstStyle/>
        <a:p>
          <a:pPr algn="ctr"/>
          <a:r>
            <a:rPr lang="zh-CN" altLang="en-US" sz="1200" b="1" dirty="0">
              <a:solidFill>
                <a:srgbClr val="FF0000"/>
              </a:solidFill>
            </a:rPr>
            <a:t>产品发布</a:t>
          </a:r>
        </a:p>
      </dgm:t>
    </dgm:pt>
    <dgm:pt modelId="{5A7A6227-C1F1-4B76-8D0E-7BCBF89CE7ED}" cxnId="{8E333168-37E1-4CD3-B40E-1D395D7D2015}" type="parTrans">
      <dgm:prSet custT="1"/>
      <dgm:spPr/>
      <dgm:t>
        <a:bodyPr/>
        <a:lstStyle/>
        <a:p>
          <a:pPr algn="ctr"/>
          <a:endParaRPr lang="zh-CN" altLang="en-US" sz="1200">
            <a:solidFill>
              <a:srgbClr val="FF0000"/>
            </a:solidFill>
          </a:endParaRPr>
        </a:p>
      </dgm:t>
    </dgm:pt>
    <dgm:pt modelId="{08D370B5-F43F-4C3B-8B12-7EE305474B74}" cxnId="{8E333168-37E1-4CD3-B40E-1D395D7D2015}" type="sibTrans">
      <dgm:prSet/>
      <dgm:spPr/>
      <dgm:t>
        <a:bodyPr/>
        <a:lstStyle/>
        <a:p>
          <a:pPr algn="ctr"/>
          <a:endParaRPr lang="zh-CN" altLang="en-US" sz="1200">
            <a:solidFill>
              <a:srgbClr val="FF0000"/>
            </a:solidFill>
          </a:endParaRPr>
        </a:p>
      </dgm:t>
    </dgm:pt>
    <dgm:pt modelId="{6A80702B-A581-4611-8684-9A0BC4A7CB35}">
      <dgm:prSet custT="1">
        <dgm:style>
          <a:lnRef idx="2">
            <a:schemeClr val="accent5">
              <a:shade val="50000"/>
            </a:schemeClr>
          </a:lnRef>
          <a:fillRef idx="1">
            <a:schemeClr val="accent5"/>
          </a:fillRef>
          <a:effectRef idx="0">
            <a:schemeClr val="accent5"/>
          </a:effectRef>
          <a:fontRef idx="minor">
            <a:schemeClr val="lt1"/>
          </a:fontRef>
        </dgm:style>
      </dgm:prSet>
      <dgm:spPr/>
      <dgm:t>
        <a:bodyPr/>
        <a:lstStyle/>
        <a:p>
          <a:pPr algn="ctr"/>
          <a:r>
            <a:rPr lang="zh-CN" altLang="en-US" sz="1200" b="1" dirty="0">
              <a:solidFill>
                <a:srgbClr val="FF0000"/>
              </a:solidFill>
            </a:rPr>
            <a:t>需求评审</a:t>
          </a:r>
        </a:p>
      </dgm:t>
    </dgm:pt>
    <dgm:pt modelId="{939722B2-061A-4438-A908-7E6406A8C770}" cxnId="{E4154C66-280F-4BF8-B754-99F62ACB18BB}" type="parTrans">
      <dgm:prSet custT="1"/>
      <dgm:spPr/>
      <dgm:t>
        <a:bodyPr/>
        <a:lstStyle/>
        <a:p>
          <a:pPr algn="ctr"/>
          <a:endParaRPr lang="zh-CN" altLang="en-US" sz="1200">
            <a:solidFill>
              <a:srgbClr val="FF0000"/>
            </a:solidFill>
          </a:endParaRPr>
        </a:p>
      </dgm:t>
    </dgm:pt>
    <dgm:pt modelId="{6AFA0DC3-48EC-4058-BF29-21E7199328FF}" cxnId="{E4154C66-280F-4BF8-B754-99F62ACB18BB}" type="sibTrans">
      <dgm:prSet/>
      <dgm:spPr/>
      <dgm:t>
        <a:bodyPr/>
        <a:lstStyle/>
        <a:p>
          <a:pPr algn="ctr"/>
          <a:endParaRPr lang="zh-CN" altLang="en-US" sz="1200">
            <a:solidFill>
              <a:srgbClr val="FF0000"/>
            </a:solidFill>
          </a:endParaRPr>
        </a:p>
      </dgm:t>
    </dgm:pt>
    <dgm:pt modelId="{AE2E92F1-A266-48C4-8314-59174B359085}">
      <dgm:prSet custT="1">
        <dgm:style>
          <a:lnRef idx="0">
            <a:schemeClr val="accent5"/>
          </a:lnRef>
          <a:fillRef idx="3">
            <a:schemeClr val="accent5"/>
          </a:fillRef>
          <a:effectRef idx="3">
            <a:schemeClr val="accent5"/>
          </a:effectRef>
          <a:fontRef idx="minor">
            <a:schemeClr val="lt1"/>
          </a:fontRef>
        </dgm:style>
      </dgm:prSet>
      <dgm:spPr/>
      <dgm:t>
        <a:bodyPr/>
        <a:lstStyle/>
        <a:p>
          <a:pPr algn="ctr"/>
          <a:r>
            <a:rPr lang="zh-CN" altLang="en-US" sz="1200" b="1" dirty="0">
              <a:solidFill>
                <a:srgbClr val="FF0000"/>
              </a:solidFill>
            </a:rPr>
            <a:t>签订合同</a:t>
          </a:r>
        </a:p>
      </dgm:t>
    </dgm:pt>
    <dgm:pt modelId="{1F269C25-E746-42BD-87C2-1AF817F910ED}" cxnId="{00551A8C-CCB7-44C9-B451-49A47F9CEF93}" type="parTrans">
      <dgm:prSet custT="1"/>
      <dgm:spPr/>
      <dgm:t>
        <a:bodyPr/>
        <a:lstStyle/>
        <a:p>
          <a:pPr algn="ctr"/>
          <a:endParaRPr lang="zh-CN" altLang="en-US" sz="1200">
            <a:solidFill>
              <a:srgbClr val="FF0000"/>
            </a:solidFill>
          </a:endParaRPr>
        </a:p>
      </dgm:t>
    </dgm:pt>
    <dgm:pt modelId="{ACD6C509-AC0D-4FC4-B4A4-5B6E00590B29}" cxnId="{00551A8C-CCB7-44C9-B451-49A47F9CEF93}" type="sibTrans">
      <dgm:prSet/>
      <dgm:spPr/>
      <dgm:t>
        <a:bodyPr/>
        <a:lstStyle/>
        <a:p>
          <a:pPr algn="ctr"/>
          <a:endParaRPr lang="zh-CN" altLang="en-US" sz="1200">
            <a:solidFill>
              <a:srgbClr val="FF0000"/>
            </a:solidFill>
          </a:endParaRPr>
        </a:p>
      </dgm:t>
    </dgm:pt>
    <dgm:pt modelId="{7821D788-5473-4014-AA15-9903DC435A28}">
      <dgm:prSet custT="1">
        <dgm:style>
          <a:lnRef idx="2">
            <a:schemeClr val="accent1">
              <a:shade val="50000"/>
            </a:schemeClr>
          </a:lnRef>
          <a:fillRef idx="1">
            <a:schemeClr val="accent1"/>
          </a:fillRef>
          <a:effectRef idx="0">
            <a:schemeClr val="accent1"/>
          </a:effectRef>
          <a:fontRef idx="minor">
            <a:schemeClr val="lt1"/>
          </a:fontRef>
        </dgm:style>
      </dgm:prSet>
      <dgm:spPr/>
      <dgm:t>
        <a:bodyPr/>
        <a:lstStyle/>
        <a:p>
          <a:pPr algn="ctr"/>
          <a:r>
            <a:rPr lang="zh-CN" altLang="en-US" sz="1200" b="1" dirty="0">
              <a:solidFill>
                <a:srgbClr val="FF0000"/>
              </a:solidFill>
            </a:rPr>
            <a:t>用户培训</a:t>
          </a:r>
        </a:p>
      </dgm:t>
    </dgm:pt>
    <dgm:pt modelId="{1475F3EA-9CF8-49C0-B788-F3CD6CA193F7}" cxnId="{1C641593-6299-4E99-A656-E193C52D1C2A}" type="parTrans">
      <dgm:prSet custT="1"/>
      <dgm:spPr/>
      <dgm:t>
        <a:bodyPr/>
        <a:lstStyle/>
        <a:p>
          <a:pPr algn="ctr"/>
          <a:endParaRPr lang="zh-CN" altLang="en-US" sz="1200">
            <a:solidFill>
              <a:srgbClr val="FF0000"/>
            </a:solidFill>
          </a:endParaRPr>
        </a:p>
      </dgm:t>
    </dgm:pt>
    <dgm:pt modelId="{B39983F9-FF9E-43DA-97E9-5A1F688857DE}" cxnId="{1C641593-6299-4E99-A656-E193C52D1C2A}" type="sibTrans">
      <dgm:prSet/>
      <dgm:spPr/>
      <dgm:t>
        <a:bodyPr/>
        <a:lstStyle/>
        <a:p>
          <a:pPr algn="ctr"/>
          <a:endParaRPr lang="zh-CN" altLang="en-US" sz="1200">
            <a:solidFill>
              <a:srgbClr val="FF0000"/>
            </a:solidFill>
          </a:endParaRPr>
        </a:p>
      </dgm:t>
    </dgm:pt>
    <dgm:pt modelId="{3E982F2B-F581-4B85-BE20-85A6B6B5BD88}" type="pres">
      <dgm:prSet presAssocID="{B20AC969-9709-4D53-BE6D-ED98D7E63CDB}" presName="cycle" presStyleCnt="0">
        <dgm:presLayoutVars>
          <dgm:chMax val="1"/>
          <dgm:dir/>
          <dgm:animLvl val="ctr"/>
          <dgm:resizeHandles val="exact"/>
        </dgm:presLayoutVars>
      </dgm:prSet>
      <dgm:spPr/>
    </dgm:pt>
    <dgm:pt modelId="{EF81A378-EB1E-4628-8F15-8B86B23B7572}" type="pres">
      <dgm:prSet presAssocID="{32BEF7B9-A415-4B9A-8685-5C60D1AE13EF}" presName="centerShape" presStyleLbl="node0" presStyleIdx="0" presStyleCnt="1" custScaleX="141434" custScaleY="140294"/>
      <dgm:spPr/>
    </dgm:pt>
    <dgm:pt modelId="{9FA0F73D-8363-4AF9-BDE6-51F4B71DCA5C}" type="pres">
      <dgm:prSet presAssocID="{79360EC6-7564-4E6A-B860-E765F854A3DF}" presName="Name9" presStyleLbl="parChTrans1D2" presStyleIdx="0" presStyleCnt="7"/>
      <dgm:spPr/>
    </dgm:pt>
    <dgm:pt modelId="{CACDA1F3-B6EC-42A1-AA89-F66FFCDB4FE7}" type="pres">
      <dgm:prSet presAssocID="{79360EC6-7564-4E6A-B860-E765F854A3DF}" presName="connTx" presStyleLbl="parChTrans1D2" presStyleIdx="0" presStyleCnt="7"/>
      <dgm:spPr/>
    </dgm:pt>
    <dgm:pt modelId="{C1CD024F-31B2-4ED6-909B-E4CBA15B7441}" type="pres">
      <dgm:prSet presAssocID="{18159458-3FE3-4EBB-82E2-028B510904DC}" presName="node" presStyleLbl="node1" presStyleIdx="0" presStyleCnt="7">
        <dgm:presLayoutVars>
          <dgm:bulletEnabled val="1"/>
        </dgm:presLayoutVars>
      </dgm:prSet>
      <dgm:spPr/>
    </dgm:pt>
    <dgm:pt modelId="{D1369B38-E695-4024-8DA5-23F0808219A1}" type="pres">
      <dgm:prSet presAssocID="{26FE7B2C-82D3-4C1F-9504-245BAEA9FA53}" presName="Name9" presStyleLbl="parChTrans1D2" presStyleIdx="1" presStyleCnt="7"/>
      <dgm:spPr/>
    </dgm:pt>
    <dgm:pt modelId="{E0C98284-6DD9-486F-821F-229AE50B5ABF}" type="pres">
      <dgm:prSet presAssocID="{26FE7B2C-82D3-4C1F-9504-245BAEA9FA53}" presName="connTx" presStyleLbl="parChTrans1D2" presStyleIdx="1" presStyleCnt="7"/>
      <dgm:spPr/>
    </dgm:pt>
    <dgm:pt modelId="{8659EDCF-3B75-49D6-99F3-F0EBED7C4E5F}" type="pres">
      <dgm:prSet presAssocID="{F119F325-1E27-4B0A-AC4C-C6433B20333A}" presName="node" presStyleLbl="node1" presStyleIdx="1" presStyleCnt="7">
        <dgm:presLayoutVars>
          <dgm:bulletEnabled val="1"/>
        </dgm:presLayoutVars>
      </dgm:prSet>
      <dgm:spPr/>
    </dgm:pt>
    <dgm:pt modelId="{4D374E87-4AB7-4189-85D7-6BDDBBA05020}" type="pres">
      <dgm:prSet presAssocID="{939722B2-061A-4438-A908-7E6406A8C770}" presName="Name9" presStyleLbl="parChTrans1D2" presStyleIdx="2" presStyleCnt="7"/>
      <dgm:spPr/>
    </dgm:pt>
    <dgm:pt modelId="{B6FA66D6-4BFA-46B2-A709-AD4BF364833A}" type="pres">
      <dgm:prSet presAssocID="{939722B2-061A-4438-A908-7E6406A8C770}" presName="connTx" presStyleLbl="parChTrans1D2" presStyleIdx="2" presStyleCnt="7"/>
      <dgm:spPr/>
    </dgm:pt>
    <dgm:pt modelId="{E35B3841-3A81-4245-81E6-728157003B9D}" type="pres">
      <dgm:prSet presAssocID="{6A80702B-A581-4611-8684-9A0BC4A7CB35}" presName="node" presStyleLbl="node1" presStyleIdx="2" presStyleCnt="7">
        <dgm:presLayoutVars>
          <dgm:bulletEnabled val="1"/>
        </dgm:presLayoutVars>
      </dgm:prSet>
      <dgm:spPr/>
    </dgm:pt>
    <dgm:pt modelId="{3C774CD5-C230-4ACA-872D-19C035F945C2}" type="pres">
      <dgm:prSet presAssocID="{1F269C25-E746-42BD-87C2-1AF817F910ED}" presName="Name9" presStyleLbl="parChTrans1D2" presStyleIdx="3" presStyleCnt="7"/>
      <dgm:spPr/>
    </dgm:pt>
    <dgm:pt modelId="{B269D643-5ECD-4E40-8389-812302445CDF}" type="pres">
      <dgm:prSet presAssocID="{1F269C25-E746-42BD-87C2-1AF817F910ED}" presName="connTx" presStyleLbl="parChTrans1D2" presStyleIdx="3" presStyleCnt="7"/>
      <dgm:spPr/>
    </dgm:pt>
    <dgm:pt modelId="{271D1592-0808-4FB3-992D-DD3AB6885C81}" type="pres">
      <dgm:prSet presAssocID="{AE2E92F1-A266-48C4-8314-59174B359085}" presName="node" presStyleLbl="node1" presStyleIdx="3" presStyleCnt="7">
        <dgm:presLayoutVars>
          <dgm:bulletEnabled val="1"/>
        </dgm:presLayoutVars>
      </dgm:prSet>
      <dgm:spPr/>
    </dgm:pt>
    <dgm:pt modelId="{E8C662B4-9312-4DE7-B6BA-631F5B35502C}" type="pres">
      <dgm:prSet presAssocID="{1475F3EA-9CF8-49C0-B788-F3CD6CA193F7}" presName="Name9" presStyleLbl="parChTrans1D2" presStyleIdx="4" presStyleCnt="7"/>
      <dgm:spPr/>
    </dgm:pt>
    <dgm:pt modelId="{897CA3D4-78A1-4DAA-B3F7-138A7F18DA26}" type="pres">
      <dgm:prSet presAssocID="{1475F3EA-9CF8-49C0-B788-F3CD6CA193F7}" presName="connTx" presStyleLbl="parChTrans1D2" presStyleIdx="4" presStyleCnt="7"/>
      <dgm:spPr/>
    </dgm:pt>
    <dgm:pt modelId="{1FFB2C09-A980-4FA7-BA0F-E0CCCFD6A41A}" type="pres">
      <dgm:prSet presAssocID="{7821D788-5473-4014-AA15-9903DC435A28}" presName="node" presStyleLbl="node1" presStyleIdx="4" presStyleCnt="7">
        <dgm:presLayoutVars>
          <dgm:bulletEnabled val="1"/>
        </dgm:presLayoutVars>
      </dgm:prSet>
      <dgm:spPr/>
    </dgm:pt>
    <dgm:pt modelId="{CC52EEA9-6994-45D9-A6F1-B046A34D221D}" type="pres">
      <dgm:prSet presAssocID="{D4A0433B-324F-4BF6-98EB-F01AA7A7CD43}" presName="Name9" presStyleLbl="parChTrans1D2" presStyleIdx="5" presStyleCnt="7"/>
      <dgm:spPr/>
    </dgm:pt>
    <dgm:pt modelId="{F8B5D74D-E840-439E-9B0E-85BE4393F86B}" type="pres">
      <dgm:prSet presAssocID="{D4A0433B-324F-4BF6-98EB-F01AA7A7CD43}" presName="connTx" presStyleLbl="parChTrans1D2" presStyleIdx="5" presStyleCnt="7"/>
      <dgm:spPr/>
    </dgm:pt>
    <dgm:pt modelId="{385149B6-4019-4373-8179-E282502A35EB}" type="pres">
      <dgm:prSet presAssocID="{0BFA9FCC-DBF7-42FB-AADF-D90FA9DEDCCE}" presName="node" presStyleLbl="node1" presStyleIdx="5" presStyleCnt="7">
        <dgm:presLayoutVars>
          <dgm:bulletEnabled val="1"/>
        </dgm:presLayoutVars>
      </dgm:prSet>
      <dgm:spPr/>
    </dgm:pt>
    <dgm:pt modelId="{16653A10-877D-455D-8994-10152BB183B5}" type="pres">
      <dgm:prSet presAssocID="{5A7A6227-C1F1-4B76-8D0E-7BCBF89CE7ED}" presName="Name9" presStyleLbl="parChTrans1D2" presStyleIdx="6" presStyleCnt="7"/>
      <dgm:spPr/>
    </dgm:pt>
    <dgm:pt modelId="{A7596529-BF52-4202-AD53-F3AEA5204053}" type="pres">
      <dgm:prSet presAssocID="{5A7A6227-C1F1-4B76-8D0E-7BCBF89CE7ED}" presName="connTx" presStyleLbl="parChTrans1D2" presStyleIdx="6" presStyleCnt="7"/>
      <dgm:spPr/>
    </dgm:pt>
    <dgm:pt modelId="{334D9BD8-6CEE-4493-8E1C-05E51583580B}" type="pres">
      <dgm:prSet presAssocID="{DBD20DA3-9D3A-4E1B-A8B7-78820BD878FE}" presName="node" presStyleLbl="node1" presStyleIdx="6" presStyleCnt="7">
        <dgm:presLayoutVars>
          <dgm:bulletEnabled val="1"/>
        </dgm:presLayoutVars>
      </dgm:prSet>
      <dgm:spPr/>
    </dgm:pt>
  </dgm:ptLst>
  <dgm:cxnLst>
    <dgm:cxn modelId="{31B44B00-019B-44D0-B397-94C3A4A42AE0}" type="presOf" srcId="{79360EC6-7564-4E6A-B860-E765F854A3DF}" destId="{CACDA1F3-B6EC-42A1-AA89-F66FFCDB4FE7}" srcOrd="1" destOrd="0" presId="urn:microsoft.com/office/officeart/2005/8/layout/radial1#1"/>
    <dgm:cxn modelId="{E665EB16-2A2B-4A5C-A1B4-5005F2752CFC}" type="presOf" srcId="{0BFA9FCC-DBF7-42FB-AADF-D90FA9DEDCCE}" destId="{385149B6-4019-4373-8179-E282502A35EB}" srcOrd="0" destOrd="0" presId="urn:microsoft.com/office/officeart/2005/8/layout/radial1#1"/>
    <dgm:cxn modelId="{4D6AAB17-69F1-4410-8461-C36CA446DEEF}" type="presOf" srcId="{1475F3EA-9CF8-49C0-B788-F3CD6CA193F7}" destId="{897CA3D4-78A1-4DAA-B3F7-138A7F18DA26}" srcOrd="1" destOrd="0" presId="urn:microsoft.com/office/officeart/2005/8/layout/radial1#1"/>
    <dgm:cxn modelId="{C5055424-5C64-47DB-81AE-7ABDBAF00416}" type="presOf" srcId="{B20AC969-9709-4D53-BE6D-ED98D7E63CDB}" destId="{3E982F2B-F581-4B85-BE20-85A6B6B5BD88}" srcOrd="0" destOrd="0" presId="urn:microsoft.com/office/officeart/2005/8/layout/radial1#1"/>
    <dgm:cxn modelId="{507F222A-3C68-4500-9370-A21A3A82BC72}" type="presOf" srcId="{5A7A6227-C1F1-4B76-8D0E-7BCBF89CE7ED}" destId="{A7596529-BF52-4202-AD53-F3AEA5204053}" srcOrd="1" destOrd="0" presId="urn:microsoft.com/office/officeart/2005/8/layout/radial1#1"/>
    <dgm:cxn modelId="{15A1B640-2C46-4E59-8DE8-7BFE84B57D44}" type="presOf" srcId="{26FE7B2C-82D3-4C1F-9504-245BAEA9FA53}" destId="{E0C98284-6DD9-486F-821F-229AE50B5ABF}" srcOrd="1" destOrd="0" presId="urn:microsoft.com/office/officeart/2005/8/layout/radial1#1"/>
    <dgm:cxn modelId="{9F197C5F-CED1-4420-8235-32F8A4DDC656}" type="presOf" srcId="{AE2E92F1-A266-48C4-8314-59174B359085}" destId="{271D1592-0808-4FB3-992D-DD3AB6885C81}" srcOrd="0" destOrd="0" presId="urn:microsoft.com/office/officeart/2005/8/layout/radial1#1"/>
    <dgm:cxn modelId="{E9D67465-6F60-449D-8AE8-F72533DCCBDC}" type="presOf" srcId="{939722B2-061A-4438-A908-7E6406A8C770}" destId="{B6FA66D6-4BFA-46B2-A709-AD4BF364833A}" srcOrd="1" destOrd="0" presId="urn:microsoft.com/office/officeart/2005/8/layout/radial1#1"/>
    <dgm:cxn modelId="{E4154C66-280F-4BF8-B754-99F62ACB18BB}" srcId="{32BEF7B9-A415-4B9A-8685-5C60D1AE13EF}" destId="{6A80702B-A581-4611-8684-9A0BC4A7CB35}" srcOrd="2" destOrd="0" parTransId="{939722B2-061A-4438-A908-7E6406A8C770}" sibTransId="{6AFA0DC3-48EC-4058-BF29-21E7199328FF}"/>
    <dgm:cxn modelId="{8E333168-37E1-4CD3-B40E-1D395D7D2015}" srcId="{32BEF7B9-A415-4B9A-8685-5C60D1AE13EF}" destId="{DBD20DA3-9D3A-4E1B-A8B7-78820BD878FE}" srcOrd="6" destOrd="0" parTransId="{5A7A6227-C1F1-4B76-8D0E-7BCBF89CE7ED}" sibTransId="{08D370B5-F43F-4C3B-8B12-7EE305474B74}"/>
    <dgm:cxn modelId="{5EAF354A-7460-4D58-8B39-0BCF3103BAB7}" srcId="{32BEF7B9-A415-4B9A-8685-5C60D1AE13EF}" destId="{0BFA9FCC-DBF7-42FB-AADF-D90FA9DEDCCE}" srcOrd="5" destOrd="0" parTransId="{D4A0433B-324F-4BF6-98EB-F01AA7A7CD43}" sibTransId="{25ED160A-1E88-4B4E-BE06-CB3B87BC47B3}"/>
    <dgm:cxn modelId="{7409254C-F6CB-4CA8-862E-88A8A14DBBB7}" type="presOf" srcId="{1F269C25-E746-42BD-87C2-1AF817F910ED}" destId="{B269D643-5ECD-4E40-8389-812302445CDF}" srcOrd="1" destOrd="0" presId="urn:microsoft.com/office/officeart/2005/8/layout/radial1#1"/>
    <dgm:cxn modelId="{72AFF16E-138C-4F50-8F54-8F10A0926828}" type="presOf" srcId="{26FE7B2C-82D3-4C1F-9504-245BAEA9FA53}" destId="{D1369B38-E695-4024-8DA5-23F0808219A1}" srcOrd="0" destOrd="0" presId="urn:microsoft.com/office/officeart/2005/8/layout/radial1#1"/>
    <dgm:cxn modelId="{03C30670-71A8-4527-89E8-DADE212DEE90}" type="presOf" srcId="{D4A0433B-324F-4BF6-98EB-F01AA7A7CD43}" destId="{F8B5D74D-E840-439E-9B0E-85BE4393F86B}" srcOrd="1" destOrd="0" presId="urn:microsoft.com/office/officeart/2005/8/layout/radial1#1"/>
    <dgm:cxn modelId="{756A4B71-8BC4-4318-B556-EBA185CD7BDD}" type="presOf" srcId="{18159458-3FE3-4EBB-82E2-028B510904DC}" destId="{C1CD024F-31B2-4ED6-909B-E4CBA15B7441}" srcOrd="0" destOrd="0" presId="urn:microsoft.com/office/officeart/2005/8/layout/radial1#1"/>
    <dgm:cxn modelId="{029ADD73-4E96-4C4E-8B38-49D04B1593CF}" srcId="{32BEF7B9-A415-4B9A-8685-5C60D1AE13EF}" destId="{18159458-3FE3-4EBB-82E2-028B510904DC}" srcOrd="0" destOrd="0" parTransId="{79360EC6-7564-4E6A-B860-E765F854A3DF}" sibTransId="{0D86EB6B-D3E8-4C02-938C-58621C704B08}"/>
    <dgm:cxn modelId="{ECC8F174-3E27-4ED3-8327-A5A463D60F71}" type="presOf" srcId="{32BEF7B9-A415-4B9A-8685-5C60D1AE13EF}" destId="{EF81A378-EB1E-4628-8F15-8B86B23B7572}" srcOrd="0" destOrd="0" presId="urn:microsoft.com/office/officeart/2005/8/layout/radial1#1"/>
    <dgm:cxn modelId="{A80BFD54-153C-43D8-8A86-6F077CE82694}" type="presOf" srcId="{5A7A6227-C1F1-4B76-8D0E-7BCBF89CE7ED}" destId="{16653A10-877D-455D-8994-10152BB183B5}" srcOrd="0" destOrd="0" presId="urn:microsoft.com/office/officeart/2005/8/layout/radial1#1"/>
    <dgm:cxn modelId="{CCD87785-9E74-4AB0-8482-6C7D60F62B71}" srcId="{32BEF7B9-A415-4B9A-8685-5C60D1AE13EF}" destId="{F119F325-1E27-4B0A-AC4C-C6433B20333A}" srcOrd="1" destOrd="0" parTransId="{26FE7B2C-82D3-4C1F-9504-245BAEA9FA53}" sibTransId="{8D3E7CA3-B860-4C9F-A508-7F7A38F758FC}"/>
    <dgm:cxn modelId="{00551A8C-CCB7-44C9-B451-49A47F9CEF93}" srcId="{32BEF7B9-A415-4B9A-8685-5C60D1AE13EF}" destId="{AE2E92F1-A266-48C4-8314-59174B359085}" srcOrd="3" destOrd="0" parTransId="{1F269C25-E746-42BD-87C2-1AF817F910ED}" sibTransId="{ACD6C509-AC0D-4FC4-B4A4-5B6E00590B29}"/>
    <dgm:cxn modelId="{1C641593-6299-4E99-A656-E193C52D1C2A}" srcId="{32BEF7B9-A415-4B9A-8685-5C60D1AE13EF}" destId="{7821D788-5473-4014-AA15-9903DC435A28}" srcOrd="4" destOrd="0" parTransId="{1475F3EA-9CF8-49C0-B788-F3CD6CA193F7}" sibTransId="{B39983F9-FF9E-43DA-97E9-5A1F688857DE}"/>
    <dgm:cxn modelId="{23AF2D99-2A87-49F9-9011-137CF8BAAD71}" type="presOf" srcId="{7821D788-5473-4014-AA15-9903DC435A28}" destId="{1FFB2C09-A980-4FA7-BA0F-E0CCCFD6A41A}" srcOrd="0" destOrd="0" presId="urn:microsoft.com/office/officeart/2005/8/layout/radial1#1"/>
    <dgm:cxn modelId="{7D415599-E196-48AA-B76E-6D444CEE1E9F}" type="presOf" srcId="{6A80702B-A581-4611-8684-9A0BC4A7CB35}" destId="{E35B3841-3A81-4245-81E6-728157003B9D}" srcOrd="0" destOrd="0" presId="urn:microsoft.com/office/officeart/2005/8/layout/radial1#1"/>
    <dgm:cxn modelId="{E4855CA0-6554-4516-ABE2-86BB784AE68A}" type="presOf" srcId="{DBD20DA3-9D3A-4E1B-A8B7-78820BD878FE}" destId="{334D9BD8-6CEE-4493-8E1C-05E51583580B}" srcOrd="0" destOrd="0" presId="urn:microsoft.com/office/officeart/2005/8/layout/radial1#1"/>
    <dgm:cxn modelId="{AC64ACAF-F5BC-403C-8854-FA82BEA41BCA}" type="presOf" srcId="{F119F325-1E27-4B0A-AC4C-C6433B20333A}" destId="{8659EDCF-3B75-49D6-99F3-F0EBED7C4E5F}" srcOrd="0" destOrd="0" presId="urn:microsoft.com/office/officeart/2005/8/layout/radial1#1"/>
    <dgm:cxn modelId="{13DFC2B0-78E8-4213-8B9B-AF6D4CE49ED6}" type="presOf" srcId="{D4A0433B-324F-4BF6-98EB-F01AA7A7CD43}" destId="{CC52EEA9-6994-45D9-A6F1-B046A34D221D}" srcOrd="0" destOrd="0" presId="urn:microsoft.com/office/officeart/2005/8/layout/radial1#1"/>
    <dgm:cxn modelId="{CACE3DD0-B332-42B4-90C1-C4A35229F39A}" type="presOf" srcId="{939722B2-061A-4438-A908-7E6406A8C770}" destId="{4D374E87-4AB7-4189-85D7-6BDDBBA05020}" srcOrd="0" destOrd="0" presId="urn:microsoft.com/office/officeart/2005/8/layout/radial1#1"/>
    <dgm:cxn modelId="{A3F09ADB-8E82-4E97-BC3E-E6124B617E0C}" srcId="{B20AC969-9709-4D53-BE6D-ED98D7E63CDB}" destId="{32BEF7B9-A415-4B9A-8685-5C60D1AE13EF}" srcOrd="0" destOrd="0" parTransId="{C8B40C90-84A3-4687-9545-4E2F6CEE641D}" sibTransId="{AB8B4247-4FAE-444B-99EA-9A5812502909}"/>
    <dgm:cxn modelId="{5BF7B2EB-942F-4152-B998-7D3C3F55838A}" type="presOf" srcId="{1475F3EA-9CF8-49C0-B788-F3CD6CA193F7}" destId="{E8C662B4-9312-4DE7-B6BA-631F5B35502C}" srcOrd="0" destOrd="0" presId="urn:microsoft.com/office/officeart/2005/8/layout/radial1#1"/>
    <dgm:cxn modelId="{EDE42DF4-D212-4C13-AD91-5F20332EF8D8}" type="presOf" srcId="{1F269C25-E746-42BD-87C2-1AF817F910ED}" destId="{3C774CD5-C230-4ACA-872D-19C035F945C2}" srcOrd="0" destOrd="0" presId="urn:microsoft.com/office/officeart/2005/8/layout/radial1#1"/>
    <dgm:cxn modelId="{922ADAF7-BA29-4A5F-A10A-FB5FAF35B546}" type="presOf" srcId="{79360EC6-7564-4E6A-B860-E765F854A3DF}" destId="{9FA0F73D-8363-4AF9-BDE6-51F4B71DCA5C}" srcOrd="0" destOrd="0" presId="urn:microsoft.com/office/officeart/2005/8/layout/radial1#1"/>
    <dgm:cxn modelId="{6992E5D3-D02F-4261-BAF8-B7F449D12461}" type="presParOf" srcId="{3E982F2B-F581-4B85-BE20-85A6B6B5BD88}" destId="{EF81A378-EB1E-4628-8F15-8B86B23B7572}" srcOrd="0" destOrd="0" presId="urn:microsoft.com/office/officeart/2005/8/layout/radial1#1"/>
    <dgm:cxn modelId="{727C41D0-E10B-438D-98B6-5B698E7BDA2B}" type="presParOf" srcId="{3E982F2B-F581-4B85-BE20-85A6B6B5BD88}" destId="{9FA0F73D-8363-4AF9-BDE6-51F4B71DCA5C}" srcOrd="1" destOrd="0" presId="urn:microsoft.com/office/officeart/2005/8/layout/radial1#1"/>
    <dgm:cxn modelId="{FCB75D46-AF66-451A-9CCE-DA3E340873CD}" type="presParOf" srcId="{9FA0F73D-8363-4AF9-BDE6-51F4B71DCA5C}" destId="{CACDA1F3-B6EC-42A1-AA89-F66FFCDB4FE7}" srcOrd="0" destOrd="0" presId="urn:microsoft.com/office/officeart/2005/8/layout/radial1#1"/>
    <dgm:cxn modelId="{A14F68CB-2566-45A9-82F3-3E4AD1CCC45B}" type="presParOf" srcId="{3E982F2B-F581-4B85-BE20-85A6B6B5BD88}" destId="{C1CD024F-31B2-4ED6-909B-E4CBA15B7441}" srcOrd="2" destOrd="0" presId="urn:microsoft.com/office/officeart/2005/8/layout/radial1#1"/>
    <dgm:cxn modelId="{B44A7A95-D06A-456E-BABC-51C18563DD40}" type="presParOf" srcId="{3E982F2B-F581-4B85-BE20-85A6B6B5BD88}" destId="{D1369B38-E695-4024-8DA5-23F0808219A1}" srcOrd="3" destOrd="0" presId="urn:microsoft.com/office/officeart/2005/8/layout/radial1#1"/>
    <dgm:cxn modelId="{4EFFD2F0-721C-4D30-9286-EF3EA264BF80}" type="presParOf" srcId="{D1369B38-E695-4024-8DA5-23F0808219A1}" destId="{E0C98284-6DD9-486F-821F-229AE50B5ABF}" srcOrd="0" destOrd="0" presId="urn:microsoft.com/office/officeart/2005/8/layout/radial1#1"/>
    <dgm:cxn modelId="{DCE929F2-9454-4E2D-BDD4-7B1FF1884167}" type="presParOf" srcId="{3E982F2B-F581-4B85-BE20-85A6B6B5BD88}" destId="{8659EDCF-3B75-49D6-99F3-F0EBED7C4E5F}" srcOrd="4" destOrd="0" presId="urn:microsoft.com/office/officeart/2005/8/layout/radial1#1"/>
    <dgm:cxn modelId="{9285BBF2-E02D-47E7-AC00-6EA920BF87EE}" type="presParOf" srcId="{3E982F2B-F581-4B85-BE20-85A6B6B5BD88}" destId="{4D374E87-4AB7-4189-85D7-6BDDBBA05020}" srcOrd="5" destOrd="0" presId="urn:microsoft.com/office/officeart/2005/8/layout/radial1#1"/>
    <dgm:cxn modelId="{9791B6DA-D2B7-4179-BC34-2F06AFDB3D15}" type="presParOf" srcId="{4D374E87-4AB7-4189-85D7-6BDDBBA05020}" destId="{B6FA66D6-4BFA-46B2-A709-AD4BF364833A}" srcOrd="0" destOrd="0" presId="urn:microsoft.com/office/officeart/2005/8/layout/radial1#1"/>
    <dgm:cxn modelId="{947B16DF-8984-43FD-8477-606B2B85EAA2}" type="presParOf" srcId="{3E982F2B-F581-4B85-BE20-85A6B6B5BD88}" destId="{E35B3841-3A81-4245-81E6-728157003B9D}" srcOrd="6" destOrd="0" presId="urn:microsoft.com/office/officeart/2005/8/layout/radial1#1"/>
    <dgm:cxn modelId="{73146552-BB58-4294-97D2-49AFB2F162B5}" type="presParOf" srcId="{3E982F2B-F581-4B85-BE20-85A6B6B5BD88}" destId="{3C774CD5-C230-4ACA-872D-19C035F945C2}" srcOrd="7" destOrd="0" presId="urn:microsoft.com/office/officeart/2005/8/layout/radial1#1"/>
    <dgm:cxn modelId="{E4DA1BCF-60A0-4CC1-B711-B86BAA325AC3}" type="presParOf" srcId="{3C774CD5-C230-4ACA-872D-19C035F945C2}" destId="{B269D643-5ECD-4E40-8389-812302445CDF}" srcOrd="0" destOrd="0" presId="urn:microsoft.com/office/officeart/2005/8/layout/radial1#1"/>
    <dgm:cxn modelId="{47C3EB91-F74C-486E-8883-51EEA91BDD8D}" type="presParOf" srcId="{3E982F2B-F581-4B85-BE20-85A6B6B5BD88}" destId="{271D1592-0808-4FB3-992D-DD3AB6885C81}" srcOrd="8" destOrd="0" presId="urn:microsoft.com/office/officeart/2005/8/layout/radial1#1"/>
    <dgm:cxn modelId="{FFEF5A1E-DF98-4A2B-9443-A8942F70C5CA}" type="presParOf" srcId="{3E982F2B-F581-4B85-BE20-85A6B6B5BD88}" destId="{E8C662B4-9312-4DE7-B6BA-631F5B35502C}" srcOrd="9" destOrd="0" presId="urn:microsoft.com/office/officeart/2005/8/layout/radial1#1"/>
    <dgm:cxn modelId="{1DD89474-7612-4ECE-B622-65B6239B1FF3}" type="presParOf" srcId="{E8C662B4-9312-4DE7-B6BA-631F5B35502C}" destId="{897CA3D4-78A1-4DAA-B3F7-138A7F18DA26}" srcOrd="0" destOrd="0" presId="urn:microsoft.com/office/officeart/2005/8/layout/radial1#1"/>
    <dgm:cxn modelId="{C13B479D-CF38-4C23-B141-A6DA6C973FB6}" type="presParOf" srcId="{3E982F2B-F581-4B85-BE20-85A6B6B5BD88}" destId="{1FFB2C09-A980-4FA7-BA0F-E0CCCFD6A41A}" srcOrd="10" destOrd="0" presId="urn:microsoft.com/office/officeart/2005/8/layout/radial1#1"/>
    <dgm:cxn modelId="{03D9C9FD-DED4-4659-8C50-162819F02A2B}" type="presParOf" srcId="{3E982F2B-F581-4B85-BE20-85A6B6B5BD88}" destId="{CC52EEA9-6994-45D9-A6F1-B046A34D221D}" srcOrd="11" destOrd="0" presId="urn:microsoft.com/office/officeart/2005/8/layout/radial1#1"/>
    <dgm:cxn modelId="{C8A8C30B-35CC-4E77-89F2-F861970B9413}" type="presParOf" srcId="{CC52EEA9-6994-45D9-A6F1-B046A34D221D}" destId="{F8B5D74D-E840-439E-9B0E-85BE4393F86B}" srcOrd="0" destOrd="0" presId="urn:microsoft.com/office/officeart/2005/8/layout/radial1#1"/>
    <dgm:cxn modelId="{98A19970-B9B4-46AE-A042-418725CCAB25}" type="presParOf" srcId="{3E982F2B-F581-4B85-BE20-85A6B6B5BD88}" destId="{385149B6-4019-4373-8179-E282502A35EB}" srcOrd="12" destOrd="0" presId="urn:microsoft.com/office/officeart/2005/8/layout/radial1#1"/>
    <dgm:cxn modelId="{44D05444-795D-46EB-AD19-D313B9B1CEEC}" type="presParOf" srcId="{3E982F2B-F581-4B85-BE20-85A6B6B5BD88}" destId="{16653A10-877D-455D-8994-10152BB183B5}" srcOrd="13" destOrd="0" presId="urn:microsoft.com/office/officeart/2005/8/layout/radial1#1"/>
    <dgm:cxn modelId="{D92A9F8C-C6E9-4D37-89B2-D2E6BC114639}" type="presParOf" srcId="{16653A10-877D-455D-8994-10152BB183B5}" destId="{A7596529-BF52-4202-AD53-F3AEA5204053}" srcOrd="0" destOrd="0" presId="urn:microsoft.com/office/officeart/2005/8/layout/radial1#1"/>
    <dgm:cxn modelId="{3A13996D-BB23-4824-82DA-8953202E6F69}" type="presParOf" srcId="{3E982F2B-F581-4B85-BE20-85A6B6B5BD88}" destId="{334D9BD8-6CEE-4493-8E1C-05E51583580B}" srcOrd="14" destOrd="0" presId="urn:microsoft.com/office/officeart/2005/8/layout/radial1#1"/>
  </dgm:cxnLst>
  <dgm:bg>
    <a:solidFill>
      <a:schemeClr val="bg1"/>
    </a:solid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E1D5CF-A75A-43A9-9D34-B6CA30E3B2AA}" type="doc">
      <dgm:prSet loTypeId="urn:microsoft.com/office/officeart/2005/8/layout/funnel1" loCatId="process" qsTypeId="urn:microsoft.com/office/officeart/2005/8/quickstyle/3d3" qsCatId="3D" csTypeId="urn:microsoft.com/office/officeart/2005/8/colors/colorful5" csCatId="colorful" phldr="1"/>
      <dgm:spPr/>
      <dgm:t>
        <a:bodyPr/>
        <a:lstStyle/>
        <a:p>
          <a:endParaRPr lang="zh-CN" altLang="en-US"/>
        </a:p>
      </dgm:t>
    </dgm:pt>
    <dgm:pt modelId="{C2FCADE5-415E-4730-83CD-B081B9A93CEA}">
      <dgm:prSet phldrT="[文本]"/>
      <dgm:spPr>
        <a:xfrm>
          <a:off x="1870809" y="758896"/>
          <a:ext cx="698225" cy="642896"/>
        </a:xfrm>
        <a:prstGeom prst="ellipse">
          <a:avLst/>
        </a:prstGeom>
        <a:solidFill>
          <a:srgbClr val="B2C1DB">
            <a:lumMod val="75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pPr>
            <a:buNone/>
          </a:pPr>
          <a:r>
            <a:rPr lang="zh-CN" altLang="en-US" dirty="0">
              <a:solidFill>
                <a:srgbClr val="FFFFFF"/>
              </a:solidFill>
              <a:latin typeface="Calibri" panose="020F0502020204030204"/>
              <a:ea typeface="宋体" panose="02010600030101010101" pitchFamily="2" charset="-122"/>
              <a:cs typeface="+mn-cs"/>
            </a:rPr>
            <a:t>用户乙</a:t>
          </a:r>
        </a:p>
      </dgm:t>
    </dgm:pt>
    <dgm:pt modelId="{1AEFAA6F-4163-4896-86CB-FA8A2FE7C579}" cxnId="{B637A321-01D5-4C88-AFBF-D043D533E552}" type="parTrans">
      <dgm:prSet/>
      <dgm:spPr/>
      <dgm:t>
        <a:bodyPr/>
        <a:lstStyle/>
        <a:p>
          <a:endParaRPr lang="zh-CN" altLang="en-US"/>
        </a:p>
      </dgm:t>
    </dgm:pt>
    <dgm:pt modelId="{45ED0EE0-7C1D-4657-93B8-B0140ADF5C2D}" cxnId="{B637A321-01D5-4C88-AFBF-D043D533E552}" type="sibTrans">
      <dgm:prSet/>
      <dgm:spPr/>
      <dgm:t>
        <a:bodyPr/>
        <a:lstStyle/>
        <a:p>
          <a:endParaRPr lang="zh-CN" altLang="en-US"/>
        </a:p>
      </dgm:t>
    </dgm:pt>
    <dgm:pt modelId="{C71D60F2-8338-443B-85BC-C38A87674DAD}">
      <dgm:prSet phldrT="[文本]"/>
      <dgm:spPr>
        <a:xfrm>
          <a:off x="977888" y="889522"/>
          <a:ext cx="781151" cy="802547"/>
        </a:xfrm>
        <a:prstGeom prst="ellipse">
          <a:avLst/>
        </a:prstGeom>
        <a:solidFill>
          <a:srgbClr val="7C9B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pPr>
            <a:buNone/>
          </a:pPr>
          <a:r>
            <a:rPr lang="zh-CN" altLang="en-US" dirty="0">
              <a:solidFill>
                <a:srgbClr val="FFFFFF"/>
              </a:solidFill>
              <a:latin typeface="Calibri" panose="020F0502020204030204"/>
              <a:ea typeface="宋体" panose="02010600030101010101" pitchFamily="2" charset="-122"/>
              <a:cs typeface="+mn-cs"/>
            </a:rPr>
            <a:t>用户甲</a:t>
          </a:r>
        </a:p>
      </dgm:t>
    </dgm:pt>
    <dgm:pt modelId="{4574462C-6BA9-4AFE-8DCA-980074B852B0}" cxnId="{AAE69F4B-E6A6-43AE-AC6B-0625DC9B46BD}" type="parTrans">
      <dgm:prSet/>
      <dgm:spPr/>
      <dgm:t>
        <a:bodyPr/>
        <a:lstStyle/>
        <a:p>
          <a:endParaRPr lang="zh-CN" altLang="en-US"/>
        </a:p>
      </dgm:t>
    </dgm:pt>
    <dgm:pt modelId="{189A3A1B-47D7-4B48-98B8-8E42290A1FFF}" cxnId="{AAE69F4B-E6A6-43AE-AC6B-0625DC9B46BD}" type="sibTrans">
      <dgm:prSet/>
      <dgm:spPr/>
      <dgm:t>
        <a:bodyPr/>
        <a:lstStyle/>
        <a:p>
          <a:endParaRPr lang="zh-CN" altLang="en-US"/>
        </a:p>
      </dgm:t>
    </dgm:pt>
    <dgm:pt modelId="{C2FD54D7-FDB5-4386-9E1B-461C124A0F1A}">
      <dgm:prSet phldrT="[文本]"/>
      <dgm:spPr>
        <a:xfrm>
          <a:off x="1625890" y="1543904"/>
          <a:ext cx="700722" cy="768249"/>
        </a:xfrm>
        <a:prstGeom prst="ellipse">
          <a:avLst/>
        </a:prstGeom>
        <a:solidFill>
          <a:srgbClr val="1F497D">
            <a:lumMod val="60000"/>
            <a:lumOff val="40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gm:spPr>
      <dgm:t>
        <a:bodyPr/>
        <a:lstStyle/>
        <a:p>
          <a:pPr>
            <a:buNone/>
          </a:pPr>
          <a:r>
            <a:rPr lang="zh-CN" altLang="en-US" dirty="0">
              <a:solidFill>
                <a:srgbClr val="FFFFFF"/>
              </a:solidFill>
              <a:latin typeface="Calibri" panose="020F0502020204030204"/>
              <a:ea typeface="宋体" panose="02010600030101010101" pitchFamily="2" charset="-122"/>
              <a:cs typeface="+mn-cs"/>
            </a:rPr>
            <a:t>用户丙</a:t>
          </a:r>
        </a:p>
      </dgm:t>
    </dgm:pt>
    <dgm:pt modelId="{D812A7C1-DA40-48AA-8276-EEE6021D12DA}" cxnId="{C05AD668-9736-4FE0-B2CA-C452947D44A1}" type="parTrans">
      <dgm:prSet/>
      <dgm:spPr/>
      <dgm:t>
        <a:bodyPr/>
        <a:lstStyle/>
        <a:p>
          <a:endParaRPr lang="zh-CN" altLang="en-US"/>
        </a:p>
      </dgm:t>
    </dgm:pt>
    <dgm:pt modelId="{83A72A11-E133-479F-8113-6FAD619B3545}" cxnId="{C05AD668-9736-4FE0-B2CA-C452947D44A1}" type="sibTrans">
      <dgm:prSet/>
      <dgm:spPr/>
      <dgm:t>
        <a:bodyPr/>
        <a:lstStyle/>
        <a:p>
          <a:endParaRPr lang="zh-CN" altLang="en-US"/>
        </a:p>
      </dgm:t>
    </dgm:pt>
    <dgm:pt modelId="{D361A109-1B63-4BE1-90AF-E032990D5FCD}">
      <dgm:prSet phldrT="[文本]" custT="1">
        <dgm:style>
          <a:lnRef idx="1">
            <a:schemeClr val="accent5"/>
          </a:lnRef>
          <a:fillRef idx="2">
            <a:schemeClr val="accent5"/>
          </a:fillRef>
          <a:effectRef idx="1">
            <a:schemeClr val="accent5"/>
          </a:effectRef>
          <a:fontRef idx="minor">
            <a:schemeClr val="dk1"/>
          </a:fontRef>
        </dgm:style>
      </dgm:prSet>
      <dgm:spPr>
        <a:xfrm>
          <a:off x="1275714" y="2862270"/>
          <a:ext cx="1321404" cy="440590"/>
        </a:xfrm>
        <a:prstGeom prst="rect">
          <a:avLst/>
        </a:prstGeom>
        <a:gradFill rotWithShape="1">
          <a:gsLst>
            <a:gs pos="0">
              <a:srgbClr val="B2C1DB">
                <a:tint val="50000"/>
                <a:satMod val="300000"/>
              </a:srgbClr>
            </a:gs>
            <a:gs pos="35000">
              <a:srgbClr val="B2C1DB">
                <a:tint val="37000"/>
                <a:satMod val="300000"/>
              </a:srgbClr>
            </a:gs>
            <a:gs pos="100000">
              <a:srgbClr val="B2C1DB">
                <a:tint val="15000"/>
                <a:satMod val="350000"/>
              </a:srgbClr>
            </a:gs>
          </a:gsLst>
          <a:lin ang="16200000" scaled="1"/>
        </a:gradFill>
        <a:ln w="9525" cap="flat" cmpd="sng" algn="ctr">
          <a:solidFill>
            <a:srgbClr val="B2C1DB">
              <a:shade val="95000"/>
              <a:satMod val="105000"/>
            </a:srgbClr>
          </a:solidFill>
          <a:prstDash val="solid"/>
        </a:ln>
        <a:effectLst>
          <a:outerShdw blurRad="40000" dist="20000" dir="5400000" rotWithShape="0">
            <a:srgbClr val="000000">
              <a:alpha val="38000"/>
            </a:srgbClr>
          </a:outerShdw>
        </a:effectLst>
      </dgm:spPr>
      <dgm:t>
        <a:bodyPr/>
        <a:lstStyle/>
        <a:p>
          <a:pPr marL="0" marR="0" indent="0" defTabSz="914400" eaLnBrk="1" fontAlgn="auto" latinLnBrk="0" hangingPunct="1">
            <a:lnSpc>
              <a:spcPct val="100000"/>
            </a:lnSpc>
            <a:spcBef>
              <a:spcPts val="0"/>
            </a:spcBef>
            <a:spcAft>
              <a:spcPts val="0"/>
            </a:spcAft>
            <a:buClrTx/>
            <a:buSzTx/>
            <a:buFontTx/>
            <a:buNone/>
          </a:pPr>
          <a:r>
            <a:rPr lang="zh-CN" altLang="en-US" sz="1600" b="1" dirty="0">
              <a:solidFill>
                <a:srgbClr val="000000">
                  <a:hueOff val="0"/>
                  <a:satOff val="0"/>
                  <a:lumOff val="0"/>
                  <a:alphaOff val="0"/>
                </a:srgbClr>
              </a:solidFill>
              <a:latin typeface="Calibri" panose="020F0502020204030204"/>
              <a:ea typeface="宋体" panose="02010600030101010101" pitchFamily="2" charset="-122"/>
              <a:cs typeface="+mn-cs"/>
            </a:rPr>
            <a:t>用户需求</a:t>
          </a:r>
        </a:p>
      </dgm:t>
    </dgm:pt>
    <dgm:pt modelId="{DCC664C5-BC69-49A3-8F43-D056380FADB8}" cxnId="{5A548A7B-2C1C-4C31-B48B-F2FF46A3886A}" type="parTrans">
      <dgm:prSet/>
      <dgm:spPr/>
      <dgm:t>
        <a:bodyPr/>
        <a:lstStyle/>
        <a:p>
          <a:endParaRPr lang="zh-CN" altLang="en-US"/>
        </a:p>
      </dgm:t>
    </dgm:pt>
    <dgm:pt modelId="{5A0BAF0C-B7EE-4CDC-B475-63770CD81D67}" cxnId="{5A548A7B-2C1C-4C31-B48B-F2FF46A3886A}" type="sibTrans">
      <dgm:prSet/>
      <dgm:spPr/>
      <dgm:t>
        <a:bodyPr/>
        <a:lstStyle/>
        <a:p>
          <a:endParaRPr lang="zh-CN" altLang="en-US"/>
        </a:p>
      </dgm:t>
    </dgm:pt>
    <dgm:pt modelId="{AE8AA21F-794A-4E6B-ABF1-2BAE7E7A1A2F}" type="pres">
      <dgm:prSet presAssocID="{22E1D5CF-A75A-43A9-9D34-B6CA30E3B2AA}" presName="Name0" presStyleCnt="0">
        <dgm:presLayoutVars>
          <dgm:chMax val="4"/>
          <dgm:resizeHandles val="exact"/>
        </dgm:presLayoutVars>
      </dgm:prSet>
      <dgm:spPr/>
    </dgm:pt>
    <dgm:pt modelId="{DB06C412-A6AE-4269-9AB4-F156F00C684D}" type="pres">
      <dgm:prSet presAssocID="{22E1D5CF-A75A-43A9-9D34-B6CA30E3B2AA}" presName="ellipse" presStyleLbl="trBgShp" presStyleIdx="0" presStyleCnt="1" custScaleX="85546" custScaleY="83849" custLinFactNeighborX="931" custLinFactNeighborY="7203"/>
      <dgm:spPr>
        <a:xfrm>
          <a:off x="864941" y="721604"/>
          <a:ext cx="2082979" cy="709041"/>
        </a:xfrm>
        <a:prstGeom prst="ellipse">
          <a:avLst/>
        </a:prstGeom>
        <a:solidFill>
          <a:srgbClr val="B2C1DB">
            <a:tint val="50000"/>
            <a:alpha val="40000"/>
            <a:hueOff val="0"/>
            <a:satOff val="0"/>
            <a:lumOff val="0"/>
            <a:alphaOff val="0"/>
          </a:srgbClr>
        </a:solidFill>
        <a:ln w="9525" cap="flat" cmpd="sng" algn="ctr">
          <a:solidFill>
            <a:srgbClr val="B2C1DB">
              <a:hueOff val="0"/>
              <a:satOff val="0"/>
              <a:lumOff val="0"/>
              <a:alphaOff val="0"/>
            </a:srgbClr>
          </a:solidFill>
          <a:prstDash val="solid"/>
        </a:ln>
        <a:effectLst/>
        <a:scene3d>
          <a:camera prst="orthographicFront">
            <a:rot lat="0" lon="0" rev="0"/>
          </a:camera>
          <a:lightRig rig="contrasting" dir="t">
            <a:rot lat="0" lon="0" rev="1200000"/>
          </a:lightRig>
        </a:scene3d>
        <a:sp3d z="-152400" prstMaterial="matte"/>
      </dgm:spPr>
    </dgm:pt>
    <dgm:pt modelId="{CD54A02B-82F9-45A7-B5A8-7867E54ED717}" type="pres">
      <dgm:prSet presAssocID="{22E1D5CF-A75A-43A9-9D34-B6CA30E3B2AA}" presName="arrow1" presStyleLbl="fgShp" presStyleIdx="0" presStyleCnt="1" custLinFactNeighborX="6676" custLinFactNeighborY="-50149"/>
      <dgm:spPr>
        <a:xfrm>
          <a:off x="1683098" y="2511583"/>
          <a:ext cx="471884" cy="302006"/>
        </a:xfrm>
        <a:prstGeom prst="downArrow">
          <a:avLst/>
        </a:prstGeom>
        <a:solidFill>
          <a:srgbClr val="B2C1DB">
            <a:tint val="40000"/>
            <a:hueOff val="0"/>
            <a:satOff val="0"/>
            <a:lumOff val="0"/>
            <a:alphaOff val="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gm:spPr>
    </dgm:pt>
    <dgm:pt modelId="{D45F27C2-EEF0-4E18-90E9-11E59C386F33}" type="pres">
      <dgm:prSet presAssocID="{22E1D5CF-A75A-43A9-9D34-B6CA30E3B2AA}" presName="rectangle" presStyleLbl="revTx" presStyleIdx="0" presStyleCnt="1" custScaleX="58339" custScaleY="77807" custLinFactNeighborX="2158" custLinFactNeighborY="-18579">
        <dgm:presLayoutVars>
          <dgm:bulletEnabled val="1"/>
        </dgm:presLayoutVars>
      </dgm:prSet>
      <dgm:spPr/>
    </dgm:pt>
    <dgm:pt modelId="{9B6A6086-8CA6-4748-B38A-150E88F480CF}" type="pres">
      <dgm:prSet presAssocID="{C71D60F2-8338-443B-85BC-C38A87674DAD}" presName="item1" presStyleLbl="node1" presStyleIdx="0" presStyleCnt="3" custScaleX="82497" custScaleY="90447">
        <dgm:presLayoutVars>
          <dgm:bulletEnabled val="1"/>
        </dgm:presLayoutVars>
      </dgm:prSet>
      <dgm:spPr/>
    </dgm:pt>
    <dgm:pt modelId="{07EF91C4-865E-4729-9226-101297A37303}" type="pres">
      <dgm:prSet presAssocID="{C2FD54D7-FDB5-4386-9E1B-461C124A0F1A}" presName="item2" presStyleLbl="node1" presStyleIdx="1" presStyleCnt="3" custScaleX="91966" custScaleY="94485">
        <dgm:presLayoutVars>
          <dgm:bulletEnabled val="1"/>
        </dgm:presLayoutVars>
      </dgm:prSet>
      <dgm:spPr/>
    </dgm:pt>
    <dgm:pt modelId="{7DE8E60C-B7A0-4D33-8D9E-224F9BA890C8}" type="pres">
      <dgm:prSet presAssocID="{D361A109-1B63-4BE1-90AF-E032990D5FCD}" presName="item3" presStyleLbl="node1" presStyleIdx="2" presStyleCnt="3" custScaleX="82203" custScaleY="75689" custLinFactNeighborX="-1978" custLinFactNeighborY="-599">
        <dgm:presLayoutVars>
          <dgm:bulletEnabled val="1"/>
        </dgm:presLayoutVars>
      </dgm:prSet>
      <dgm:spPr/>
    </dgm:pt>
    <dgm:pt modelId="{67AE971B-BC49-458F-AD31-11336A2F596B}" type="pres">
      <dgm:prSet presAssocID="{22E1D5CF-A75A-43A9-9D34-B6CA30E3B2AA}" presName="funnel" presStyleLbl="trAlignAcc1" presStyleIdx="0" presStyleCnt="1" custScaleX="84962" custScaleY="78671" custLinFactNeighborX="848" custLinFactNeighborY="361"/>
      <dgm:spPr>
        <a:xfrm>
          <a:off x="787390" y="721676"/>
          <a:ext cx="2245165" cy="1663137"/>
        </a:xfrm>
        <a:prstGeom prst="funnel">
          <a:avLst/>
        </a:prstGeom>
        <a:solidFill>
          <a:srgbClr val="FFFFFF">
            <a:alpha val="40000"/>
            <a:hueOff val="0"/>
            <a:satOff val="0"/>
            <a:lumOff val="0"/>
            <a:alphaOff val="0"/>
          </a:srgb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gm:spPr>
    </dgm:pt>
  </dgm:ptLst>
  <dgm:cxnLst>
    <dgm:cxn modelId="{2B64B902-1D30-427C-8F2D-A37A57D506D8}" type="presOf" srcId="{D361A109-1B63-4BE1-90AF-E032990D5FCD}" destId="{D45F27C2-EEF0-4E18-90E9-11E59C386F33}" srcOrd="0" destOrd="0" presId="urn:microsoft.com/office/officeart/2005/8/layout/funnel1"/>
    <dgm:cxn modelId="{B637A321-01D5-4C88-AFBF-D043D533E552}" srcId="{22E1D5CF-A75A-43A9-9D34-B6CA30E3B2AA}" destId="{C2FCADE5-415E-4730-83CD-B081B9A93CEA}" srcOrd="0" destOrd="0" parTransId="{1AEFAA6F-4163-4896-86CB-FA8A2FE7C579}" sibTransId="{45ED0EE0-7C1D-4657-93B8-B0140ADF5C2D}"/>
    <dgm:cxn modelId="{A2931633-83D7-4BD5-BA0A-3942B767A267}" type="presOf" srcId="{C2FD54D7-FDB5-4386-9E1B-461C124A0F1A}" destId="{9B6A6086-8CA6-4748-B38A-150E88F480CF}" srcOrd="0" destOrd="0" presId="urn:microsoft.com/office/officeart/2005/8/layout/funnel1"/>
    <dgm:cxn modelId="{ACA66B41-6401-4AE3-85C0-BCFB620CB87A}" type="presOf" srcId="{C71D60F2-8338-443B-85BC-C38A87674DAD}" destId="{07EF91C4-865E-4729-9226-101297A37303}" srcOrd="0" destOrd="0" presId="urn:microsoft.com/office/officeart/2005/8/layout/funnel1"/>
    <dgm:cxn modelId="{C05AD668-9736-4FE0-B2CA-C452947D44A1}" srcId="{22E1D5CF-A75A-43A9-9D34-B6CA30E3B2AA}" destId="{C2FD54D7-FDB5-4386-9E1B-461C124A0F1A}" srcOrd="2" destOrd="0" parTransId="{D812A7C1-DA40-48AA-8276-EEE6021D12DA}" sibTransId="{83A72A11-E133-479F-8113-6FAD619B3545}"/>
    <dgm:cxn modelId="{AAE69F4B-E6A6-43AE-AC6B-0625DC9B46BD}" srcId="{22E1D5CF-A75A-43A9-9D34-B6CA30E3B2AA}" destId="{C71D60F2-8338-443B-85BC-C38A87674DAD}" srcOrd="1" destOrd="0" parTransId="{4574462C-6BA9-4AFE-8DCA-980074B852B0}" sibTransId="{189A3A1B-47D7-4B48-98B8-8E42290A1FFF}"/>
    <dgm:cxn modelId="{5A548A7B-2C1C-4C31-B48B-F2FF46A3886A}" srcId="{22E1D5CF-A75A-43A9-9D34-B6CA30E3B2AA}" destId="{D361A109-1B63-4BE1-90AF-E032990D5FCD}" srcOrd="3" destOrd="0" parTransId="{DCC664C5-BC69-49A3-8F43-D056380FADB8}" sibTransId="{5A0BAF0C-B7EE-4CDC-B475-63770CD81D67}"/>
    <dgm:cxn modelId="{C5E390C5-AF55-47F5-AB4E-1CE71C7D0644}" type="presOf" srcId="{C2FCADE5-415E-4730-83CD-B081B9A93CEA}" destId="{7DE8E60C-B7A0-4D33-8D9E-224F9BA890C8}" srcOrd="0" destOrd="0" presId="urn:microsoft.com/office/officeart/2005/8/layout/funnel1"/>
    <dgm:cxn modelId="{7FC0C3DA-9735-40DF-9974-F8449FD6DFD9}" type="presOf" srcId="{22E1D5CF-A75A-43A9-9D34-B6CA30E3B2AA}" destId="{AE8AA21F-794A-4E6B-ABF1-2BAE7E7A1A2F}" srcOrd="0" destOrd="0" presId="urn:microsoft.com/office/officeart/2005/8/layout/funnel1"/>
    <dgm:cxn modelId="{FE10E6E1-3DFD-4C0E-AB08-38709E020238}" type="presParOf" srcId="{AE8AA21F-794A-4E6B-ABF1-2BAE7E7A1A2F}" destId="{DB06C412-A6AE-4269-9AB4-F156F00C684D}" srcOrd="0" destOrd="0" presId="urn:microsoft.com/office/officeart/2005/8/layout/funnel1"/>
    <dgm:cxn modelId="{010C7C15-F730-4D5C-9728-687F6EACDD3A}" type="presParOf" srcId="{AE8AA21F-794A-4E6B-ABF1-2BAE7E7A1A2F}" destId="{CD54A02B-82F9-45A7-B5A8-7867E54ED717}" srcOrd="1" destOrd="0" presId="urn:microsoft.com/office/officeart/2005/8/layout/funnel1"/>
    <dgm:cxn modelId="{5145DDC4-56FA-4B8E-9826-1EB0DCA4F007}" type="presParOf" srcId="{AE8AA21F-794A-4E6B-ABF1-2BAE7E7A1A2F}" destId="{D45F27C2-EEF0-4E18-90E9-11E59C386F33}" srcOrd="2" destOrd="0" presId="urn:microsoft.com/office/officeart/2005/8/layout/funnel1"/>
    <dgm:cxn modelId="{4434DD68-95D4-426E-A57B-4D4A6D76732A}" type="presParOf" srcId="{AE8AA21F-794A-4E6B-ABF1-2BAE7E7A1A2F}" destId="{9B6A6086-8CA6-4748-B38A-150E88F480CF}" srcOrd="3" destOrd="0" presId="urn:microsoft.com/office/officeart/2005/8/layout/funnel1"/>
    <dgm:cxn modelId="{CF8DAA2B-296E-408E-B82A-D339653E17E6}" type="presParOf" srcId="{AE8AA21F-794A-4E6B-ABF1-2BAE7E7A1A2F}" destId="{07EF91C4-865E-4729-9226-101297A37303}" srcOrd="4" destOrd="0" presId="urn:microsoft.com/office/officeart/2005/8/layout/funnel1"/>
    <dgm:cxn modelId="{A37B1E34-EDFB-4B5E-B688-A43F3CE505D8}" type="presParOf" srcId="{AE8AA21F-794A-4E6B-ABF1-2BAE7E7A1A2F}" destId="{7DE8E60C-B7A0-4D33-8D9E-224F9BA890C8}" srcOrd="5" destOrd="0" presId="urn:microsoft.com/office/officeart/2005/8/layout/funnel1"/>
    <dgm:cxn modelId="{9A93866B-729A-415F-913A-114CA874BD55}" type="presParOf" srcId="{AE8AA21F-794A-4E6B-ABF1-2BAE7E7A1A2F}" destId="{67AE971B-BC49-458F-AD31-11336A2F596B}" srcOrd="6" destOrd="0" presId="urn:microsoft.com/office/officeart/2005/8/layout/funnel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7FDBA19-C9EE-4E5E-8D20-FA98195DCD47}"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4C16A474-956B-4356-AF5F-1547FAB32B68}">
      <dgm:prSet phldrT="[文本]" custT="1"/>
      <dgm:spPr>
        <a:xfrm>
          <a:off x="0" y="0"/>
          <a:ext cx="1803574" cy="2678112"/>
        </a:xfrm>
        <a:prstGeom prst="roundRect">
          <a:avLst>
            <a:gd name="adj" fmla="val 10000"/>
          </a:avLst>
        </a:prstGeom>
        <a:solidFill>
          <a:srgbClr val="4F81BD">
            <a:lumMod val="20000"/>
            <a:lumOff val="80000"/>
          </a:srgbClr>
        </a:solidFill>
        <a:ln>
          <a:noFill/>
        </a:ln>
        <a:effectLst/>
      </dgm:spPr>
      <dgm:t>
        <a:bodyPr/>
        <a:lstStyle/>
        <a:p>
          <a:pPr>
            <a:buNone/>
          </a:pPr>
          <a:r>
            <a:rPr lang="zh-CN" altLang="en-US" sz="18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软件需求</a:t>
          </a:r>
        </a:p>
      </dgm:t>
    </dgm:pt>
    <dgm:pt modelId="{4394B94F-B999-4620-A0E0-5E75545E5101}" cxnId="{B2F53A85-35B5-4AF8-A8A0-6AD434632EFE}"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55ACE76A-A879-4D2E-8599-F731689D45E9}" cxnId="{B2F53A85-35B5-4AF8-A8A0-6AD434632EFE}"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824D1F72-44F3-4C9E-B303-242DD2711D30}">
      <dgm:prSet phldrT="[文本]" custT="1"/>
      <dgm:spPr>
        <a:xfrm>
          <a:off x="117189" y="632495"/>
          <a:ext cx="1588183" cy="1740676"/>
        </a:xfrm>
        <a:prstGeom prst="roundRect">
          <a:avLst>
            <a:gd name="adj" fmla="val 10000"/>
          </a:avLst>
        </a:prstGeom>
        <a:solidFill>
          <a:srgbClr val="4F81BD">
            <a:hueOff val="0"/>
            <a:satOff val="0"/>
            <a:lumOff val="0"/>
            <a:alphaOff val="0"/>
          </a:srgbClr>
        </a:solidFill>
        <a:ln w="25400" cap="flat" cmpd="sng" algn="ctr">
          <a:solidFill>
            <a:srgbClr val="FFFFFF">
              <a:hueOff val="0"/>
              <a:satOff val="0"/>
              <a:lumOff val="0"/>
              <a:alphaOff val="0"/>
            </a:srgbClr>
          </a:solidFill>
          <a:prstDash val="solid"/>
        </a:ln>
        <a:effectLst/>
      </dgm:spPr>
      <dgm:t>
        <a:bodyPr/>
        <a:lstStyle/>
        <a:p>
          <a:pPr algn="l">
            <a:buNone/>
          </a:pPr>
          <a:r>
            <a:rPr lang="zh-CN" altLang="en-US" sz="1400" dirty="0">
              <a:solidFill>
                <a:srgbClr val="FFFFFF"/>
              </a:solidFill>
              <a:latin typeface="微软雅黑" panose="020B0503020204020204" pitchFamily="34" charset="-122"/>
              <a:ea typeface="微软雅黑" panose="020B0503020204020204" pitchFamily="34" charset="-122"/>
              <a:cs typeface="+mn-cs"/>
            </a:rPr>
            <a:t>指明系统必须实现什么的规格说明，它描述了系统的行为、特性或属性</a:t>
          </a:r>
        </a:p>
      </dgm:t>
    </dgm:pt>
    <dgm:pt modelId="{607DB15C-374F-4CA3-B310-D2496588808C}" cxnId="{692050CF-CEA9-45A4-B0BA-6E2E594D671E}"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AA275A9E-BD1D-48CC-8AAA-2F3D6A64EDE2}" cxnId="{692050CF-CEA9-45A4-B0BA-6E2E594D671E}"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DFF051C6-2177-45C8-898A-7D1A31B880AC}" type="pres">
      <dgm:prSet presAssocID="{47FDBA19-C9EE-4E5E-8D20-FA98195DCD47}" presName="theList" presStyleCnt="0">
        <dgm:presLayoutVars>
          <dgm:dir/>
          <dgm:animLvl val="lvl"/>
          <dgm:resizeHandles val="exact"/>
        </dgm:presLayoutVars>
      </dgm:prSet>
      <dgm:spPr/>
    </dgm:pt>
    <dgm:pt modelId="{E2E6F2F0-0B4C-4613-9204-A9EAF897AAC3}" type="pres">
      <dgm:prSet presAssocID="{4C16A474-956B-4356-AF5F-1547FAB32B68}" presName="compNode" presStyleCnt="0"/>
      <dgm:spPr/>
    </dgm:pt>
    <dgm:pt modelId="{7DF2896E-12E4-49FE-B545-725EC34EE138}" type="pres">
      <dgm:prSet presAssocID="{4C16A474-956B-4356-AF5F-1547FAB32B68}" presName="aNode" presStyleLbl="bgShp" presStyleIdx="0" presStyleCnt="1" custLinFactNeighborX="-4515"/>
      <dgm:spPr/>
    </dgm:pt>
    <dgm:pt modelId="{9C185354-F78A-49AF-AF1A-F25987D3C9DE}" type="pres">
      <dgm:prSet presAssocID="{4C16A474-956B-4356-AF5F-1547FAB32B68}" presName="textNode" presStyleLbl="bgShp" presStyleIdx="0" presStyleCnt="1"/>
      <dgm:spPr/>
    </dgm:pt>
    <dgm:pt modelId="{812AE068-42E1-4714-9639-49F9AA5BC84C}" type="pres">
      <dgm:prSet presAssocID="{4C16A474-956B-4356-AF5F-1547FAB32B68}" presName="compChildNode" presStyleCnt="0"/>
      <dgm:spPr/>
    </dgm:pt>
    <dgm:pt modelId="{B2BB25EF-05E1-4A44-B863-4ED0D5EDA0C7}" type="pres">
      <dgm:prSet presAssocID="{4C16A474-956B-4356-AF5F-1547FAB32B68}" presName="theInnerList" presStyleCnt="0"/>
      <dgm:spPr/>
    </dgm:pt>
    <dgm:pt modelId="{31C77F7D-AB37-4B40-8368-027050201B1C}" type="pres">
      <dgm:prSet presAssocID="{824D1F72-44F3-4C9E-B303-242DD2711D30}" presName="childNode" presStyleLbl="node1" presStyleIdx="0" presStyleCnt="1" custScaleX="110071" custScaleY="121898" custLinFactNeighborX="658" custLinFactNeighborY="-11974">
        <dgm:presLayoutVars>
          <dgm:bulletEnabled val="1"/>
        </dgm:presLayoutVars>
      </dgm:prSet>
      <dgm:spPr/>
    </dgm:pt>
  </dgm:ptLst>
  <dgm:cxnLst>
    <dgm:cxn modelId="{961CDC48-6C57-4339-86A1-9C0ACB402DFE}" type="presOf" srcId="{47FDBA19-C9EE-4E5E-8D20-FA98195DCD47}" destId="{DFF051C6-2177-45C8-898A-7D1A31B880AC}" srcOrd="0" destOrd="0" presId="urn:microsoft.com/office/officeart/2005/8/layout/lProcess2"/>
    <dgm:cxn modelId="{48AA2779-4C0D-474B-9D31-63FCA24B5584}" type="presOf" srcId="{824D1F72-44F3-4C9E-B303-242DD2711D30}" destId="{31C77F7D-AB37-4B40-8368-027050201B1C}" srcOrd="0" destOrd="0" presId="urn:microsoft.com/office/officeart/2005/8/layout/lProcess2"/>
    <dgm:cxn modelId="{B2F53A85-35B5-4AF8-A8A0-6AD434632EFE}" srcId="{47FDBA19-C9EE-4E5E-8D20-FA98195DCD47}" destId="{4C16A474-956B-4356-AF5F-1547FAB32B68}" srcOrd="0" destOrd="0" parTransId="{4394B94F-B999-4620-A0E0-5E75545E5101}" sibTransId="{55ACE76A-A879-4D2E-8599-F731689D45E9}"/>
    <dgm:cxn modelId="{DA5F83BE-ABA5-4689-A7E0-5145B22502C8}" type="presOf" srcId="{4C16A474-956B-4356-AF5F-1547FAB32B68}" destId="{9C185354-F78A-49AF-AF1A-F25987D3C9DE}" srcOrd="1" destOrd="0" presId="urn:microsoft.com/office/officeart/2005/8/layout/lProcess2"/>
    <dgm:cxn modelId="{692050CF-CEA9-45A4-B0BA-6E2E594D671E}" srcId="{4C16A474-956B-4356-AF5F-1547FAB32B68}" destId="{824D1F72-44F3-4C9E-B303-242DD2711D30}" srcOrd="0" destOrd="0" parTransId="{607DB15C-374F-4CA3-B310-D2496588808C}" sibTransId="{AA275A9E-BD1D-48CC-8AAA-2F3D6A64EDE2}"/>
    <dgm:cxn modelId="{FA2444F1-0FB0-45A2-A2BF-4D608F8E7564}" type="presOf" srcId="{4C16A474-956B-4356-AF5F-1547FAB32B68}" destId="{7DF2896E-12E4-49FE-B545-725EC34EE138}" srcOrd="0" destOrd="0" presId="urn:microsoft.com/office/officeart/2005/8/layout/lProcess2"/>
    <dgm:cxn modelId="{A8B5AF84-DAB4-489B-AFF1-0F5281E9680F}" type="presParOf" srcId="{DFF051C6-2177-45C8-898A-7D1A31B880AC}" destId="{E2E6F2F0-0B4C-4613-9204-A9EAF897AAC3}" srcOrd="0" destOrd="0" presId="urn:microsoft.com/office/officeart/2005/8/layout/lProcess2"/>
    <dgm:cxn modelId="{8CB4AB89-F7D4-4403-88CD-D68369393344}" type="presParOf" srcId="{E2E6F2F0-0B4C-4613-9204-A9EAF897AAC3}" destId="{7DF2896E-12E4-49FE-B545-725EC34EE138}" srcOrd="0" destOrd="0" presId="urn:microsoft.com/office/officeart/2005/8/layout/lProcess2"/>
    <dgm:cxn modelId="{1018F7A0-ECE6-4788-AF5C-A2105A067C29}" type="presParOf" srcId="{E2E6F2F0-0B4C-4613-9204-A9EAF897AAC3}" destId="{9C185354-F78A-49AF-AF1A-F25987D3C9DE}" srcOrd="1" destOrd="0" presId="urn:microsoft.com/office/officeart/2005/8/layout/lProcess2"/>
    <dgm:cxn modelId="{94D8ACA1-44D2-40E9-8983-807111AFD17B}" type="presParOf" srcId="{E2E6F2F0-0B4C-4613-9204-A9EAF897AAC3}" destId="{812AE068-42E1-4714-9639-49F9AA5BC84C}" srcOrd="2" destOrd="0" presId="urn:microsoft.com/office/officeart/2005/8/layout/lProcess2"/>
    <dgm:cxn modelId="{9CBBA80A-67D4-44A8-B629-1F4207A00E36}" type="presParOf" srcId="{812AE068-42E1-4714-9639-49F9AA5BC84C}" destId="{B2BB25EF-05E1-4A44-B863-4ED0D5EDA0C7}" srcOrd="0" destOrd="0" presId="urn:microsoft.com/office/officeart/2005/8/layout/lProcess2"/>
    <dgm:cxn modelId="{EB8F8264-9477-4658-9BA4-80D8F7B473CF}" type="presParOf" srcId="{B2BB25EF-05E1-4A44-B863-4ED0D5EDA0C7}" destId="{31C77F7D-AB37-4B40-8368-027050201B1C}" srcOrd="0" destOrd="0" presId="urn:microsoft.com/office/officeart/2005/8/layout/lProcess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28C8A0-334D-4BAE-AC45-8585D19EECFC}" type="doc">
      <dgm:prSet loTypeId="urn:microsoft.com/office/officeart/2005/8/layout/target1" loCatId="relationship" qsTypeId="urn:microsoft.com/office/officeart/2005/8/quickstyle/3d4" qsCatId="3D" csTypeId="urn:microsoft.com/office/officeart/2005/8/colors/accent1_4" csCatId="accent1" phldr="1"/>
      <dgm:spPr/>
      <dgm:t>
        <a:bodyPr/>
        <a:lstStyle/>
        <a:p>
          <a:endParaRPr lang="zh-CN" altLang="en-US"/>
        </a:p>
      </dgm:t>
    </dgm:pt>
    <dgm:pt modelId="{9BEE8B31-2F92-452A-A480-5C9106227172}">
      <dgm:prSet phldrT="[文本]" custT="1"/>
      <dgm:spPr>
        <a:xfrm>
          <a:off x="3330450" y="0"/>
          <a:ext cx="2047514" cy="680781"/>
        </a:xfrm>
        <a:prstGeom prst="rect">
          <a:avLst/>
        </a:prstGeom>
        <a:noFill/>
        <a:ln>
          <a:noFill/>
        </a:ln>
        <a:effectLst/>
      </dgm:spPr>
      <dgm:t>
        <a:bodyPr/>
        <a:lstStyle/>
        <a:p>
          <a:pPr marL="0" marR="0" lvl="0" indent="0" defTabSz="914400" eaLnBrk="1" fontAlgn="auto" latinLnBrk="0" hangingPunct="1">
            <a:lnSpc>
              <a:spcPct val="100000"/>
            </a:lnSpc>
            <a:spcBef>
              <a:spcPts val="0"/>
            </a:spcBef>
            <a:spcAft>
              <a:spcPts val="0"/>
            </a:spcAft>
            <a:buClrTx/>
            <a:buSzTx/>
            <a:buFontTx/>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对输入做什么处理</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25DE18D2-41A7-4D84-AB6F-D8F8EC818597}" cxnId="{2CD23116-7F17-49CE-81A3-4CAFDBC35758}" type="parTrans">
      <dgm:prSet custT="1"/>
      <dgm:spPr/>
      <dgm:t>
        <a:bodyPr/>
        <a:lstStyle/>
        <a:p>
          <a:endParaRPr lang="zh-CN" altLang="en-US" sz="1600" b="1">
            <a:solidFill>
              <a:srgbClr val="002060"/>
            </a:solidFill>
            <a:latin typeface="微软雅黑" panose="020B0503020204020204" pitchFamily="34" charset="-122"/>
            <a:ea typeface="微软雅黑" panose="020B0503020204020204" pitchFamily="34" charset="-122"/>
          </a:endParaRPr>
        </a:p>
      </dgm:t>
    </dgm:pt>
    <dgm:pt modelId="{2CA3658F-1E14-4EB0-8A00-D5FB035CFDB4}" cxnId="{2CD23116-7F17-49CE-81A3-4CAFDBC35758}" type="sibTrans">
      <dgm:prSet/>
      <dgm:spPr/>
      <dgm:t>
        <a:bodyPr/>
        <a:lstStyle/>
        <a:p>
          <a:endParaRPr lang="zh-CN" altLang="en-US" sz="1600" b="1">
            <a:solidFill>
              <a:srgbClr val="002060"/>
            </a:solidFill>
            <a:latin typeface="微软雅黑" panose="020B0503020204020204" pitchFamily="34" charset="-122"/>
            <a:ea typeface="微软雅黑" panose="020B0503020204020204" pitchFamily="34" charset="-122"/>
          </a:endParaRPr>
        </a:p>
      </dgm:t>
    </dgm:pt>
    <dgm:pt modelId="{7ED73242-1F01-4724-B4B9-C1DB523700E1}">
      <dgm:prSet phldrT="[文本]" custT="1"/>
      <dgm:spPr>
        <a:xfrm>
          <a:off x="3330444" y="1350180"/>
          <a:ext cx="1627713" cy="680781"/>
        </a:xfrm>
        <a:prstGeom prst="rect">
          <a:avLst/>
        </a:prstGeom>
        <a:noFill/>
        <a:ln>
          <a:noFill/>
        </a:ln>
        <a:effectLst/>
      </dgm:spPr>
      <dgm:t>
        <a:bodyPr/>
        <a:lstStyle/>
        <a:p>
          <a:pPr>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特定条件下行为</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708A6321-9340-4240-BF6B-3193AD0DFF3A}" cxnId="{72A5C719-1849-45FE-B2E1-03ACC218FA77}" type="parTrans">
      <dgm:prSet custT="1"/>
      <dgm:spPr/>
      <dgm:t>
        <a:bodyPr/>
        <a:lstStyle/>
        <a:p>
          <a:endParaRPr lang="zh-CN" altLang="en-US" sz="1600" b="1">
            <a:solidFill>
              <a:srgbClr val="002060"/>
            </a:solidFill>
            <a:latin typeface="微软雅黑" panose="020B0503020204020204" pitchFamily="34" charset="-122"/>
            <a:ea typeface="微软雅黑" panose="020B0503020204020204" pitchFamily="34" charset="-122"/>
          </a:endParaRPr>
        </a:p>
      </dgm:t>
    </dgm:pt>
    <dgm:pt modelId="{81F75317-B57A-4C4F-AC0B-7BB7C511B47B}" cxnId="{72A5C719-1849-45FE-B2E1-03ACC218FA77}" type="sibTrans">
      <dgm:prSet/>
      <dgm:spPr/>
      <dgm:t>
        <a:bodyPr/>
        <a:lstStyle/>
        <a:p>
          <a:endParaRPr lang="zh-CN" altLang="en-US" sz="1600" b="1">
            <a:solidFill>
              <a:srgbClr val="002060"/>
            </a:solidFill>
            <a:latin typeface="微软雅黑" panose="020B0503020204020204" pitchFamily="34" charset="-122"/>
            <a:ea typeface="微软雅黑" panose="020B0503020204020204" pitchFamily="34" charset="-122"/>
          </a:endParaRPr>
        </a:p>
      </dgm:t>
    </dgm:pt>
    <dgm:pt modelId="{5B146DD2-7EA9-4E0C-809E-C180588D2CB9}">
      <dgm:prSet phldrT="[文本]" custT="1"/>
      <dgm:spPr>
        <a:xfrm>
          <a:off x="3303286" y="680781"/>
          <a:ext cx="1167054" cy="680781"/>
        </a:xfrm>
        <a:prstGeom prst="rect">
          <a:avLst/>
        </a:prstGeom>
        <a:noFill/>
        <a:ln>
          <a:noFill/>
        </a:ln>
        <a:effectLst/>
      </dgm:spPr>
      <dgm:t>
        <a:bodyPr/>
        <a:lstStyle/>
        <a:p>
          <a:pPr>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提供的服务</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gm:t>
    </dgm:pt>
    <dgm:pt modelId="{607C1307-A935-45CF-9916-6AFABE57F015}" cxnId="{ACE57F54-DA77-4623-88C9-BB3266296B63}" type="parTrans">
      <dgm:prSet/>
      <dgm:spPr/>
      <dgm:t>
        <a:bodyPr/>
        <a:lstStyle/>
        <a:p>
          <a:endParaRPr lang="zh-CN" altLang="en-US" b="1">
            <a:solidFill>
              <a:srgbClr val="002060"/>
            </a:solidFill>
            <a:latin typeface="微软雅黑" panose="020B0503020204020204" pitchFamily="34" charset="-122"/>
            <a:ea typeface="微软雅黑" panose="020B0503020204020204" pitchFamily="34" charset="-122"/>
          </a:endParaRPr>
        </a:p>
      </dgm:t>
    </dgm:pt>
    <dgm:pt modelId="{329930D7-E33E-4D42-86A3-06386C75FE62}" cxnId="{ACE57F54-DA77-4623-88C9-BB3266296B63}" type="sibTrans">
      <dgm:prSet/>
      <dgm:spPr/>
      <dgm:t>
        <a:bodyPr/>
        <a:lstStyle/>
        <a:p>
          <a:endParaRPr lang="zh-CN" altLang="en-US" b="1">
            <a:solidFill>
              <a:srgbClr val="002060"/>
            </a:solidFill>
            <a:latin typeface="微软雅黑" panose="020B0503020204020204" pitchFamily="34" charset="-122"/>
            <a:ea typeface="微软雅黑" panose="020B0503020204020204" pitchFamily="34" charset="-122"/>
          </a:endParaRPr>
        </a:p>
      </dgm:t>
    </dgm:pt>
    <dgm:pt modelId="{E34F8F23-24FB-48EA-9C1A-64771E57C2BA}" type="pres">
      <dgm:prSet presAssocID="{E928C8A0-334D-4BAE-AC45-8585D19EECFC}" presName="composite" presStyleCnt="0">
        <dgm:presLayoutVars>
          <dgm:chMax val="5"/>
          <dgm:dir/>
          <dgm:resizeHandles val="exact"/>
        </dgm:presLayoutVars>
      </dgm:prSet>
      <dgm:spPr/>
    </dgm:pt>
    <dgm:pt modelId="{50FE74F6-872F-40B2-9745-7D0C87A663D6}" type="pres">
      <dgm:prSet presAssocID="{9BEE8B31-2F92-452A-A480-5C9106227172}" presName="circle1" presStyleLbl="lnNode1" presStyleIdx="0" presStyleCnt="3"/>
      <dgm:spPr>
        <a:xfrm>
          <a:off x="1513804" y="1711679"/>
          <a:ext cx="466821" cy="466821"/>
        </a:xfrm>
        <a:prstGeom prst="ellipse">
          <a:avLst/>
        </a:prstGeom>
        <a:solidFill>
          <a:srgbClr val="0070C0"/>
        </a:solidFill>
        <a:ln>
          <a:noFill/>
        </a:ln>
        <a:effectLst/>
        <a:scene3d>
          <a:camera prst="orthographicFront"/>
          <a:lightRig rig="chilly" dir="t"/>
        </a:scene3d>
        <a:sp3d prstMaterial="translucentPowder">
          <a:bevelT w="127000" h="25400" prst="softRound"/>
        </a:sp3d>
      </dgm:spPr>
    </dgm:pt>
    <dgm:pt modelId="{3B901E28-C2F7-458F-B08B-79865B20F9FB}" type="pres">
      <dgm:prSet presAssocID="{9BEE8B31-2F92-452A-A480-5C9106227172}" presName="text1" presStyleLbl="revTx" presStyleIdx="0" presStyleCnt="3" custScaleX="175443" custLinFactNeighborX="40049" custLinFactNeighborY="0">
        <dgm:presLayoutVars>
          <dgm:bulletEnabled val="1"/>
        </dgm:presLayoutVars>
      </dgm:prSet>
      <dgm:spPr/>
    </dgm:pt>
    <dgm:pt modelId="{F7A5A428-2140-4822-A816-914F22DC89F8}" type="pres">
      <dgm:prSet presAssocID="{9BEE8B31-2F92-452A-A480-5C9106227172}" presName="line1" presStyleLbl="callout" presStyleIdx="0" presStyleCnt="6"/>
      <dgm:spPr>
        <a:xfrm>
          <a:off x="3011523" y="340390"/>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 modelId="{B3AFD760-F756-43FF-9BA6-95522F452302}" type="pres">
      <dgm:prSet presAssocID="{9BEE8B31-2F92-452A-A480-5C9106227172}" presName="d1" presStyleLbl="callout" presStyleIdx="1" presStyleCnt="6"/>
      <dgm:spPr>
        <a:xfrm rot="5400000">
          <a:off x="1576630" y="511364"/>
          <a:ext cx="1604310" cy="1263141"/>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 modelId="{0AB4C3CC-CD88-4D6A-B6E6-1F14173C23AD}" type="pres">
      <dgm:prSet presAssocID="{5B146DD2-7EA9-4E0C-809E-C180588D2CB9}" presName="circle2" presStyleLbl="lnNode1" presStyleIdx="1" presStyleCnt="3"/>
      <dgm:spPr>
        <a:xfrm>
          <a:off x="1046982" y="1244857"/>
          <a:ext cx="1400464" cy="1400464"/>
        </a:xfrm>
        <a:prstGeom prst="ellipse">
          <a:avLst/>
        </a:prstGeom>
        <a:solidFill>
          <a:srgbClr val="1F497D">
            <a:lumMod val="60000"/>
            <a:lumOff val="40000"/>
          </a:srgbClr>
        </a:solidFill>
        <a:ln>
          <a:noFill/>
        </a:ln>
        <a:effectLst/>
        <a:scene3d>
          <a:camera prst="orthographicFront"/>
          <a:lightRig rig="chilly" dir="t"/>
        </a:scene3d>
        <a:sp3d prstMaterial="translucentPowder">
          <a:bevelT w="127000" h="25400" prst="softRound"/>
        </a:sp3d>
      </dgm:spPr>
    </dgm:pt>
    <dgm:pt modelId="{2A034B72-0CAA-4672-BE1E-4989EDE9BF37}" type="pres">
      <dgm:prSet presAssocID="{5B146DD2-7EA9-4E0C-809E-C180588D2CB9}" presName="text2" presStyleLbl="revTx" presStyleIdx="1" presStyleCnt="3">
        <dgm:presLayoutVars>
          <dgm:bulletEnabled val="1"/>
        </dgm:presLayoutVars>
      </dgm:prSet>
      <dgm:spPr/>
    </dgm:pt>
    <dgm:pt modelId="{4104CF2E-06E9-49FF-B693-16D4D06D205E}" type="pres">
      <dgm:prSet presAssocID="{5B146DD2-7EA9-4E0C-809E-C180588D2CB9}" presName="line2" presStyleLbl="callout" presStyleIdx="2" presStyleCnt="6"/>
      <dgm:spPr>
        <a:xfrm>
          <a:off x="3011523" y="1021172"/>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 modelId="{8F909FCB-0570-43A2-944A-FA4B5C5B895D}" type="pres">
      <dgm:prSet presAssocID="{5B146DD2-7EA9-4E0C-809E-C180588D2CB9}" presName="d2" presStyleLbl="callout" presStyleIdx="3" presStyleCnt="6"/>
      <dgm:spPr>
        <a:xfrm rot="5400000">
          <a:off x="1920989" y="1181525"/>
          <a:ext cx="1250148" cy="928585"/>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 modelId="{3C5AB94C-C947-4360-86D7-2AAB6177B9D9}" type="pres">
      <dgm:prSet presAssocID="{7ED73242-1F01-4724-B4B9-C1DB523700E1}" presName="circle3" presStyleLbl="lnNode1" presStyleIdx="2" presStyleCnt="3"/>
      <dgm:spPr>
        <a:xfrm>
          <a:off x="580160" y="778036"/>
          <a:ext cx="2334108" cy="2334108"/>
        </a:xfrm>
        <a:prstGeom prst="ellipse">
          <a:avLst/>
        </a:prstGeom>
        <a:gradFill flip="none" rotWithShape="0">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a:effectLst/>
        <a:scene3d>
          <a:camera prst="orthographicFront"/>
          <a:lightRig rig="chilly" dir="t"/>
        </a:scene3d>
        <a:sp3d prstMaterial="translucentPowder">
          <a:bevelT w="127000" h="25400" prst="softRound"/>
        </a:sp3d>
      </dgm:spPr>
    </dgm:pt>
    <dgm:pt modelId="{19BF9EB2-9895-4544-B323-9B25383EEE67}" type="pres">
      <dgm:prSet presAssocID="{7ED73242-1F01-4724-B4B9-C1DB523700E1}" presName="text3" presStyleLbl="revTx" presStyleIdx="2" presStyleCnt="3" custScaleX="139472" custLinFactNeighborX="22063" custLinFactNeighborY="-1671">
        <dgm:presLayoutVars>
          <dgm:bulletEnabled val="1"/>
        </dgm:presLayoutVars>
      </dgm:prSet>
      <dgm:spPr/>
    </dgm:pt>
    <dgm:pt modelId="{64B6E989-502E-4FBC-BA50-BB95AAA5510C}" type="pres">
      <dgm:prSet presAssocID="{7ED73242-1F01-4724-B4B9-C1DB523700E1}" presName="line3" presStyleLbl="callout" presStyleIdx="4" presStyleCnt="6"/>
      <dgm:spPr>
        <a:xfrm>
          <a:off x="3011523" y="1701953"/>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 modelId="{2C069C81-745F-4CA8-AC21-8A0A3F188EDA}" type="pres">
      <dgm:prSet presAssocID="{7ED73242-1F01-4724-B4B9-C1DB523700E1}" presName="d3" presStyleLbl="callout" presStyleIdx="5" presStyleCnt="6"/>
      <dgm:spPr>
        <a:xfrm rot="5400000">
          <a:off x="2265775" y="1851142"/>
          <a:ext cx="893185" cy="59403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gm:spPr>
    </dgm:pt>
  </dgm:ptLst>
  <dgm:cxnLst>
    <dgm:cxn modelId="{2CD23116-7F17-49CE-81A3-4CAFDBC35758}" srcId="{E928C8A0-334D-4BAE-AC45-8585D19EECFC}" destId="{9BEE8B31-2F92-452A-A480-5C9106227172}" srcOrd="0" destOrd="0" parTransId="{25DE18D2-41A7-4D84-AB6F-D8F8EC818597}" sibTransId="{2CA3658F-1E14-4EB0-8A00-D5FB035CFDB4}"/>
    <dgm:cxn modelId="{72A5C719-1849-45FE-B2E1-03ACC218FA77}" srcId="{E928C8A0-334D-4BAE-AC45-8585D19EECFC}" destId="{7ED73242-1F01-4724-B4B9-C1DB523700E1}" srcOrd="2" destOrd="0" parTransId="{708A6321-9340-4240-BF6B-3193AD0DFF3A}" sibTransId="{81F75317-B57A-4C4F-AC0B-7BB7C511B47B}"/>
    <dgm:cxn modelId="{ACE57F54-DA77-4623-88C9-BB3266296B63}" srcId="{E928C8A0-334D-4BAE-AC45-8585D19EECFC}" destId="{5B146DD2-7EA9-4E0C-809E-C180588D2CB9}" srcOrd="1" destOrd="0" parTransId="{607C1307-A935-45CF-9916-6AFABE57F015}" sibTransId="{329930D7-E33E-4D42-86A3-06386C75FE62}"/>
    <dgm:cxn modelId="{ED6DB158-7C96-4EC1-8625-01DD18636CF5}" type="presOf" srcId="{5B146DD2-7EA9-4E0C-809E-C180588D2CB9}" destId="{2A034B72-0CAA-4672-BE1E-4989EDE9BF37}" srcOrd="0" destOrd="0" presId="urn:microsoft.com/office/officeart/2005/8/layout/target1"/>
    <dgm:cxn modelId="{430C67A5-5E72-4DFC-B230-0CBE3ED26BDB}" type="presOf" srcId="{E928C8A0-334D-4BAE-AC45-8585D19EECFC}" destId="{E34F8F23-24FB-48EA-9C1A-64771E57C2BA}" srcOrd="0" destOrd="0" presId="urn:microsoft.com/office/officeart/2005/8/layout/target1"/>
    <dgm:cxn modelId="{C9E7F6D1-F8C2-47C1-8C67-27A40E420A0A}" type="presOf" srcId="{9BEE8B31-2F92-452A-A480-5C9106227172}" destId="{3B901E28-C2F7-458F-B08B-79865B20F9FB}" srcOrd="0" destOrd="0" presId="urn:microsoft.com/office/officeart/2005/8/layout/target1"/>
    <dgm:cxn modelId="{516386FB-51A7-4F48-ABD5-23CED31D84C2}" type="presOf" srcId="{7ED73242-1F01-4724-B4B9-C1DB523700E1}" destId="{19BF9EB2-9895-4544-B323-9B25383EEE67}" srcOrd="0" destOrd="0" presId="urn:microsoft.com/office/officeart/2005/8/layout/target1"/>
    <dgm:cxn modelId="{40804623-90A2-49B8-81D0-E2417267924A}" type="presParOf" srcId="{E34F8F23-24FB-48EA-9C1A-64771E57C2BA}" destId="{50FE74F6-872F-40B2-9745-7D0C87A663D6}" srcOrd="0" destOrd="0" presId="urn:microsoft.com/office/officeart/2005/8/layout/target1"/>
    <dgm:cxn modelId="{3B439847-FB4C-4188-A240-8252AA783312}" type="presParOf" srcId="{E34F8F23-24FB-48EA-9C1A-64771E57C2BA}" destId="{3B901E28-C2F7-458F-B08B-79865B20F9FB}" srcOrd="1" destOrd="0" presId="urn:microsoft.com/office/officeart/2005/8/layout/target1"/>
    <dgm:cxn modelId="{7DBA30D3-3000-41CF-A8E6-66065A6855F4}" type="presParOf" srcId="{E34F8F23-24FB-48EA-9C1A-64771E57C2BA}" destId="{F7A5A428-2140-4822-A816-914F22DC89F8}" srcOrd="2" destOrd="0" presId="urn:microsoft.com/office/officeart/2005/8/layout/target1"/>
    <dgm:cxn modelId="{D0FD2EF3-11FC-4D0B-A092-AC2D4D7F26A8}" type="presParOf" srcId="{E34F8F23-24FB-48EA-9C1A-64771E57C2BA}" destId="{B3AFD760-F756-43FF-9BA6-95522F452302}" srcOrd="3" destOrd="0" presId="urn:microsoft.com/office/officeart/2005/8/layout/target1"/>
    <dgm:cxn modelId="{92FF3622-CEC7-4EC0-AE5E-F2ADFC62D37D}" type="presParOf" srcId="{E34F8F23-24FB-48EA-9C1A-64771E57C2BA}" destId="{0AB4C3CC-CD88-4D6A-B6E6-1F14173C23AD}" srcOrd="4" destOrd="0" presId="urn:microsoft.com/office/officeart/2005/8/layout/target1"/>
    <dgm:cxn modelId="{3A817C82-D3EC-45CE-A0AB-70E67FFEDD3A}" type="presParOf" srcId="{E34F8F23-24FB-48EA-9C1A-64771E57C2BA}" destId="{2A034B72-0CAA-4672-BE1E-4989EDE9BF37}" srcOrd="5" destOrd="0" presId="urn:microsoft.com/office/officeart/2005/8/layout/target1"/>
    <dgm:cxn modelId="{315F064A-A45A-4C7E-AB40-3764809B9FAD}" type="presParOf" srcId="{E34F8F23-24FB-48EA-9C1A-64771E57C2BA}" destId="{4104CF2E-06E9-49FF-B693-16D4D06D205E}" srcOrd="6" destOrd="0" presId="urn:microsoft.com/office/officeart/2005/8/layout/target1"/>
    <dgm:cxn modelId="{D3D957AB-4EF0-413F-A0FD-966D30785968}" type="presParOf" srcId="{E34F8F23-24FB-48EA-9C1A-64771E57C2BA}" destId="{8F909FCB-0570-43A2-944A-FA4B5C5B895D}" srcOrd="7" destOrd="0" presId="urn:microsoft.com/office/officeart/2005/8/layout/target1"/>
    <dgm:cxn modelId="{2C5F2D2A-95B4-4E0F-98CD-A428CCDF72E5}" type="presParOf" srcId="{E34F8F23-24FB-48EA-9C1A-64771E57C2BA}" destId="{3C5AB94C-C947-4360-86D7-2AAB6177B9D9}" srcOrd="8" destOrd="0" presId="urn:microsoft.com/office/officeart/2005/8/layout/target1"/>
    <dgm:cxn modelId="{47489D75-E3D9-4424-B102-C48429AAD0C0}" type="presParOf" srcId="{E34F8F23-24FB-48EA-9C1A-64771E57C2BA}" destId="{19BF9EB2-9895-4544-B323-9B25383EEE67}" srcOrd="9" destOrd="0" presId="urn:microsoft.com/office/officeart/2005/8/layout/target1"/>
    <dgm:cxn modelId="{07E7F321-B288-48B6-A334-8B9F64C0629F}" type="presParOf" srcId="{E34F8F23-24FB-48EA-9C1A-64771E57C2BA}" destId="{64B6E989-502E-4FBC-BA50-BB95AAA5510C}" srcOrd="10" destOrd="0" presId="urn:microsoft.com/office/officeart/2005/8/layout/target1"/>
    <dgm:cxn modelId="{CBA5BBEC-A947-460C-A211-DD227CB29B81}" type="presParOf" srcId="{E34F8F23-24FB-48EA-9C1A-64771E57C2BA}" destId="{2C069C81-745F-4CA8-AC21-8A0A3F188EDA}" srcOrd="11" destOrd="0" presId="urn:microsoft.com/office/officeart/2005/8/layout/targe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FD8BA64-6AB4-4C41-9F25-52B355203A83}" type="doc">
      <dgm:prSet loTypeId="urn:microsoft.com/office/officeart/2005/8/layout/arrow6" loCatId="process" qsTypeId="urn:microsoft.com/office/officeart/2005/8/quickstyle/simple2" qsCatId="simple" csTypeId="urn:microsoft.com/office/officeart/2005/8/colors/accent1_2" csCatId="accent1" phldr="1"/>
      <dgm:spPr/>
      <dgm:t>
        <a:bodyPr/>
        <a:lstStyle/>
        <a:p>
          <a:endParaRPr lang="zh-CN" altLang="en-US"/>
        </a:p>
      </dgm:t>
    </dgm:pt>
    <dgm:pt modelId="{27B903FB-9986-47A6-8235-8BCFFD058706}">
      <dgm:prSet phldrT="[文本]" custT="1"/>
      <dgm:spPr>
        <a:xfrm>
          <a:off x="720093" y="1370149"/>
          <a:ext cx="2011680" cy="1194816"/>
        </a:xfrm>
        <a:prstGeom prst="rect">
          <a:avLst/>
        </a:prstGeom>
        <a:noFill/>
        <a:ln w="38100" cap="flat" cmpd="sng" algn="ctr">
          <a:noFill/>
          <a:prstDash val="solid"/>
        </a:ln>
        <a:effectLst>
          <a:outerShdw blurRad="40000" dist="20000" dir="5400000" rotWithShape="0">
            <a:srgbClr val="000000">
              <a:alpha val="38000"/>
            </a:srgbClr>
          </a:outerShdw>
        </a:effectLst>
      </dgm:spPr>
      <dgm:t>
        <a:bodyPr/>
        <a:lstStyle/>
        <a:p>
          <a:pPr>
            <a:buNone/>
          </a:pPr>
          <a:r>
            <a:rPr lang="zh-CN" altLang="en-US" sz="2400" dirty="0">
              <a:solidFill>
                <a:srgbClr val="FFFFFF"/>
              </a:solidFill>
              <a:latin typeface="Calibri" panose="020F0502020204030204"/>
              <a:ea typeface="宋体" panose="02010600030101010101" pitchFamily="2" charset="-122"/>
              <a:cs typeface="+mn-cs"/>
            </a:rPr>
            <a:t>信息传递的无效性</a:t>
          </a:r>
        </a:p>
      </dgm:t>
    </dgm:pt>
    <dgm:pt modelId="{7268AFDE-CC3A-4441-8E8D-032BEB3D1FAE}" cxnId="{B8974138-4D11-4306-9B1E-0BE2BC7344FC}" type="parTrans">
      <dgm:prSet/>
      <dgm:spPr/>
      <dgm:t>
        <a:bodyPr/>
        <a:lstStyle/>
        <a:p>
          <a:endParaRPr lang="zh-CN" altLang="en-US" sz="2400"/>
        </a:p>
      </dgm:t>
    </dgm:pt>
    <dgm:pt modelId="{3E61C5E1-001B-494B-A4DE-BC907A5F772D}" cxnId="{B8974138-4D11-4306-9B1E-0BE2BC7344FC}" type="sibTrans">
      <dgm:prSet/>
      <dgm:spPr/>
      <dgm:t>
        <a:bodyPr/>
        <a:lstStyle/>
        <a:p>
          <a:endParaRPr lang="zh-CN" altLang="en-US" sz="2400"/>
        </a:p>
      </dgm:t>
    </dgm:pt>
    <dgm:pt modelId="{96AD79A5-1CB7-4B9A-BEBF-CC2F61B5664F}">
      <dgm:prSet phldrT="[文本]" custT="1"/>
      <dgm:spPr>
        <a:xfrm>
          <a:off x="3060410" y="1856416"/>
          <a:ext cx="2377440" cy="1194816"/>
        </a:xfrm>
        <a:prstGeom prst="rect">
          <a:avLst/>
        </a:prstGeom>
        <a:noFill/>
        <a:ln w="38100" cap="flat" cmpd="sng" algn="ctr">
          <a:noFill/>
          <a:prstDash val="solid"/>
        </a:ln>
        <a:effectLst>
          <a:outerShdw blurRad="40000" dist="20000" dir="5400000" rotWithShape="0">
            <a:srgbClr val="000000">
              <a:alpha val="38000"/>
            </a:srgbClr>
          </a:outerShdw>
        </a:effectLst>
      </dgm:spPr>
      <dgm:t>
        <a:bodyPr/>
        <a:lstStyle/>
        <a:p>
          <a:pPr>
            <a:buNone/>
          </a:pPr>
          <a:r>
            <a:rPr lang="zh-CN" altLang="en-US" sz="2400" dirty="0">
              <a:solidFill>
                <a:srgbClr val="FFFFFF"/>
              </a:solidFill>
              <a:latin typeface="Calibri" panose="020F0502020204030204"/>
              <a:ea typeface="宋体" panose="02010600030101010101" pitchFamily="2" charset="-122"/>
              <a:cs typeface="+mn-cs"/>
            </a:rPr>
            <a:t>忽略了非功能需求的局部性</a:t>
          </a:r>
        </a:p>
      </dgm:t>
    </dgm:pt>
    <dgm:pt modelId="{FBC78963-5B86-4CA7-B89C-7C89BB2767AA}" cxnId="{377062D4-C830-4621-B21F-2293F14C38BF}" type="parTrans">
      <dgm:prSet/>
      <dgm:spPr/>
      <dgm:t>
        <a:bodyPr/>
        <a:lstStyle/>
        <a:p>
          <a:endParaRPr lang="zh-CN" altLang="en-US" sz="2400"/>
        </a:p>
      </dgm:t>
    </dgm:pt>
    <dgm:pt modelId="{3DD0283E-5DD6-420C-999F-E05B8BE612C4}" cxnId="{377062D4-C830-4621-B21F-2293F14C38BF}" type="sibTrans">
      <dgm:prSet/>
      <dgm:spPr/>
      <dgm:t>
        <a:bodyPr/>
        <a:lstStyle/>
        <a:p>
          <a:endParaRPr lang="zh-CN" altLang="en-US" sz="2400"/>
        </a:p>
      </dgm:t>
    </dgm:pt>
    <dgm:pt modelId="{006AE31D-B5BB-44BD-B740-9EA16DD82890}" type="pres">
      <dgm:prSet presAssocID="{FFD8BA64-6AB4-4C41-9F25-52B355203A83}" presName="compositeShape" presStyleCnt="0">
        <dgm:presLayoutVars>
          <dgm:chMax val="2"/>
          <dgm:dir/>
          <dgm:resizeHandles val="exact"/>
        </dgm:presLayoutVars>
      </dgm:prSet>
      <dgm:spPr/>
    </dgm:pt>
    <dgm:pt modelId="{8977F316-5024-40CB-A185-8336E42DFE75}" type="pres">
      <dgm:prSet presAssocID="{FFD8BA64-6AB4-4C41-9F25-52B355203A83}" presName="ribbon" presStyleLbl="node1" presStyleIdx="0" presStyleCnt="1" custScaleY="109337" custLinFactNeighborX="72352" custLinFactNeighborY="6862"/>
      <dgm:spPr>
        <a:xfrm>
          <a:off x="0" y="866286"/>
          <a:ext cx="6096000" cy="2666073"/>
        </a:xfrm>
        <a:prstGeom prst="leftRightRibbon">
          <a:avLst/>
        </a:prstGeom>
        <a:solidFill>
          <a:srgbClr val="4F81BD">
            <a:hueOff val="0"/>
            <a:satOff val="0"/>
            <a:lumOff val="0"/>
            <a:alphaOff val="0"/>
          </a:srgbClr>
        </a:solidFill>
        <a:ln w="38100" cap="flat" cmpd="sng" algn="ctr">
          <a:solidFill>
            <a:srgbClr val="FFFFFF">
              <a:hueOff val="0"/>
              <a:satOff val="0"/>
              <a:lumOff val="0"/>
              <a:alphaOff val="0"/>
            </a:srgbClr>
          </a:solidFill>
          <a:prstDash val="solid"/>
        </a:ln>
        <a:effectLst>
          <a:outerShdw blurRad="40000" dist="20000" dir="5400000" rotWithShape="0">
            <a:srgbClr val="000000">
              <a:alpha val="38000"/>
            </a:srgbClr>
          </a:outerShdw>
        </a:effectLst>
      </dgm:spPr>
    </dgm:pt>
    <dgm:pt modelId="{69A1C082-6018-4469-ABC5-7B1A09483DDA}" type="pres">
      <dgm:prSet presAssocID="{FFD8BA64-6AB4-4C41-9F25-52B355203A83}" presName="leftArrowText" presStyleLbl="node1" presStyleIdx="0" presStyleCnt="1" custLinFactNeighborX="-568" custLinFactNeighborY="10933">
        <dgm:presLayoutVars>
          <dgm:chMax val="0"/>
          <dgm:bulletEnabled val="1"/>
        </dgm:presLayoutVars>
      </dgm:prSet>
      <dgm:spPr/>
    </dgm:pt>
    <dgm:pt modelId="{E8B610E1-1ABE-4F2C-A909-4497FE274D0A}" type="pres">
      <dgm:prSet presAssocID="{FFD8BA64-6AB4-4C41-9F25-52B355203A83}" presName="rightArrowText" presStyleLbl="node1" presStyleIdx="0" presStyleCnt="1" custLinFactNeighborX="522" custLinFactNeighborY="18978">
        <dgm:presLayoutVars>
          <dgm:chMax val="0"/>
          <dgm:bulletEnabled val="1"/>
        </dgm:presLayoutVars>
      </dgm:prSet>
      <dgm:spPr/>
    </dgm:pt>
  </dgm:ptLst>
  <dgm:cxnLst>
    <dgm:cxn modelId="{AF4F5B06-9479-4D08-875A-FAEF8E83515D}" type="presOf" srcId="{27B903FB-9986-47A6-8235-8BCFFD058706}" destId="{69A1C082-6018-4469-ABC5-7B1A09483DDA}" srcOrd="0" destOrd="0" presId="urn:microsoft.com/office/officeart/2005/8/layout/arrow6"/>
    <dgm:cxn modelId="{BF2A6212-AC3F-4F44-A434-72C2DCF82E8B}" type="presOf" srcId="{96AD79A5-1CB7-4B9A-BEBF-CC2F61B5664F}" destId="{E8B610E1-1ABE-4F2C-A909-4497FE274D0A}" srcOrd="0" destOrd="0" presId="urn:microsoft.com/office/officeart/2005/8/layout/arrow6"/>
    <dgm:cxn modelId="{B8974138-4D11-4306-9B1E-0BE2BC7344FC}" srcId="{FFD8BA64-6AB4-4C41-9F25-52B355203A83}" destId="{27B903FB-9986-47A6-8235-8BCFFD058706}" srcOrd="0" destOrd="0" parTransId="{7268AFDE-CC3A-4441-8E8D-032BEB3D1FAE}" sibTransId="{3E61C5E1-001B-494B-A4DE-BC907A5F772D}"/>
    <dgm:cxn modelId="{2B3A3FB0-7814-477C-A1A3-F2C45924FE59}" type="presOf" srcId="{FFD8BA64-6AB4-4C41-9F25-52B355203A83}" destId="{006AE31D-B5BB-44BD-B740-9EA16DD82890}" srcOrd="0" destOrd="0" presId="urn:microsoft.com/office/officeart/2005/8/layout/arrow6"/>
    <dgm:cxn modelId="{377062D4-C830-4621-B21F-2293F14C38BF}" srcId="{FFD8BA64-6AB4-4C41-9F25-52B355203A83}" destId="{96AD79A5-1CB7-4B9A-BEBF-CC2F61B5664F}" srcOrd="1" destOrd="0" parTransId="{FBC78963-5B86-4CA7-B89C-7C89BB2767AA}" sibTransId="{3DD0283E-5DD6-420C-999F-E05B8BE612C4}"/>
    <dgm:cxn modelId="{9B9B7159-1342-4B99-90C6-5BE440B91B65}" type="presParOf" srcId="{006AE31D-B5BB-44BD-B740-9EA16DD82890}" destId="{8977F316-5024-40CB-A185-8336E42DFE75}" srcOrd="0" destOrd="0" presId="urn:microsoft.com/office/officeart/2005/8/layout/arrow6"/>
    <dgm:cxn modelId="{3B9ECB19-A812-4D39-BA5D-B715867DB34C}" type="presParOf" srcId="{006AE31D-B5BB-44BD-B740-9EA16DD82890}" destId="{69A1C082-6018-4469-ABC5-7B1A09483DDA}" srcOrd="1" destOrd="0" presId="urn:microsoft.com/office/officeart/2005/8/layout/arrow6"/>
    <dgm:cxn modelId="{237DE11B-ABEE-4652-AB7E-57093B872E74}" type="presParOf" srcId="{006AE31D-B5BB-44BD-B740-9EA16DD82890}" destId="{E8B610E1-1ABE-4F2C-A909-4497FE274D0A}" srcOrd="2" destOrd="0" presId="urn:microsoft.com/office/officeart/2005/8/layout/arrow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2427FE-AA4A-42E8-8FDB-57B4CDD31F6A}" type="doc">
      <dgm:prSet loTypeId="urn:microsoft.com/office/officeart/2005/8/layout/hierarchy2" loCatId="hierarchy" qsTypeId="urn:microsoft.com/office/officeart/2005/8/quickstyle/3d3" qsCatId="3D" csTypeId="urn:microsoft.com/office/officeart/2005/8/colors/colorful1" csCatId="colorful" phldr="1"/>
      <dgm:spPr/>
      <dgm:t>
        <a:bodyPr/>
        <a:lstStyle/>
        <a:p>
          <a:endParaRPr lang="zh-CN" altLang="en-US"/>
        </a:p>
      </dgm:t>
    </dgm:pt>
    <dgm:pt modelId="{38B7E4D5-A59F-408B-B7EB-B935CD895BF3}">
      <dgm:prSet phldrT="[文本]" custT="1"/>
      <dgm:spPr>
        <a:solidFill>
          <a:srgbClr val="FFFF00"/>
        </a:solidFill>
        <a:ln>
          <a:solidFill>
            <a:schemeClr val="tx1"/>
          </a:solidFill>
        </a:ln>
      </dgm:spPr>
      <dgm:t>
        <a:bodyPr/>
        <a:lstStyle/>
        <a:p>
          <a:pPr algn="ctr"/>
          <a:r>
            <a:rPr lang="zh-CN" altLang="en-US" sz="1050" dirty="0">
              <a:solidFill>
                <a:srgbClr val="FF0000"/>
              </a:solidFill>
            </a:rPr>
            <a:t>需求开发</a:t>
          </a:r>
        </a:p>
      </dgm:t>
    </dgm:pt>
    <dgm:pt modelId="{99EA1E03-F0DE-4527-A4BF-19A816AA0D24}" cxnId="{834222DA-35BD-44F2-9EF5-9A5546B00FE8}" type="parTrans">
      <dgm:prSet custT="1"/>
      <dgm:spPr>
        <a:ln>
          <a:solidFill>
            <a:schemeClr val="tx1"/>
          </a:solidFill>
        </a:ln>
      </dgm:spPr>
      <dgm:t>
        <a:bodyPr/>
        <a:lstStyle/>
        <a:p>
          <a:pPr algn="ctr"/>
          <a:endParaRPr lang="zh-CN" altLang="en-US" sz="1050">
            <a:solidFill>
              <a:schemeClr val="tx1"/>
            </a:solidFill>
          </a:endParaRPr>
        </a:p>
      </dgm:t>
    </dgm:pt>
    <dgm:pt modelId="{FE373B4E-F104-4BD9-969A-CE1899B8FE17}" cxnId="{834222DA-35BD-44F2-9EF5-9A5546B00FE8}" type="sibTrans">
      <dgm:prSet/>
      <dgm:spPr/>
      <dgm:t>
        <a:bodyPr/>
        <a:lstStyle/>
        <a:p>
          <a:pPr algn="ctr"/>
          <a:endParaRPr lang="zh-CN" altLang="en-US" sz="1050">
            <a:solidFill>
              <a:schemeClr val="tx1"/>
            </a:solidFill>
          </a:endParaRPr>
        </a:p>
      </dgm:t>
    </dgm:pt>
    <dgm:pt modelId="{58787BE2-476D-4152-AE3B-3C277E94DBD5}">
      <dgm:prSet phldrT="[文本]" custT="1"/>
      <dgm:spPr>
        <a:ln>
          <a:solidFill>
            <a:schemeClr val="tx1"/>
          </a:solidFill>
        </a:ln>
      </dgm:spPr>
      <dgm:t>
        <a:bodyPr/>
        <a:lstStyle/>
        <a:p>
          <a:pPr algn="ctr"/>
          <a:r>
            <a:rPr lang="zh-CN" altLang="en-US" sz="1050">
              <a:solidFill>
                <a:schemeClr val="tx1"/>
              </a:solidFill>
            </a:rPr>
            <a:t>需求获取</a:t>
          </a:r>
        </a:p>
      </dgm:t>
    </dgm:pt>
    <dgm:pt modelId="{28E104CB-61EB-407A-89F6-DA4C3E37A2C6}" cxnId="{C9E67764-F7D1-4AAE-B826-1F7139A68D58}" type="parTrans">
      <dgm:prSet custT="1"/>
      <dgm:spPr>
        <a:ln>
          <a:solidFill>
            <a:schemeClr val="tx1"/>
          </a:solidFill>
        </a:ln>
      </dgm:spPr>
      <dgm:t>
        <a:bodyPr/>
        <a:lstStyle/>
        <a:p>
          <a:pPr algn="ctr"/>
          <a:endParaRPr lang="zh-CN" altLang="en-US" sz="1050">
            <a:solidFill>
              <a:schemeClr val="tx1"/>
            </a:solidFill>
          </a:endParaRPr>
        </a:p>
      </dgm:t>
    </dgm:pt>
    <dgm:pt modelId="{7541B40B-6459-4CDE-A65F-3457C1AC26F4}" cxnId="{C9E67764-F7D1-4AAE-B826-1F7139A68D58}" type="sibTrans">
      <dgm:prSet/>
      <dgm:spPr/>
      <dgm:t>
        <a:bodyPr/>
        <a:lstStyle/>
        <a:p>
          <a:pPr algn="ctr"/>
          <a:endParaRPr lang="zh-CN" altLang="en-US" sz="1050">
            <a:solidFill>
              <a:schemeClr val="tx1"/>
            </a:solidFill>
          </a:endParaRPr>
        </a:p>
      </dgm:t>
    </dgm:pt>
    <dgm:pt modelId="{D7E47F81-5B03-4000-B6B1-81425D8B35C8}">
      <dgm:prSet phldrT="[文本]" custT="1"/>
      <dgm:spPr>
        <a:ln>
          <a:solidFill>
            <a:schemeClr val="tx1"/>
          </a:solidFill>
        </a:ln>
      </dgm:spPr>
      <dgm:t>
        <a:bodyPr/>
        <a:lstStyle/>
        <a:p>
          <a:pPr algn="ctr"/>
          <a:r>
            <a:rPr lang="zh-CN" altLang="en-US" sz="1050" dirty="0">
              <a:solidFill>
                <a:schemeClr val="tx1"/>
              </a:solidFill>
            </a:rPr>
            <a:t>需求分析与建模</a:t>
          </a:r>
        </a:p>
      </dgm:t>
    </dgm:pt>
    <dgm:pt modelId="{C4742C4E-37A0-44A4-A89C-6C43FB899D30}" cxnId="{7227E373-1DF7-4A6E-B364-F8D0A6065434}" type="parTrans">
      <dgm:prSet custT="1"/>
      <dgm:spPr>
        <a:ln>
          <a:solidFill>
            <a:schemeClr val="tx1"/>
          </a:solidFill>
        </a:ln>
      </dgm:spPr>
      <dgm:t>
        <a:bodyPr/>
        <a:lstStyle/>
        <a:p>
          <a:pPr algn="ctr"/>
          <a:endParaRPr lang="zh-CN" altLang="en-US" sz="1050">
            <a:solidFill>
              <a:schemeClr val="tx1"/>
            </a:solidFill>
          </a:endParaRPr>
        </a:p>
      </dgm:t>
    </dgm:pt>
    <dgm:pt modelId="{7B0707F9-FF74-427E-A069-4B949C5DC275}" cxnId="{7227E373-1DF7-4A6E-B364-F8D0A6065434}" type="sibTrans">
      <dgm:prSet/>
      <dgm:spPr/>
      <dgm:t>
        <a:bodyPr/>
        <a:lstStyle/>
        <a:p>
          <a:pPr algn="ctr"/>
          <a:endParaRPr lang="zh-CN" altLang="en-US" sz="1050">
            <a:solidFill>
              <a:schemeClr val="tx1"/>
            </a:solidFill>
          </a:endParaRPr>
        </a:p>
      </dgm:t>
    </dgm:pt>
    <dgm:pt modelId="{46416FCB-2C9D-42F4-AAA7-B55630C6F945}">
      <dgm:prSet phldrT="[文本]" custT="1"/>
      <dgm:spPr>
        <a:solidFill>
          <a:srgbClr val="FFFF00"/>
        </a:solidFill>
        <a:ln>
          <a:solidFill>
            <a:schemeClr val="tx1"/>
          </a:solidFill>
        </a:ln>
      </dgm:spPr>
      <dgm:t>
        <a:bodyPr/>
        <a:lstStyle/>
        <a:p>
          <a:pPr algn="ctr"/>
          <a:r>
            <a:rPr lang="zh-CN" altLang="en-US" sz="1050" dirty="0">
              <a:solidFill>
                <a:srgbClr val="FF0000"/>
              </a:solidFill>
            </a:rPr>
            <a:t>需求管理</a:t>
          </a:r>
        </a:p>
      </dgm:t>
    </dgm:pt>
    <dgm:pt modelId="{853CA28D-E22C-4814-B301-BB72A919BA1F}" cxnId="{D8F7758F-D952-47F8-A047-4BA88D6D8598}" type="parTrans">
      <dgm:prSet custT="1"/>
      <dgm:spPr>
        <a:ln>
          <a:solidFill>
            <a:schemeClr val="tx1"/>
          </a:solidFill>
        </a:ln>
      </dgm:spPr>
      <dgm:t>
        <a:bodyPr/>
        <a:lstStyle/>
        <a:p>
          <a:pPr algn="ctr"/>
          <a:endParaRPr lang="zh-CN" altLang="en-US" sz="1050">
            <a:solidFill>
              <a:schemeClr val="tx1"/>
            </a:solidFill>
          </a:endParaRPr>
        </a:p>
      </dgm:t>
    </dgm:pt>
    <dgm:pt modelId="{CBCA3941-B883-4EFF-98C2-2D756852BFE3}" cxnId="{D8F7758F-D952-47F8-A047-4BA88D6D8598}" type="sibTrans">
      <dgm:prSet/>
      <dgm:spPr/>
      <dgm:t>
        <a:bodyPr/>
        <a:lstStyle/>
        <a:p>
          <a:pPr algn="ctr"/>
          <a:endParaRPr lang="zh-CN" altLang="en-US" sz="1050">
            <a:solidFill>
              <a:schemeClr val="tx1"/>
            </a:solidFill>
          </a:endParaRPr>
        </a:p>
      </dgm:t>
    </dgm:pt>
    <dgm:pt modelId="{B551EF46-24EA-48AA-B956-D58AA68DDF60}">
      <dgm:prSet phldrT="[文本]" custT="1"/>
      <dgm:spPr>
        <a:ln>
          <a:solidFill>
            <a:schemeClr val="tx1"/>
          </a:solidFill>
        </a:ln>
      </dgm:spPr>
      <dgm:t>
        <a:bodyPr/>
        <a:lstStyle/>
        <a:p>
          <a:pPr algn="ctr"/>
          <a:r>
            <a:rPr lang="zh-CN" altLang="en-US" sz="1050">
              <a:solidFill>
                <a:schemeClr val="tx1"/>
              </a:solidFill>
            </a:rPr>
            <a:t>需求基线</a:t>
          </a:r>
        </a:p>
      </dgm:t>
    </dgm:pt>
    <dgm:pt modelId="{129488E5-54E3-4339-B649-959A17601D12}" cxnId="{01597AAE-E8F5-45C6-AF13-07A5EF121693}" type="parTrans">
      <dgm:prSet custT="1"/>
      <dgm:spPr>
        <a:ln>
          <a:solidFill>
            <a:schemeClr val="tx1"/>
          </a:solidFill>
        </a:ln>
      </dgm:spPr>
      <dgm:t>
        <a:bodyPr/>
        <a:lstStyle/>
        <a:p>
          <a:pPr algn="ctr"/>
          <a:endParaRPr lang="zh-CN" altLang="en-US" sz="1050">
            <a:solidFill>
              <a:schemeClr val="tx1"/>
            </a:solidFill>
          </a:endParaRPr>
        </a:p>
      </dgm:t>
    </dgm:pt>
    <dgm:pt modelId="{63C30CBA-2DBB-44D9-BEEB-AD17F804C868}" cxnId="{01597AAE-E8F5-45C6-AF13-07A5EF121693}" type="sibTrans">
      <dgm:prSet/>
      <dgm:spPr/>
      <dgm:t>
        <a:bodyPr/>
        <a:lstStyle/>
        <a:p>
          <a:pPr algn="ctr"/>
          <a:endParaRPr lang="zh-CN" altLang="en-US" sz="1050">
            <a:solidFill>
              <a:schemeClr val="tx1"/>
            </a:solidFill>
          </a:endParaRPr>
        </a:p>
      </dgm:t>
    </dgm:pt>
    <dgm:pt modelId="{6701A85D-51D1-400B-9AAD-19DE156EBD7B}">
      <dgm:prSet phldrT="[文本]" custT="1"/>
      <dgm:spPr>
        <a:ln>
          <a:solidFill>
            <a:schemeClr val="tx1"/>
          </a:solidFill>
        </a:ln>
      </dgm:spPr>
      <dgm:t>
        <a:bodyPr/>
        <a:lstStyle/>
        <a:p>
          <a:pPr algn="ctr"/>
          <a:r>
            <a:rPr lang="zh-CN" altLang="en-US" sz="1050">
              <a:solidFill>
                <a:schemeClr val="tx1"/>
              </a:solidFill>
            </a:rPr>
            <a:t>变更管理</a:t>
          </a:r>
        </a:p>
      </dgm:t>
    </dgm:pt>
    <dgm:pt modelId="{0A8073E2-A66D-42BF-9572-C894FBFC02EF}" cxnId="{4AAAEEA7-00AB-4DD2-A9BB-F3D7885496DD}" type="parTrans">
      <dgm:prSet custT="1"/>
      <dgm:spPr>
        <a:ln>
          <a:solidFill>
            <a:schemeClr val="tx1"/>
          </a:solidFill>
        </a:ln>
      </dgm:spPr>
      <dgm:t>
        <a:bodyPr/>
        <a:lstStyle/>
        <a:p>
          <a:pPr algn="ctr"/>
          <a:endParaRPr lang="zh-CN" altLang="en-US" sz="1050">
            <a:solidFill>
              <a:schemeClr val="tx1"/>
            </a:solidFill>
          </a:endParaRPr>
        </a:p>
      </dgm:t>
    </dgm:pt>
    <dgm:pt modelId="{C1C636C8-885B-4DA3-BA45-D81F208650BD}" cxnId="{4AAAEEA7-00AB-4DD2-A9BB-F3D7885496DD}" type="sibTrans">
      <dgm:prSet/>
      <dgm:spPr/>
      <dgm:t>
        <a:bodyPr/>
        <a:lstStyle/>
        <a:p>
          <a:pPr algn="ctr"/>
          <a:endParaRPr lang="zh-CN" altLang="en-US" sz="1050">
            <a:solidFill>
              <a:schemeClr val="tx1"/>
            </a:solidFill>
          </a:endParaRPr>
        </a:p>
      </dgm:t>
    </dgm:pt>
    <dgm:pt modelId="{C2A98E1C-03A8-4C66-AC79-5ED3E0901EE2}">
      <dgm:prSet phldrT="[文本]" custT="1"/>
      <dgm:spPr>
        <a:ln>
          <a:solidFill>
            <a:schemeClr val="tx1"/>
          </a:solidFill>
        </a:ln>
      </dgm:spPr>
      <dgm:t>
        <a:bodyPr/>
        <a:lstStyle/>
        <a:p>
          <a:pPr algn="ctr"/>
          <a:r>
            <a:rPr lang="zh-CN" altLang="en-US" sz="1050">
              <a:solidFill>
                <a:schemeClr val="tx1"/>
              </a:solidFill>
            </a:rPr>
            <a:t>需求文档</a:t>
          </a:r>
        </a:p>
      </dgm:t>
    </dgm:pt>
    <dgm:pt modelId="{16A69271-BAF3-4833-8720-FD150FC0B388}" cxnId="{6D421613-8823-488D-B001-CDE1D2F07E5B}" type="parTrans">
      <dgm:prSet custT="1"/>
      <dgm:spPr>
        <a:ln>
          <a:solidFill>
            <a:schemeClr val="tx1"/>
          </a:solidFill>
        </a:ln>
      </dgm:spPr>
      <dgm:t>
        <a:bodyPr/>
        <a:lstStyle/>
        <a:p>
          <a:pPr algn="ctr"/>
          <a:endParaRPr lang="zh-CN" altLang="en-US" sz="1050">
            <a:solidFill>
              <a:schemeClr val="tx1"/>
            </a:solidFill>
          </a:endParaRPr>
        </a:p>
      </dgm:t>
    </dgm:pt>
    <dgm:pt modelId="{B76CF112-88EB-4BBB-9BCF-5F7DDCD2C447}" cxnId="{6D421613-8823-488D-B001-CDE1D2F07E5B}" type="sibTrans">
      <dgm:prSet/>
      <dgm:spPr/>
      <dgm:t>
        <a:bodyPr/>
        <a:lstStyle/>
        <a:p>
          <a:pPr algn="ctr"/>
          <a:endParaRPr lang="zh-CN" altLang="en-US" sz="1050">
            <a:solidFill>
              <a:schemeClr val="tx1"/>
            </a:solidFill>
          </a:endParaRPr>
        </a:p>
      </dgm:t>
    </dgm:pt>
    <dgm:pt modelId="{D7F5E418-C5C5-4210-AA86-C81A3A5BF1EF}">
      <dgm:prSet phldrT="[文本]" custT="1"/>
      <dgm:spPr>
        <a:ln>
          <a:solidFill>
            <a:schemeClr val="tx1"/>
          </a:solidFill>
        </a:ln>
      </dgm:spPr>
      <dgm:t>
        <a:bodyPr/>
        <a:lstStyle/>
        <a:p>
          <a:pPr algn="ctr"/>
          <a:r>
            <a:rPr lang="zh-CN" altLang="en-US" sz="1050">
              <a:solidFill>
                <a:schemeClr val="tx1"/>
              </a:solidFill>
            </a:rPr>
            <a:t>需求验证</a:t>
          </a:r>
        </a:p>
      </dgm:t>
    </dgm:pt>
    <dgm:pt modelId="{21CAF054-97D1-4F12-B500-BD2C1FC8EE85}" cxnId="{D3FB88A6-C806-406E-B6D2-49E7F5394A39}" type="parTrans">
      <dgm:prSet custT="1"/>
      <dgm:spPr>
        <a:ln>
          <a:solidFill>
            <a:schemeClr val="tx1"/>
          </a:solidFill>
        </a:ln>
      </dgm:spPr>
      <dgm:t>
        <a:bodyPr/>
        <a:lstStyle/>
        <a:p>
          <a:pPr algn="ctr"/>
          <a:endParaRPr lang="zh-CN" altLang="en-US" sz="1050">
            <a:solidFill>
              <a:schemeClr val="tx1"/>
            </a:solidFill>
          </a:endParaRPr>
        </a:p>
      </dgm:t>
    </dgm:pt>
    <dgm:pt modelId="{02620D2E-9FC8-434B-A69F-E8780F02C5D4}" cxnId="{D3FB88A6-C806-406E-B6D2-49E7F5394A39}" type="sibTrans">
      <dgm:prSet/>
      <dgm:spPr/>
      <dgm:t>
        <a:bodyPr/>
        <a:lstStyle/>
        <a:p>
          <a:pPr algn="ctr"/>
          <a:endParaRPr lang="zh-CN" altLang="en-US" sz="1050">
            <a:solidFill>
              <a:schemeClr val="tx1"/>
            </a:solidFill>
          </a:endParaRPr>
        </a:p>
      </dgm:t>
    </dgm:pt>
    <dgm:pt modelId="{39F073A8-D2F1-4D94-A62B-5C7887590A49}">
      <dgm:prSet phldrT="[文本]" custT="1"/>
      <dgm:spPr>
        <a:ln>
          <a:solidFill>
            <a:schemeClr val="tx1"/>
          </a:solidFill>
        </a:ln>
      </dgm:spPr>
      <dgm:t>
        <a:bodyPr/>
        <a:lstStyle/>
        <a:p>
          <a:pPr algn="ctr"/>
          <a:r>
            <a:rPr lang="zh-CN" altLang="en-US" sz="1050">
              <a:solidFill>
                <a:schemeClr val="tx1"/>
              </a:solidFill>
            </a:rPr>
            <a:t>需求跟踪</a:t>
          </a:r>
        </a:p>
      </dgm:t>
    </dgm:pt>
    <dgm:pt modelId="{787891A3-18DC-48C2-ACCC-90CA97C76827}" cxnId="{9F68A0D5-A4D3-4379-9AAE-DBB573BEFAEF}" type="parTrans">
      <dgm:prSet custT="1"/>
      <dgm:spPr>
        <a:ln>
          <a:solidFill>
            <a:schemeClr val="tx1"/>
          </a:solidFill>
        </a:ln>
      </dgm:spPr>
      <dgm:t>
        <a:bodyPr/>
        <a:lstStyle/>
        <a:p>
          <a:pPr algn="ctr"/>
          <a:endParaRPr lang="zh-CN" altLang="en-US" sz="1050">
            <a:solidFill>
              <a:schemeClr val="tx1"/>
            </a:solidFill>
          </a:endParaRPr>
        </a:p>
      </dgm:t>
    </dgm:pt>
    <dgm:pt modelId="{1E09D0A9-9DF3-42DE-ACD7-CE3D124539F6}" cxnId="{9F68A0D5-A4D3-4379-9AAE-DBB573BEFAEF}" type="sibTrans">
      <dgm:prSet/>
      <dgm:spPr/>
      <dgm:t>
        <a:bodyPr/>
        <a:lstStyle/>
        <a:p>
          <a:pPr algn="ctr"/>
          <a:endParaRPr lang="zh-CN" altLang="en-US" sz="1050">
            <a:solidFill>
              <a:schemeClr val="tx1"/>
            </a:solidFill>
          </a:endParaRPr>
        </a:p>
      </dgm:t>
    </dgm:pt>
    <dgm:pt modelId="{E500C69D-EBAD-4853-BF8E-4E7D2BFDD1B3}">
      <dgm:prSet phldrT="[文本]" custT="1"/>
      <dgm:spPr>
        <a:ln>
          <a:solidFill>
            <a:schemeClr val="tx1"/>
          </a:solidFill>
        </a:ln>
      </dgm:spPr>
      <dgm:t>
        <a:bodyPr/>
        <a:lstStyle/>
        <a:p>
          <a:pPr algn="ctr"/>
          <a:r>
            <a:rPr lang="zh-CN" altLang="en-US" sz="1050">
              <a:solidFill>
                <a:schemeClr val="tx1"/>
              </a:solidFill>
            </a:rPr>
            <a:t>需求工程</a:t>
          </a:r>
        </a:p>
      </dgm:t>
    </dgm:pt>
    <dgm:pt modelId="{75007CC8-198E-430C-BF1E-0F61DC8911D1}" cxnId="{4BA074F6-FA08-444C-80C3-182278B56244}" type="parTrans">
      <dgm:prSet/>
      <dgm:spPr/>
      <dgm:t>
        <a:bodyPr/>
        <a:lstStyle/>
        <a:p>
          <a:pPr algn="ctr"/>
          <a:endParaRPr lang="zh-CN" altLang="en-US" sz="1050">
            <a:solidFill>
              <a:schemeClr val="tx1"/>
            </a:solidFill>
          </a:endParaRPr>
        </a:p>
      </dgm:t>
    </dgm:pt>
    <dgm:pt modelId="{D5FB5DC5-8192-4FBA-98DD-CD3BDB8E5202}" cxnId="{4BA074F6-FA08-444C-80C3-182278B56244}" type="sibTrans">
      <dgm:prSet/>
      <dgm:spPr/>
      <dgm:t>
        <a:bodyPr/>
        <a:lstStyle/>
        <a:p>
          <a:pPr algn="ctr"/>
          <a:endParaRPr lang="zh-CN" altLang="en-US" sz="1050">
            <a:solidFill>
              <a:schemeClr val="tx1"/>
            </a:solidFill>
          </a:endParaRPr>
        </a:p>
      </dgm:t>
    </dgm:pt>
    <dgm:pt modelId="{19CD63FD-81D3-4EFC-B78D-EDAC0F50BC11}" type="pres">
      <dgm:prSet presAssocID="{DA2427FE-AA4A-42E8-8FDB-57B4CDD31F6A}" presName="diagram" presStyleCnt="0">
        <dgm:presLayoutVars>
          <dgm:chPref val="1"/>
          <dgm:dir/>
          <dgm:animOne val="branch"/>
          <dgm:animLvl val="lvl"/>
          <dgm:resizeHandles val="exact"/>
        </dgm:presLayoutVars>
      </dgm:prSet>
      <dgm:spPr/>
    </dgm:pt>
    <dgm:pt modelId="{9F8D71DC-887A-4C09-AD89-0AAC6BC81D18}" type="pres">
      <dgm:prSet presAssocID="{E500C69D-EBAD-4853-BF8E-4E7D2BFDD1B3}" presName="root1" presStyleCnt="0"/>
      <dgm:spPr/>
    </dgm:pt>
    <dgm:pt modelId="{D476DE26-71BA-4A74-A681-9464955A2643}" type="pres">
      <dgm:prSet presAssocID="{E500C69D-EBAD-4853-BF8E-4E7D2BFDD1B3}" presName="LevelOneTextNode" presStyleLbl="node0" presStyleIdx="0" presStyleCnt="1">
        <dgm:presLayoutVars>
          <dgm:chPref val="3"/>
        </dgm:presLayoutVars>
      </dgm:prSet>
      <dgm:spPr/>
    </dgm:pt>
    <dgm:pt modelId="{4914429A-C6B9-402F-B610-DECA5A0E7D64}" type="pres">
      <dgm:prSet presAssocID="{E500C69D-EBAD-4853-BF8E-4E7D2BFDD1B3}" presName="level2hierChild" presStyleCnt="0"/>
      <dgm:spPr/>
    </dgm:pt>
    <dgm:pt modelId="{538826AE-5072-4762-BFDC-22DB8141B00E}" type="pres">
      <dgm:prSet presAssocID="{99EA1E03-F0DE-4527-A4BF-19A816AA0D24}" presName="conn2-1" presStyleLbl="parChTrans1D2" presStyleIdx="0" presStyleCnt="2"/>
      <dgm:spPr/>
    </dgm:pt>
    <dgm:pt modelId="{F8F592FA-A92D-4C03-B5E3-15B512563A46}" type="pres">
      <dgm:prSet presAssocID="{99EA1E03-F0DE-4527-A4BF-19A816AA0D24}" presName="connTx" presStyleLbl="parChTrans1D2" presStyleIdx="0" presStyleCnt="2"/>
      <dgm:spPr/>
    </dgm:pt>
    <dgm:pt modelId="{35E8AE0D-0CCF-4D95-AFB4-386CCAD616C2}" type="pres">
      <dgm:prSet presAssocID="{38B7E4D5-A59F-408B-B7EB-B935CD895BF3}" presName="root2" presStyleCnt="0"/>
      <dgm:spPr/>
    </dgm:pt>
    <dgm:pt modelId="{7EF1BE31-ECAC-410D-9603-76B85D61871E}" type="pres">
      <dgm:prSet presAssocID="{38B7E4D5-A59F-408B-B7EB-B935CD895BF3}" presName="LevelTwoTextNode" presStyleLbl="node2" presStyleIdx="0" presStyleCnt="2">
        <dgm:presLayoutVars>
          <dgm:chPref val="3"/>
        </dgm:presLayoutVars>
      </dgm:prSet>
      <dgm:spPr/>
    </dgm:pt>
    <dgm:pt modelId="{3C5C98B9-4A3C-49A1-B964-43F2BEF681F2}" type="pres">
      <dgm:prSet presAssocID="{38B7E4D5-A59F-408B-B7EB-B935CD895BF3}" presName="level3hierChild" presStyleCnt="0"/>
      <dgm:spPr/>
    </dgm:pt>
    <dgm:pt modelId="{468D3915-3235-4B79-B6F2-32E68A1F3401}" type="pres">
      <dgm:prSet presAssocID="{28E104CB-61EB-407A-89F6-DA4C3E37A2C6}" presName="conn2-1" presStyleLbl="parChTrans1D3" presStyleIdx="0" presStyleCnt="7"/>
      <dgm:spPr/>
    </dgm:pt>
    <dgm:pt modelId="{76FCADD9-3E77-4090-ABC2-CC77DC0CCE91}" type="pres">
      <dgm:prSet presAssocID="{28E104CB-61EB-407A-89F6-DA4C3E37A2C6}" presName="connTx" presStyleLbl="parChTrans1D3" presStyleIdx="0" presStyleCnt="7"/>
      <dgm:spPr/>
    </dgm:pt>
    <dgm:pt modelId="{53F978C9-AA0C-47BA-B2CC-84720344A1C5}" type="pres">
      <dgm:prSet presAssocID="{58787BE2-476D-4152-AE3B-3C277E94DBD5}" presName="root2" presStyleCnt="0"/>
      <dgm:spPr/>
    </dgm:pt>
    <dgm:pt modelId="{7A31C0FE-8859-4498-AA6F-6073EDFF7B8C}" type="pres">
      <dgm:prSet presAssocID="{58787BE2-476D-4152-AE3B-3C277E94DBD5}" presName="LevelTwoTextNode" presStyleLbl="node3" presStyleIdx="0" presStyleCnt="7">
        <dgm:presLayoutVars>
          <dgm:chPref val="3"/>
        </dgm:presLayoutVars>
      </dgm:prSet>
      <dgm:spPr/>
    </dgm:pt>
    <dgm:pt modelId="{FE73EEED-872B-4E02-899B-6D811A0E750F}" type="pres">
      <dgm:prSet presAssocID="{58787BE2-476D-4152-AE3B-3C277E94DBD5}" presName="level3hierChild" presStyleCnt="0"/>
      <dgm:spPr/>
    </dgm:pt>
    <dgm:pt modelId="{8BE02D4C-6644-40EE-A2C7-38A233FEC071}" type="pres">
      <dgm:prSet presAssocID="{C4742C4E-37A0-44A4-A89C-6C43FB899D30}" presName="conn2-1" presStyleLbl="parChTrans1D3" presStyleIdx="1" presStyleCnt="7"/>
      <dgm:spPr/>
    </dgm:pt>
    <dgm:pt modelId="{EAB4A292-E92C-4216-816B-789B24C32F5B}" type="pres">
      <dgm:prSet presAssocID="{C4742C4E-37A0-44A4-A89C-6C43FB899D30}" presName="connTx" presStyleLbl="parChTrans1D3" presStyleIdx="1" presStyleCnt="7"/>
      <dgm:spPr/>
    </dgm:pt>
    <dgm:pt modelId="{6BF862C0-4926-4652-96FC-F9D2DA059173}" type="pres">
      <dgm:prSet presAssocID="{D7E47F81-5B03-4000-B6B1-81425D8B35C8}" presName="root2" presStyleCnt="0"/>
      <dgm:spPr/>
    </dgm:pt>
    <dgm:pt modelId="{42001D35-4D2C-4996-A399-8762ED89B48C}" type="pres">
      <dgm:prSet presAssocID="{D7E47F81-5B03-4000-B6B1-81425D8B35C8}" presName="LevelTwoTextNode" presStyleLbl="node3" presStyleIdx="1" presStyleCnt="7">
        <dgm:presLayoutVars>
          <dgm:chPref val="3"/>
        </dgm:presLayoutVars>
      </dgm:prSet>
      <dgm:spPr/>
    </dgm:pt>
    <dgm:pt modelId="{06C59679-93A3-4039-88C8-D5D9E0593F2B}" type="pres">
      <dgm:prSet presAssocID="{D7E47F81-5B03-4000-B6B1-81425D8B35C8}" presName="level3hierChild" presStyleCnt="0"/>
      <dgm:spPr/>
    </dgm:pt>
    <dgm:pt modelId="{A19AE972-3C12-4BE8-ABD7-0A40871AA9E6}" type="pres">
      <dgm:prSet presAssocID="{16A69271-BAF3-4833-8720-FD150FC0B388}" presName="conn2-1" presStyleLbl="parChTrans1D3" presStyleIdx="2" presStyleCnt="7"/>
      <dgm:spPr/>
    </dgm:pt>
    <dgm:pt modelId="{D82C16EE-0201-42B2-8003-8E678D71D057}" type="pres">
      <dgm:prSet presAssocID="{16A69271-BAF3-4833-8720-FD150FC0B388}" presName="connTx" presStyleLbl="parChTrans1D3" presStyleIdx="2" presStyleCnt="7"/>
      <dgm:spPr/>
    </dgm:pt>
    <dgm:pt modelId="{E541E491-ADE2-4F39-B62C-B55E7A1A8F07}" type="pres">
      <dgm:prSet presAssocID="{C2A98E1C-03A8-4C66-AC79-5ED3E0901EE2}" presName="root2" presStyleCnt="0"/>
      <dgm:spPr/>
    </dgm:pt>
    <dgm:pt modelId="{D55DE371-27DE-451E-BD72-EB235BFAD59A}" type="pres">
      <dgm:prSet presAssocID="{C2A98E1C-03A8-4C66-AC79-5ED3E0901EE2}" presName="LevelTwoTextNode" presStyleLbl="node3" presStyleIdx="2" presStyleCnt="7">
        <dgm:presLayoutVars>
          <dgm:chPref val="3"/>
        </dgm:presLayoutVars>
      </dgm:prSet>
      <dgm:spPr/>
    </dgm:pt>
    <dgm:pt modelId="{4085F8C3-B19A-4522-B3B3-7B24922D8AFA}" type="pres">
      <dgm:prSet presAssocID="{C2A98E1C-03A8-4C66-AC79-5ED3E0901EE2}" presName="level3hierChild" presStyleCnt="0"/>
      <dgm:spPr/>
    </dgm:pt>
    <dgm:pt modelId="{9605A588-982D-4DF9-A49F-ED5865E4ADA7}" type="pres">
      <dgm:prSet presAssocID="{21CAF054-97D1-4F12-B500-BD2C1FC8EE85}" presName="conn2-1" presStyleLbl="parChTrans1D3" presStyleIdx="3" presStyleCnt="7"/>
      <dgm:spPr/>
    </dgm:pt>
    <dgm:pt modelId="{0036C55E-26BD-48F9-8168-1BEDCC0E9DC5}" type="pres">
      <dgm:prSet presAssocID="{21CAF054-97D1-4F12-B500-BD2C1FC8EE85}" presName="connTx" presStyleLbl="parChTrans1D3" presStyleIdx="3" presStyleCnt="7"/>
      <dgm:spPr/>
    </dgm:pt>
    <dgm:pt modelId="{8AC2BF6D-88AF-4A0B-8FF9-793C0C3978C1}" type="pres">
      <dgm:prSet presAssocID="{D7F5E418-C5C5-4210-AA86-C81A3A5BF1EF}" presName="root2" presStyleCnt="0"/>
      <dgm:spPr/>
    </dgm:pt>
    <dgm:pt modelId="{82CC71D0-7F8F-428C-A852-E0CC3FB61176}" type="pres">
      <dgm:prSet presAssocID="{D7F5E418-C5C5-4210-AA86-C81A3A5BF1EF}" presName="LevelTwoTextNode" presStyleLbl="node3" presStyleIdx="3" presStyleCnt="7">
        <dgm:presLayoutVars>
          <dgm:chPref val="3"/>
        </dgm:presLayoutVars>
      </dgm:prSet>
      <dgm:spPr/>
    </dgm:pt>
    <dgm:pt modelId="{6622117A-013C-45BE-B328-D7FB180FF8B9}" type="pres">
      <dgm:prSet presAssocID="{D7F5E418-C5C5-4210-AA86-C81A3A5BF1EF}" presName="level3hierChild" presStyleCnt="0"/>
      <dgm:spPr/>
    </dgm:pt>
    <dgm:pt modelId="{A6DCC59F-751A-4982-A7B9-928AC093723C}" type="pres">
      <dgm:prSet presAssocID="{853CA28D-E22C-4814-B301-BB72A919BA1F}" presName="conn2-1" presStyleLbl="parChTrans1D2" presStyleIdx="1" presStyleCnt="2"/>
      <dgm:spPr/>
    </dgm:pt>
    <dgm:pt modelId="{BB49DA28-55AB-4268-AD53-FEA5E0928D85}" type="pres">
      <dgm:prSet presAssocID="{853CA28D-E22C-4814-B301-BB72A919BA1F}" presName="connTx" presStyleLbl="parChTrans1D2" presStyleIdx="1" presStyleCnt="2"/>
      <dgm:spPr/>
    </dgm:pt>
    <dgm:pt modelId="{D7662BF5-60E9-4704-A50F-A1DB0151F609}" type="pres">
      <dgm:prSet presAssocID="{46416FCB-2C9D-42F4-AAA7-B55630C6F945}" presName="root2" presStyleCnt="0"/>
      <dgm:spPr/>
    </dgm:pt>
    <dgm:pt modelId="{73E609F2-C5AB-4241-B29B-6F9EEE7943E5}" type="pres">
      <dgm:prSet presAssocID="{46416FCB-2C9D-42F4-AAA7-B55630C6F945}" presName="LevelTwoTextNode" presStyleLbl="node2" presStyleIdx="1" presStyleCnt="2">
        <dgm:presLayoutVars>
          <dgm:chPref val="3"/>
        </dgm:presLayoutVars>
      </dgm:prSet>
      <dgm:spPr/>
    </dgm:pt>
    <dgm:pt modelId="{00EAA9FE-1796-43AE-BF92-C519B82E3567}" type="pres">
      <dgm:prSet presAssocID="{46416FCB-2C9D-42F4-AAA7-B55630C6F945}" presName="level3hierChild" presStyleCnt="0"/>
      <dgm:spPr/>
    </dgm:pt>
    <dgm:pt modelId="{04401C48-FFCE-49E4-971C-72413A3A776A}" type="pres">
      <dgm:prSet presAssocID="{129488E5-54E3-4339-B649-959A17601D12}" presName="conn2-1" presStyleLbl="parChTrans1D3" presStyleIdx="4" presStyleCnt="7"/>
      <dgm:spPr/>
    </dgm:pt>
    <dgm:pt modelId="{1963BB61-4F17-452B-AD6B-8A0D70B6DEB3}" type="pres">
      <dgm:prSet presAssocID="{129488E5-54E3-4339-B649-959A17601D12}" presName="connTx" presStyleLbl="parChTrans1D3" presStyleIdx="4" presStyleCnt="7"/>
      <dgm:spPr/>
    </dgm:pt>
    <dgm:pt modelId="{6CD75DC9-53A1-47E2-8612-491115E2A8EA}" type="pres">
      <dgm:prSet presAssocID="{B551EF46-24EA-48AA-B956-D58AA68DDF60}" presName="root2" presStyleCnt="0"/>
      <dgm:spPr/>
    </dgm:pt>
    <dgm:pt modelId="{A421BBB8-1DE1-4E33-92A9-D4079E6B5E38}" type="pres">
      <dgm:prSet presAssocID="{B551EF46-24EA-48AA-B956-D58AA68DDF60}" presName="LevelTwoTextNode" presStyleLbl="node3" presStyleIdx="4" presStyleCnt="7">
        <dgm:presLayoutVars>
          <dgm:chPref val="3"/>
        </dgm:presLayoutVars>
      </dgm:prSet>
      <dgm:spPr/>
    </dgm:pt>
    <dgm:pt modelId="{9412FBD0-941C-47E0-BB50-63A37E5C1550}" type="pres">
      <dgm:prSet presAssocID="{B551EF46-24EA-48AA-B956-D58AA68DDF60}" presName="level3hierChild" presStyleCnt="0"/>
      <dgm:spPr/>
    </dgm:pt>
    <dgm:pt modelId="{B734E42E-3C38-4DEB-808F-D0E523A6E596}" type="pres">
      <dgm:prSet presAssocID="{0A8073E2-A66D-42BF-9572-C894FBFC02EF}" presName="conn2-1" presStyleLbl="parChTrans1D3" presStyleIdx="5" presStyleCnt="7"/>
      <dgm:spPr/>
    </dgm:pt>
    <dgm:pt modelId="{D0FE1D65-2FF0-443C-B1A8-64223DACAA41}" type="pres">
      <dgm:prSet presAssocID="{0A8073E2-A66D-42BF-9572-C894FBFC02EF}" presName="connTx" presStyleLbl="parChTrans1D3" presStyleIdx="5" presStyleCnt="7"/>
      <dgm:spPr/>
    </dgm:pt>
    <dgm:pt modelId="{F9F68577-FAE6-42F4-9CA9-EBB2CB3455DF}" type="pres">
      <dgm:prSet presAssocID="{6701A85D-51D1-400B-9AAD-19DE156EBD7B}" presName="root2" presStyleCnt="0"/>
      <dgm:spPr/>
    </dgm:pt>
    <dgm:pt modelId="{DB08C4E2-7350-42E3-B7B6-B44D0AEBF3A3}" type="pres">
      <dgm:prSet presAssocID="{6701A85D-51D1-400B-9AAD-19DE156EBD7B}" presName="LevelTwoTextNode" presStyleLbl="node3" presStyleIdx="5" presStyleCnt="7">
        <dgm:presLayoutVars>
          <dgm:chPref val="3"/>
        </dgm:presLayoutVars>
      </dgm:prSet>
      <dgm:spPr/>
    </dgm:pt>
    <dgm:pt modelId="{E858507A-2C04-463B-AB22-5299AE907A64}" type="pres">
      <dgm:prSet presAssocID="{6701A85D-51D1-400B-9AAD-19DE156EBD7B}" presName="level3hierChild" presStyleCnt="0"/>
      <dgm:spPr/>
    </dgm:pt>
    <dgm:pt modelId="{31378522-A799-48DC-8107-9B5149110FE2}" type="pres">
      <dgm:prSet presAssocID="{787891A3-18DC-48C2-ACCC-90CA97C76827}" presName="conn2-1" presStyleLbl="parChTrans1D3" presStyleIdx="6" presStyleCnt="7"/>
      <dgm:spPr/>
    </dgm:pt>
    <dgm:pt modelId="{C5BF85C1-E579-4BC0-B092-6B4648431448}" type="pres">
      <dgm:prSet presAssocID="{787891A3-18DC-48C2-ACCC-90CA97C76827}" presName="connTx" presStyleLbl="parChTrans1D3" presStyleIdx="6" presStyleCnt="7"/>
      <dgm:spPr/>
    </dgm:pt>
    <dgm:pt modelId="{77352673-C7A9-49BA-B31B-B60B42303B32}" type="pres">
      <dgm:prSet presAssocID="{39F073A8-D2F1-4D94-A62B-5C7887590A49}" presName="root2" presStyleCnt="0"/>
      <dgm:spPr/>
    </dgm:pt>
    <dgm:pt modelId="{1CE14AD8-6E3D-4C51-BDBD-7A1FA8EFE8FA}" type="pres">
      <dgm:prSet presAssocID="{39F073A8-D2F1-4D94-A62B-5C7887590A49}" presName="LevelTwoTextNode" presStyleLbl="node3" presStyleIdx="6" presStyleCnt="7">
        <dgm:presLayoutVars>
          <dgm:chPref val="3"/>
        </dgm:presLayoutVars>
      </dgm:prSet>
      <dgm:spPr/>
    </dgm:pt>
    <dgm:pt modelId="{E354BF35-880B-41E1-A47F-6D1C330AEFF3}" type="pres">
      <dgm:prSet presAssocID="{39F073A8-D2F1-4D94-A62B-5C7887590A49}" presName="level3hierChild" presStyleCnt="0"/>
      <dgm:spPr/>
    </dgm:pt>
  </dgm:ptLst>
  <dgm:cxnLst>
    <dgm:cxn modelId="{CCBEBE0C-59E4-463F-847F-2B1E877496D0}" type="presOf" srcId="{C2A98E1C-03A8-4C66-AC79-5ED3E0901EE2}" destId="{D55DE371-27DE-451E-BD72-EB235BFAD59A}" srcOrd="0" destOrd="0" presId="urn:microsoft.com/office/officeart/2005/8/layout/hierarchy2"/>
    <dgm:cxn modelId="{65DB810D-5E70-424B-A554-A3283994E21B}" type="presOf" srcId="{787891A3-18DC-48C2-ACCC-90CA97C76827}" destId="{31378522-A799-48DC-8107-9B5149110FE2}" srcOrd="0" destOrd="0" presId="urn:microsoft.com/office/officeart/2005/8/layout/hierarchy2"/>
    <dgm:cxn modelId="{6D421613-8823-488D-B001-CDE1D2F07E5B}" srcId="{38B7E4D5-A59F-408B-B7EB-B935CD895BF3}" destId="{C2A98E1C-03A8-4C66-AC79-5ED3E0901EE2}" srcOrd="2" destOrd="0" parTransId="{16A69271-BAF3-4833-8720-FD150FC0B388}" sibTransId="{B76CF112-88EB-4BBB-9BCF-5F7DDCD2C447}"/>
    <dgm:cxn modelId="{E57B8315-2DCC-43C5-96AB-9044EDAB1411}" type="presOf" srcId="{21CAF054-97D1-4F12-B500-BD2C1FC8EE85}" destId="{9605A588-982D-4DF9-A49F-ED5865E4ADA7}" srcOrd="0" destOrd="0" presId="urn:microsoft.com/office/officeart/2005/8/layout/hierarchy2"/>
    <dgm:cxn modelId="{43306A1C-BD55-4285-B2E6-3C136F842A85}" type="presOf" srcId="{28E104CB-61EB-407A-89F6-DA4C3E37A2C6}" destId="{468D3915-3235-4B79-B6F2-32E68A1F3401}" srcOrd="0" destOrd="0" presId="urn:microsoft.com/office/officeart/2005/8/layout/hierarchy2"/>
    <dgm:cxn modelId="{1562B622-7973-45D1-AE1B-BE43E31BF607}" type="presOf" srcId="{D7F5E418-C5C5-4210-AA86-C81A3A5BF1EF}" destId="{82CC71D0-7F8F-428C-A852-E0CC3FB61176}" srcOrd="0" destOrd="0" presId="urn:microsoft.com/office/officeart/2005/8/layout/hierarchy2"/>
    <dgm:cxn modelId="{2CCC3C23-A2A8-4DF1-A94B-20638AA5E8E3}" type="presOf" srcId="{787891A3-18DC-48C2-ACCC-90CA97C76827}" destId="{C5BF85C1-E579-4BC0-B092-6B4648431448}" srcOrd="1" destOrd="0" presId="urn:microsoft.com/office/officeart/2005/8/layout/hierarchy2"/>
    <dgm:cxn modelId="{E8A20E24-4A21-45AE-86CA-602E82D754A8}" type="presOf" srcId="{38B7E4D5-A59F-408B-B7EB-B935CD895BF3}" destId="{7EF1BE31-ECAC-410D-9603-76B85D61871E}" srcOrd="0" destOrd="0" presId="urn:microsoft.com/office/officeart/2005/8/layout/hierarchy2"/>
    <dgm:cxn modelId="{306B562D-79E2-4F52-B668-AB7973437B6B}" type="presOf" srcId="{39F073A8-D2F1-4D94-A62B-5C7887590A49}" destId="{1CE14AD8-6E3D-4C51-BDBD-7A1FA8EFE8FA}" srcOrd="0" destOrd="0" presId="urn:microsoft.com/office/officeart/2005/8/layout/hierarchy2"/>
    <dgm:cxn modelId="{F1B05B2F-220D-4A4F-A12D-A4F5DA4D69B0}" type="presOf" srcId="{E500C69D-EBAD-4853-BF8E-4E7D2BFDD1B3}" destId="{D476DE26-71BA-4A74-A681-9464955A2643}" srcOrd="0" destOrd="0" presId="urn:microsoft.com/office/officeart/2005/8/layout/hierarchy2"/>
    <dgm:cxn modelId="{58FFC05B-3002-4C47-8CEE-827167203878}" type="presOf" srcId="{99EA1E03-F0DE-4527-A4BF-19A816AA0D24}" destId="{538826AE-5072-4762-BFDC-22DB8141B00E}" srcOrd="0" destOrd="0" presId="urn:microsoft.com/office/officeart/2005/8/layout/hierarchy2"/>
    <dgm:cxn modelId="{5464975F-50FB-4702-974E-77D4A9A7CB15}" type="presOf" srcId="{129488E5-54E3-4339-B649-959A17601D12}" destId="{04401C48-FFCE-49E4-971C-72413A3A776A}" srcOrd="0" destOrd="0" presId="urn:microsoft.com/office/officeart/2005/8/layout/hierarchy2"/>
    <dgm:cxn modelId="{ED89CD42-3949-45B6-8310-0A19B2E63B09}" type="presOf" srcId="{16A69271-BAF3-4833-8720-FD150FC0B388}" destId="{A19AE972-3C12-4BE8-ABD7-0A40871AA9E6}" srcOrd="0" destOrd="0" presId="urn:microsoft.com/office/officeart/2005/8/layout/hierarchy2"/>
    <dgm:cxn modelId="{C9E67764-F7D1-4AAE-B826-1F7139A68D58}" srcId="{38B7E4D5-A59F-408B-B7EB-B935CD895BF3}" destId="{58787BE2-476D-4152-AE3B-3C277E94DBD5}" srcOrd="0" destOrd="0" parTransId="{28E104CB-61EB-407A-89F6-DA4C3E37A2C6}" sibTransId="{7541B40B-6459-4CDE-A65F-3457C1AC26F4}"/>
    <dgm:cxn modelId="{7F33DE65-A264-40C5-B0E7-2758394C4082}" type="presOf" srcId="{C4742C4E-37A0-44A4-A89C-6C43FB899D30}" destId="{8BE02D4C-6644-40EE-A2C7-38A233FEC071}" srcOrd="0" destOrd="0" presId="urn:microsoft.com/office/officeart/2005/8/layout/hierarchy2"/>
    <dgm:cxn modelId="{2B1CA050-53F6-41B2-B18C-A2DB97DAD70E}" type="presOf" srcId="{129488E5-54E3-4339-B649-959A17601D12}" destId="{1963BB61-4F17-452B-AD6B-8A0D70B6DEB3}" srcOrd="1" destOrd="0" presId="urn:microsoft.com/office/officeart/2005/8/layout/hierarchy2"/>
    <dgm:cxn modelId="{6EA4B171-0928-48D4-AA62-FDD1C4F4F337}" type="presOf" srcId="{99EA1E03-F0DE-4527-A4BF-19A816AA0D24}" destId="{F8F592FA-A92D-4C03-B5E3-15B512563A46}" srcOrd="1" destOrd="0" presId="urn:microsoft.com/office/officeart/2005/8/layout/hierarchy2"/>
    <dgm:cxn modelId="{C1E92E72-7451-4926-86EA-D74FE55E43FE}" type="presOf" srcId="{DA2427FE-AA4A-42E8-8FDB-57B4CDD31F6A}" destId="{19CD63FD-81D3-4EFC-B78D-EDAC0F50BC11}" srcOrd="0" destOrd="0" presId="urn:microsoft.com/office/officeart/2005/8/layout/hierarchy2"/>
    <dgm:cxn modelId="{7227E373-1DF7-4A6E-B364-F8D0A6065434}" srcId="{38B7E4D5-A59F-408B-B7EB-B935CD895BF3}" destId="{D7E47F81-5B03-4000-B6B1-81425D8B35C8}" srcOrd="1" destOrd="0" parTransId="{C4742C4E-37A0-44A4-A89C-6C43FB899D30}" sibTransId="{7B0707F9-FF74-427E-A069-4B949C5DC275}"/>
    <dgm:cxn modelId="{D71DAA57-A329-45F1-9AB1-61F0CCDBF704}" type="presOf" srcId="{21CAF054-97D1-4F12-B500-BD2C1FC8EE85}" destId="{0036C55E-26BD-48F9-8168-1BEDCC0E9DC5}" srcOrd="1" destOrd="0" presId="urn:microsoft.com/office/officeart/2005/8/layout/hierarchy2"/>
    <dgm:cxn modelId="{75B8B079-1A11-4CFF-8A29-2EC4CA88A1EE}" type="presOf" srcId="{C4742C4E-37A0-44A4-A89C-6C43FB899D30}" destId="{EAB4A292-E92C-4216-816B-789B24C32F5B}" srcOrd="1" destOrd="0" presId="urn:microsoft.com/office/officeart/2005/8/layout/hierarchy2"/>
    <dgm:cxn modelId="{D8F7758F-D952-47F8-A047-4BA88D6D8598}" srcId="{E500C69D-EBAD-4853-BF8E-4E7D2BFDD1B3}" destId="{46416FCB-2C9D-42F4-AAA7-B55630C6F945}" srcOrd="1" destOrd="0" parTransId="{853CA28D-E22C-4814-B301-BB72A919BA1F}" sibTransId="{CBCA3941-B883-4EFF-98C2-2D756852BFE3}"/>
    <dgm:cxn modelId="{61C7EA8F-1EC0-4830-BB69-C5DF44125578}" type="presOf" srcId="{28E104CB-61EB-407A-89F6-DA4C3E37A2C6}" destId="{76FCADD9-3E77-4090-ABC2-CC77DC0CCE91}" srcOrd="1" destOrd="0" presId="urn:microsoft.com/office/officeart/2005/8/layout/hierarchy2"/>
    <dgm:cxn modelId="{3CB2EB91-A886-49F9-826C-F64C2519AE83}" type="presOf" srcId="{D7E47F81-5B03-4000-B6B1-81425D8B35C8}" destId="{42001D35-4D2C-4996-A399-8762ED89B48C}" srcOrd="0" destOrd="0" presId="urn:microsoft.com/office/officeart/2005/8/layout/hierarchy2"/>
    <dgm:cxn modelId="{D3FB88A6-C806-406E-B6D2-49E7F5394A39}" srcId="{38B7E4D5-A59F-408B-B7EB-B935CD895BF3}" destId="{D7F5E418-C5C5-4210-AA86-C81A3A5BF1EF}" srcOrd="3" destOrd="0" parTransId="{21CAF054-97D1-4F12-B500-BD2C1FC8EE85}" sibTransId="{02620D2E-9FC8-434B-A69F-E8780F02C5D4}"/>
    <dgm:cxn modelId="{4AAAEEA7-00AB-4DD2-A9BB-F3D7885496DD}" srcId="{46416FCB-2C9D-42F4-AAA7-B55630C6F945}" destId="{6701A85D-51D1-400B-9AAD-19DE156EBD7B}" srcOrd="1" destOrd="0" parTransId="{0A8073E2-A66D-42BF-9572-C894FBFC02EF}" sibTransId="{C1C636C8-885B-4DA3-BA45-D81F208650BD}"/>
    <dgm:cxn modelId="{B41313AB-D3B0-4309-9F61-0B4CF2547C10}" type="presOf" srcId="{853CA28D-E22C-4814-B301-BB72A919BA1F}" destId="{A6DCC59F-751A-4982-A7B9-928AC093723C}" srcOrd="0" destOrd="0" presId="urn:microsoft.com/office/officeart/2005/8/layout/hierarchy2"/>
    <dgm:cxn modelId="{01597AAE-E8F5-45C6-AF13-07A5EF121693}" srcId="{46416FCB-2C9D-42F4-AAA7-B55630C6F945}" destId="{B551EF46-24EA-48AA-B956-D58AA68DDF60}" srcOrd="0" destOrd="0" parTransId="{129488E5-54E3-4339-B649-959A17601D12}" sibTransId="{63C30CBA-2DBB-44D9-BEEB-AD17F804C868}"/>
    <dgm:cxn modelId="{C896A1BA-9323-4E2A-8EEC-5853F2698536}" type="presOf" srcId="{0A8073E2-A66D-42BF-9572-C894FBFC02EF}" destId="{B734E42E-3C38-4DEB-808F-D0E523A6E596}" srcOrd="0" destOrd="0" presId="urn:microsoft.com/office/officeart/2005/8/layout/hierarchy2"/>
    <dgm:cxn modelId="{585EE8BD-36E0-4E0A-8A60-B229386FBFD9}" type="presOf" srcId="{6701A85D-51D1-400B-9AAD-19DE156EBD7B}" destId="{DB08C4E2-7350-42E3-B7B6-B44D0AEBF3A3}" srcOrd="0" destOrd="0" presId="urn:microsoft.com/office/officeart/2005/8/layout/hierarchy2"/>
    <dgm:cxn modelId="{86A1BCC0-A2CE-4616-A4DC-CF889C028F51}" type="presOf" srcId="{0A8073E2-A66D-42BF-9572-C894FBFC02EF}" destId="{D0FE1D65-2FF0-443C-B1A8-64223DACAA41}" srcOrd="1" destOrd="0" presId="urn:microsoft.com/office/officeart/2005/8/layout/hierarchy2"/>
    <dgm:cxn modelId="{E523A2C6-4981-46BE-84C8-BF644F960800}" type="presOf" srcId="{58787BE2-476D-4152-AE3B-3C277E94DBD5}" destId="{7A31C0FE-8859-4498-AA6F-6073EDFF7B8C}" srcOrd="0" destOrd="0" presId="urn:microsoft.com/office/officeart/2005/8/layout/hierarchy2"/>
    <dgm:cxn modelId="{9F68A0D5-A4D3-4379-9AAE-DBB573BEFAEF}" srcId="{46416FCB-2C9D-42F4-AAA7-B55630C6F945}" destId="{39F073A8-D2F1-4D94-A62B-5C7887590A49}" srcOrd="2" destOrd="0" parTransId="{787891A3-18DC-48C2-ACCC-90CA97C76827}" sibTransId="{1E09D0A9-9DF3-42DE-ACD7-CE3D124539F6}"/>
    <dgm:cxn modelId="{834222DA-35BD-44F2-9EF5-9A5546B00FE8}" srcId="{E500C69D-EBAD-4853-BF8E-4E7D2BFDD1B3}" destId="{38B7E4D5-A59F-408B-B7EB-B935CD895BF3}" srcOrd="0" destOrd="0" parTransId="{99EA1E03-F0DE-4527-A4BF-19A816AA0D24}" sibTransId="{FE373B4E-F104-4BD9-969A-CE1899B8FE17}"/>
    <dgm:cxn modelId="{00AEC2DE-8317-4DCC-9D6C-A0CED5A6E153}" type="presOf" srcId="{16A69271-BAF3-4833-8720-FD150FC0B388}" destId="{D82C16EE-0201-42B2-8003-8E678D71D057}" srcOrd="1" destOrd="0" presId="urn:microsoft.com/office/officeart/2005/8/layout/hierarchy2"/>
    <dgm:cxn modelId="{FD7B7CF1-330C-41E1-B0BF-330EA39C4CC8}" type="presOf" srcId="{46416FCB-2C9D-42F4-AAA7-B55630C6F945}" destId="{73E609F2-C5AB-4241-B29B-6F9EEE7943E5}" srcOrd="0" destOrd="0" presId="urn:microsoft.com/office/officeart/2005/8/layout/hierarchy2"/>
    <dgm:cxn modelId="{AD1097F1-D9EF-4E12-B74F-E7AE558233C5}" type="presOf" srcId="{B551EF46-24EA-48AA-B956-D58AA68DDF60}" destId="{A421BBB8-1DE1-4E33-92A9-D4079E6B5E38}" srcOrd="0" destOrd="0" presId="urn:microsoft.com/office/officeart/2005/8/layout/hierarchy2"/>
    <dgm:cxn modelId="{4BA074F6-FA08-444C-80C3-182278B56244}" srcId="{DA2427FE-AA4A-42E8-8FDB-57B4CDD31F6A}" destId="{E500C69D-EBAD-4853-BF8E-4E7D2BFDD1B3}" srcOrd="0" destOrd="0" parTransId="{75007CC8-198E-430C-BF1E-0F61DC8911D1}" sibTransId="{D5FB5DC5-8192-4FBA-98DD-CD3BDB8E5202}"/>
    <dgm:cxn modelId="{E53A44F8-0354-4664-B601-4C5E3A063227}" type="presOf" srcId="{853CA28D-E22C-4814-B301-BB72A919BA1F}" destId="{BB49DA28-55AB-4268-AD53-FEA5E0928D85}" srcOrd="1" destOrd="0" presId="urn:microsoft.com/office/officeart/2005/8/layout/hierarchy2"/>
    <dgm:cxn modelId="{52B4F00F-405E-4FB8-9F7D-C7AACDD88A87}" type="presParOf" srcId="{19CD63FD-81D3-4EFC-B78D-EDAC0F50BC11}" destId="{9F8D71DC-887A-4C09-AD89-0AAC6BC81D18}" srcOrd="0" destOrd="0" presId="urn:microsoft.com/office/officeart/2005/8/layout/hierarchy2"/>
    <dgm:cxn modelId="{56525D65-0E99-45F2-88DA-6FD9B73A3F52}" type="presParOf" srcId="{9F8D71DC-887A-4C09-AD89-0AAC6BC81D18}" destId="{D476DE26-71BA-4A74-A681-9464955A2643}" srcOrd="0" destOrd="0" presId="urn:microsoft.com/office/officeart/2005/8/layout/hierarchy2"/>
    <dgm:cxn modelId="{B5F1F2CA-1952-485B-8EAB-42B973AF21EC}" type="presParOf" srcId="{9F8D71DC-887A-4C09-AD89-0AAC6BC81D18}" destId="{4914429A-C6B9-402F-B610-DECA5A0E7D64}" srcOrd="1" destOrd="0" presId="urn:microsoft.com/office/officeart/2005/8/layout/hierarchy2"/>
    <dgm:cxn modelId="{7ACB274F-2D85-43E6-AF0F-FB50A69A9328}" type="presParOf" srcId="{4914429A-C6B9-402F-B610-DECA5A0E7D64}" destId="{538826AE-5072-4762-BFDC-22DB8141B00E}" srcOrd="0" destOrd="0" presId="urn:microsoft.com/office/officeart/2005/8/layout/hierarchy2"/>
    <dgm:cxn modelId="{EED219B1-3B30-4F52-AA4A-F0BEAD6158FE}" type="presParOf" srcId="{538826AE-5072-4762-BFDC-22DB8141B00E}" destId="{F8F592FA-A92D-4C03-B5E3-15B512563A46}" srcOrd="0" destOrd="0" presId="urn:microsoft.com/office/officeart/2005/8/layout/hierarchy2"/>
    <dgm:cxn modelId="{6F4C3AB9-6889-46BB-B7CC-4C1AF301745B}" type="presParOf" srcId="{4914429A-C6B9-402F-B610-DECA5A0E7D64}" destId="{35E8AE0D-0CCF-4D95-AFB4-386CCAD616C2}" srcOrd="1" destOrd="0" presId="urn:microsoft.com/office/officeart/2005/8/layout/hierarchy2"/>
    <dgm:cxn modelId="{8FAC5D62-4488-4D22-9564-38D84A34996B}" type="presParOf" srcId="{35E8AE0D-0CCF-4D95-AFB4-386CCAD616C2}" destId="{7EF1BE31-ECAC-410D-9603-76B85D61871E}" srcOrd="0" destOrd="0" presId="urn:microsoft.com/office/officeart/2005/8/layout/hierarchy2"/>
    <dgm:cxn modelId="{7ED20F05-D2E5-46E5-83FA-8709AEC056A3}" type="presParOf" srcId="{35E8AE0D-0CCF-4D95-AFB4-386CCAD616C2}" destId="{3C5C98B9-4A3C-49A1-B964-43F2BEF681F2}" srcOrd="1" destOrd="0" presId="urn:microsoft.com/office/officeart/2005/8/layout/hierarchy2"/>
    <dgm:cxn modelId="{6539A5B2-F079-4669-8785-69065AF60B46}" type="presParOf" srcId="{3C5C98B9-4A3C-49A1-B964-43F2BEF681F2}" destId="{468D3915-3235-4B79-B6F2-32E68A1F3401}" srcOrd="0" destOrd="0" presId="urn:microsoft.com/office/officeart/2005/8/layout/hierarchy2"/>
    <dgm:cxn modelId="{2B747FB2-6195-49B4-B87A-3A4D672D8E5C}" type="presParOf" srcId="{468D3915-3235-4B79-B6F2-32E68A1F3401}" destId="{76FCADD9-3E77-4090-ABC2-CC77DC0CCE91}" srcOrd="0" destOrd="0" presId="urn:microsoft.com/office/officeart/2005/8/layout/hierarchy2"/>
    <dgm:cxn modelId="{B6F68ACA-87B3-4CF0-B8D2-72B28377CB20}" type="presParOf" srcId="{3C5C98B9-4A3C-49A1-B964-43F2BEF681F2}" destId="{53F978C9-AA0C-47BA-B2CC-84720344A1C5}" srcOrd="1" destOrd="0" presId="urn:microsoft.com/office/officeart/2005/8/layout/hierarchy2"/>
    <dgm:cxn modelId="{84306AFC-EBC5-41CF-AB6D-5982B47FCF69}" type="presParOf" srcId="{53F978C9-AA0C-47BA-B2CC-84720344A1C5}" destId="{7A31C0FE-8859-4498-AA6F-6073EDFF7B8C}" srcOrd="0" destOrd="0" presId="urn:microsoft.com/office/officeart/2005/8/layout/hierarchy2"/>
    <dgm:cxn modelId="{B2DBE0C1-67AD-4491-95A8-E98545E81687}" type="presParOf" srcId="{53F978C9-AA0C-47BA-B2CC-84720344A1C5}" destId="{FE73EEED-872B-4E02-899B-6D811A0E750F}" srcOrd="1" destOrd="0" presId="urn:microsoft.com/office/officeart/2005/8/layout/hierarchy2"/>
    <dgm:cxn modelId="{D514C548-A5AB-4CB6-9E64-80C12E8F3D88}" type="presParOf" srcId="{3C5C98B9-4A3C-49A1-B964-43F2BEF681F2}" destId="{8BE02D4C-6644-40EE-A2C7-38A233FEC071}" srcOrd="2" destOrd="0" presId="urn:microsoft.com/office/officeart/2005/8/layout/hierarchy2"/>
    <dgm:cxn modelId="{CC1CC4A3-BEA6-4523-9F69-D3D746233B90}" type="presParOf" srcId="{8BE02D4C-6644-40EE-A2C7-38A233FEC071}" destId="{EAB4A292-E92C-4216-816B-789B24C32F5B}" srcOrd="0" destOrd="0" presId="urn:microsoft.com/office/officeart/2005/8/layout/hierarchy2"/>
    <dgm:cxn modelId="{F1AE95B1-9858-4554-A41C-0D578D310ADD}" type="presParOf" srcId="{3C5C98B9-4A3C-49A1-B964-43F2BEF681F2}" destId="{6BF862C0-4926-4652-96FC-F9D2DA059173}" srcOrd="3" destOrd="0" presId="urn:microsoft.com/office/officeart/2005/8/layout/hierarchy2"/>
    <dgm:cxn modelId="{0BEA0973-1C4F-4745-93B0-3573A036950E}" type="presParOf" srcId="{6BF862C0-4926-4652-96FC-F9D2DA059173}" destId="{42001D35-4D2C-4996-A399-8762ED89B48C}" srcOrd="0" destOrd="0" presId="urn:microsoft.com/office/officeart/2005/8/layout/hierarchy2"/>
    <dgm:cxn modelId="{B3F8263A-6C4A-41F8-8A50-B520451A0C24}" type="presParOf" srcId="{6BF862C0-4926-4652-96FC-F9D2DA059173}" destId="{06C59679-93A3-4039-88C8-D5D9E0593F2B}" srcOrd="1" destOrd="0" presId="urn:microsoft.com/office/officeart/2005/8/layout/hierarchy2"/>
    <dgm:cxn modelId="{39DD5F44-47C1-4009-A0EB-B884BAA58C3D}" type="presParOf" srcId="{3C5C98B9-4A3C-49A1-B964-43F2BEF681F2}" destId="{A19AE972-3C12-4BE8-ABD7-0A40871AA9E6}" srcOrd="4" destOrd="0" presId="urn:microsoft.com/office/officeart/2005/8/layout/hierarchy2"/>
    <dgm:cxn modelId="{519DDA5C-F851-4EF2-BC3A-89905268895D}" type="presParOf" srcId="{A19AE972-3C12-4BE8-ABD7-0A40871AA9E6}" destId="{D82C16EE-0201-42B2-8003-8E678D71D057}" srcOrd="0" destOrd="0" presId="urn:microsoft.com/office/officeart/2005/8/layout/hierarchy2"/>
    <dgm:cxn modelId="{D89C6D05-21CA-423B-85B2-A1A848CEF08C}" type="presParOf" srcId="{3C5C98B9-4A3C-49A1-B964-43F2BEF681F2}" destId="{E541E491-ADE2-4F39-B62C-B55E7A1A8F07}" srcOrd="5" destOrd="0" presId="urn:microsoft.com/office/officeart/2005/8/layout/hierarchy2"/>
    <dgm:cxn modelId="{697F96B2-2D0B-4F3C-BADB-5874DE9307FB}" type="presParOf" srcId="{E541E491-ADE2-4F39-B62C-B55E7A1A8F07}" destId="{D55DE371-27DE-451E-BD72-EB235BFAD59A}" srcOrd="0" destOrd="0" presId="urn:microsoft.com/office/officeart/2005/8/layout/hierarchy2"/>
    <dgm:cxn modelId="{538CE8F3-315B-4A4C-B8E9-98B5B2FC518A}" type="presParOf" srcId="{E541E491-ADE2-4F39-B62C-B55E7A1A8F07}" destId="{4085F8C3-B19A-4522-B3B3-7B24922D8AFA}" srcOrd="1" destOrd="0" presId="urn:microsoft.com/office/officeart/2005/8/layout/hierarchy2"/>
    <dgm:cxn modelId="{578B6424-3BB7-48B8-BABA-8D0EF101D284}" type="presParOf" srcId="{3C5C98B9-4A3C-49A1-B964-43F2BEF681F2}" destId="{9605A588-982D-4DF9-A49F-ED5865E4ADA7}" srcOrd="6" destOrd="0" presId="urn:microsoft.com/office/officeart/2005/8/layout/hierarchy2"/>
    <dgm:cxn modelId="{2CEFB6C6-B55A-46DB-B943-7B50152BA19B}" type="presParOf" srcId="{9605A588-982D-4DF9-A49F-ED5865E4ADA7}" destId="{0036C55E-26BD-48F9-8168-1BEDCC0E9DC5}" srcOrd="0" destOrd="0" presId="urn:microsoft.com/office/officeart/2005/8/layout/hierarchy2"/>
    <dgm:cxn modelId="{247610D6-E7F6-49D8-95AE-79AD32FFE41D}" type="presParOf" srcId="{3C5C98B9-4A3C-49A1-B964-43F2BEF681F2}" destId="{8AC2BF6D-88AF-4A0B-8FF9-793C0C3978C1}" srcOrd="7" destOrd="0" presId="urn:microsoft.com/office/officeart/2005/8/layout/hierarchy2"/>
    <dgm:cxn modelId="{73587E65-0621-4BF6-987C-7D15DC1E5407}" type="presParOf" srcId="{8AC2BF6D-88AF-4A0B-8FF9-793C0C3978C1}" destId="{82CC71D0-7F8F-428C-A852-E0CC3FB61176}" srcOrd="0" destOrd="0" presId="urn:microsoft.com/office/officeart/2005/8/layout/hierarchy2"/>
    <dgm:cxn modelId="{57B85482-9EF9-441B-A5E8-B9E34C3A85DD}" type="presParOf" srcId="{8AC2BF6D-88AF-4A0B-8FF9-793C0C3978C1}" destId="{6622117A-013C-45BE-B328-D7FB180FF8B9}" srcOrd="1" destOrd="0" presId="urn:microsoft.com/office/officeart/2005/8/layout/hierarchy2"/>
    <dgm:cxn modelId="{E9A183E3-1685-46DC-9CE4-15A2F2FBE7F3}" type="presParOf" srcId="{4914429A-C6B9-402F-B610-DECA5A0E7D64}" destId="{A6DCC59F-751A-4982-A7B9-928AC093723C}" srcOrd="2" destOrd="0" presId="urn:microsoft.com/office/officeart/2005/8/layout/hierarchy2"/>
    <dgm:cxn modelId="{A9A9A459-AF08-4F2C-82FA-127BA147E2E0}" type="presParOf" srcId="{A6DCC59F-751A-4982-A7B9-928AC093723C}" destId="{BB49DA28-55AB-4268-AD53-FEA5E0928D85}" srcOrd="0" destOrd="0" presId="urn:microsoft.com/office/officeart/2005/8/layout/hierarchy2"/>
    <dgm:cxn modelId="{AF944916-BF13-488B-9A72-C163E935305F}" type="presParOf" srcId="{4914429A-C6B9-402F-B610-DECA5A0E7D64}" destId="{D7662BF5-60E9-4704-A50F-A1DB0151F609}" srcOrd="3" destOrd="0" presId="urn:microsoft.com/office/officeart/2005/8/layout/hierarchy2"/>
    <dgm:cxn modelId="{C449B197-B1A9-4A5A-A1B9-E406405B1761}" type="presParOf" srcId="{D7662BF5-60E9-4704-A50F-A1DB0151F609}" destId="{73E609F2-C5AB-4241-B29B-6F9EEE7943E5}" srcOrd="0" destOrd="0" presId="urn:microsoft.com/office/officeart/2005/8/layout/hierarchy2"/>
    <dgm:cxn modelId="{AA9451CB-14A5-43B7-AD30-C600FFC1D8C5}" type="presParOf" srcId="{D7662BF5-60E9-4704-A50F-A1DB0151F609}" destId="{00EAA9FE-1796-43AE-BF92-C519B82E3567}" srcOrd="1" destOrd="0" presId="urn:microsoft.com/office/officeart/2005/8/layout/hierarchy2"/>
    <dgm:cxn modelId="{3A07F67E-E7AD-4322-9F6C-73C3EA18DC9C}" type="presParOf" srcId="{00EAA9FE-1796-43AE-BF92-C519B82E3567}" destId="{04401C48-FFCE-49E4-971C-72413A3A776A}" srcOrd="0" destOrd="0" presId="urn:microsoft.com/office/officeart/2005/8/layout/hierarchy2"/>
    <dgm:cxn modelId="{778CB80D-2CB0-4FB2-A7E3-6C3D203432BA}" type="presParOf" srcId="{04401C48-FFCE-49E4-971C-72413A3A776A}" destId="{1963BB61-4F17-452B-AD6B-8A0D70B6DEB3}" srcOrd="0" destOrd="0" presId="urn:microsoft.com/office/officeart/2005/8/layout/hierarchy2"/>
    <dgm:cxn modelId="{A8B1A417-E016-4130-8EB2-CE4531B1DD89}" type="presParOf" srcId="{00EAA9FE-1796-43AE-BF92-C519B82E3567}" destId="{6CD75DC9-53A1-47E2-8612-491115E2A8EA}" srcOrd="1" destOrd="0" presId="urn:microsoft.com/office/officeart/2005/8/layout/hierarchy2"/>
    <dgm:cxn modelId="{D8D76542-B53F-48D4-A187-E5C69536A16A}" type="presParOf" srcId="{6CD75DC9-53A1-47E2-8612-491115E2A8EA}" destId="{A421BBB8-1DE1-4E33-92A9-D4079E6B5E38}" srcOrd="0" destOrd="0" presId="urn:microsoft.com/office/officeart/2005/8/layout/hierarchy2"/>
    <dgm:cxn modelId="{A4FDE24B-9911-4EDE-B83F-7FCE4495BA1E}" type="presParOf" srcId="{6CD75DC9-53A1-47E2-8612-491115E2A8EA}" destId="{9412FBD0-941C-47E0-BB50-63A37E5C1550}" srcOrd="1" destOrd="0" presId="urn:microsoft.com/office/officeart/2005/8/layout/hierarchy2"/>
    <dgm:cxn modelId="{BC1424CE-8BE3-4080-9E27-10B57C24BF12}" type="presParOf" srcId="{00EAA9FE-1796-43AE-BF92-C519B82E3567}" destId="{B734E42E-3C38-4DEB-808F-D0E523A6E596}" srcOrd="2" destOrd="0" presId="urn:microsoft.com/office/officeart/2005/8/layout/hierarchy2"/>
    <dgm:cxn modelId="{2706738C-1770-4CA2-9A3D-FCCDF04B8AA3}" type="presParOf" srcId="{B734E42E-3C38-4DEB-808F-D0E523A6E596}" destId="{D0FE1D65-2FF0-443C-B1A8-64223DACAA41}" srcOrd="0" destOrd="0" presId="urn:microsoft.com/office/officeart/2005/8/layout/hierarchy2"/>
    <dgm:cxn modelId="{CD8B0A34-97B9-486D-89E8-00024DFEA21F}" type="presParOf" srcId="{00EAA9FE-1796-43AE-BF92-C519B82E3567}" destId="{F9F68577-FAE6-42F4-9CA9-EBB2CB3455DF}" srcOrd="3" destOrd="0" presId="urn:microsoft.com/office/officeart/2005/8/layout/hierarchy2"/>
    <dgm:cxn modelId="{DF7DB225-FD2E-4BB4-B072-C255B1F5EEC5}" type="presParOf" srcId="{F9F68577-FAE6-42F4-9CA9-EBB2CB3455DF}" destId="{DB08C4E2-7350-42E3-B7B6-B44D0AEBF3A3}" srcOrd="0" destOrd="0" presId="urn:microsoft.com/office/officeart/2005/8/layout/hierarchy2"/>
    <dgm:cxn modelId="{1A456841-67DC-41C2-89DF-DC069136AF9A}" type="presParOf" srcId="{F9F68577-FAE6-42F4-9CA9-EBB2CB3455DF}" destId="{E858507A-2C04-463B-AB22-5299AE907A64}" srcOrd="1" destOrd="0" presId="urn:microsoft.com/office/officeart/2005/8/layout/hierarchy2"/>
    <dgm:cxn modelId="{0E299363-5AB0-43D5-B24D-5B04F389F0C5}" type="presParOf" srcId="{00EAA9FE-1796-43AE-BF92-C519B82E3567}" destId="{31378522-A799-48DC-8107-9B5149110FE2}" srcOrd="4" destOrd="0" presId="urn:microsoft.com/office/officeart/2005/8/layout/hierarchy2"/>
    <dgm:cxn modelId="{9C2BEDA4-FE6F-4FBF-AD89-4D738D1EA114}" type="presParOf" srcId="{31378522-A799-48DC-8107-9B5149110FE2}" destId="{C5BF85C1-E579-4BC0-B092-6B4648431448}" srcOrd="0" destOrd="0" presId="urn:microsoft.com/office/officeart/2005/8/layout/hierarchy2"/>
    <dgm:cxn modelId="{8BA1555B-9278-4DAA-AF70-272DA0BE5D84}" type="presParOf" srcId="{00EAA9FE-1796-43AE-BF92-C519B82E3567}" destId="{77352673-C7A9-49BA-B31B-B60B42303B32}" srcOrd="5" destOrd="0" presId="urn:microsoft.com/office/officeart/2005/8/layout/hierarchy2"/>
    <dgm:cxn modelId="{E8E91C4D-BB96-4A63-8B50-8B460CCC0710}" type="presParOf" srcId="{77352673-C7A9-49BA-B31B-B60B42303B32}" destId="{1CE14AD8-6E3D-4C51-BDBD-7A1FA8EFE8FA}" srcOrd="0" destOrd="0" presId="urn:microsoft.com/office/officeart/2005/8/layout/hierarchy2"/>
    <dgm:cxn modelId="{BD9388D8-5454-47EB-89D7-DFB97EB74098}" type="presParOf" srcId="{77352673-C7A9-49BA-B31B-B60B42303B32}" destId="{E354BF35-880B-41E1-A47F-6D1C330AEFF3}" srcOrd="1" destOrd="0" presId="urn:microsoft.com/office/officeart/2005/8/layout/hierarchy2"/>
  </dgm:cxnLst>
  <dgm:bg/>
  <dgm:whole>
    <a:ln>
      <a:noFill/>
    </a:ln>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1C54771-3725-433A-8AAF-394B1689D275}" type="doc">
      <dgm:prSet loTypeId="urn:microsoft.com/office/officeart/2005/8/layout/arrow2" loCatId="process" qsTypeId="urn:microsoft.com/office/officeart/2005/8/quickstyle/3d1" qsCatId="3D" csTypeId="urn:microsoft.com/office/officeart/2005/8/colors/accent2_1" csCatId="accent2" phldr="1"/>
      <dgm:spPr/>
    </dgm:pt>
    <dgm:pt modelId="{F242E1DB-A35F-4BBD-8650-0895446FF8FA}">
      <dgm:prSet phldrT="[文本]" custT="1"/>
      <dgm:spPr/>
      <dgm:t>
        <a:bodyPr/>
        <a:lstStyle/>
        <a:p>
          <a:r>
            <a:rPr lang="zh-CN" altLang="en-US" sz="1400" dirty="0">
              <a:latin typeface="微软雅黑" panose="020B0503020204020204" pitchFamily="34" charset="-122"/>
              <a:ea typeface="微软雅黑" panose="020B0503020204020204" pitchFamily="34" charset="-122"/>
            </a:rPr>
            <a:t>用户参与不够</a:t>
          </a:r>
        </a:p>
      </dgm:t>
    </dgm:pt>
    <dgm:pt modelId="{480558FD-B006-4290-B998-839CA85EAB05}" cxnId="{CA365142-F4A5-4039-B88B-E821C4DCF750}" type="par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1EB6E40B-0A7B-46F1-8A66-5F1D946863B2}" cxnId="{CA365142-F4A5-4039-B88B-E821C4DCF750}" type="sib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A39300CE-CBFE-421A-88EF-255CE2E60917}">
      <dgm:prSet phldrT="[文本]" custT="1"/>
      <dgm:spPr/>
      <dgm:t>
        <a:bodyPr/>
        <a:lstStyle/>
        <a:p>
          <a:r>
            <a:rPr lang="zh-CN" altLang="en-US" sz="1400" dirty="0">
              <a:latin typeface="微软雅黑" panose="020B0503020204020204" pitchFamily="34" charset="-122"/>
              <a:ea typeface="微软雅黑" panose="020B0503020204020204" pitchFamily="34" charset="-122"/>
            </a:rPr>
            <a:t>用户需求不断变化</a:t>
          </a:r>
        </a:p>
      </dgm:t>
    </dgm:pt>
    <dgm:pt modelId="{5A1AE977-7572-4E92-9079-ABFDEF0AEFFA}" cxnId="{BD7B86D3-4C8B-4050-AE9D-4B9F7E177881}" type="par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5920F91E-8D75-4975-AD0E-1640C754C159}" cxnId="{BD7B86D3-4C8B-4050-AE9D-4B9F7E177881}" type="sib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44B04A65-8623-4E5B-903F-7451C5BB5B5B}">
      <dgm:prSet phldrT="[文本]" custT="1"/>
      <dgm:spPr/>
      <dgm:t>
        <a:bodyPr/>
        <a:lstStyle/>
        <a:p>
          <a:r>
            <a:rPr lang="zh-CN" altLang="en-US" sz="1400" dirty="0">
              <a:latin typeface="微软雅黑" panose="020B0503020204020204" pitchFamily="34" charset="-122"/>
              <a:ea typeface="微软雅黑" panose="020B0503020204020204" pitchFamily="34" charset="-122"/>
            </a:rPr>
            <a:t>忽略了用户分类</a:t>
          </a:r>
        </a:p>
      </dgm:t>
    </dgm:pt>
    <dgm:pt modelId="{481FCF4B-98E0-4053-9745-13374F8F2776}" cxnId="{577F1CB2-E8B5-408C-BAA0-ADC909085517}" type="par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92CBB38-C71C-47E7-B748-F5DE4922D7BD}" cxnId="{577F1CB2-E8B5-408C-BAA0-ADC909085517}" type="sib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AC9453F0-6E94-4098-B9D9-E685730280A5}">
      <dgm:prSet phldrT="[文本]" custT="1"/>
      <dgm:spPr/>
      <dgm:t>
        <a:bodyPr/>
        <a:lstStyle/>
        <a:p>
          <a:r>
            <a:rPr lang="zh-CN" altLang="en-US" sz="1400" dirty="0">
              <a:latin typeface="微软雅黑" panose="020B0503020204020204" pitchFamily="34" charset="-122"/>
              <a:ea typeface="微软雅黑" panose="020B0503020204020204" pitchFamily="34" charset="-122"/>
            </a:rPr>
            <a:t>模棱两可的需求</a:t>
          </a:r>
        </a:p>
      </dgm:t>
    </dgm:pt>
    <dgm:pt modelId="{A6313735-7EC6-4297-9D8C-AB1751A02531}" cxnId="{A7448AED-EAB6-4608-B886-34D890E3D578}" type="par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0BB51DEF-1D04-4A79-962F-CA70F9B6E2A6}" cxnId="{A7448AED-EAB6-4608-B886-34D890E3D578}" type="sib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64386F7-E323-45B5-A959-1726525B28DF}">
      <dgm:prSet phldrT="[文本]" custT="1"/>
      <dgm:spPr/>
      <dgm:t>
        <a:bodyPr/>
        <a:lstStyle/>
        <a:p>
          <a:r>
            <a:rPr lang="zh-CN" altLang="en-US" sz="1400" dirty="0">
              <a:latin typeface="微软雅黑" panose="020B0503020204020204" pitchFamily="34" charset="-122"/>
              <a:ea typeface="微软雅黑" panose="020B0503020204020204" pitchFamily="34" charset="-122"/>
            </a:rPr>
            <a:t>过于精简的需求</a:t>
          </a:r>
        </a:p>
      </dgm:t>
    </dgm:pt>
    <dgm:pt modelId="{EC96BE13-B8F8-4556-92EC-BB78196BE246}" cxnId="{DC9F6DC8-9CC4-4D86-ABEF-3B1F4701B42F}" type="par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0F0EF5B3-FEC1-46AD-B8A0-B82808429EE7}" cxnId="{DC9F6DC8-9CC4-4D86-ABEF-3B1F4701B42F}" type="sibTrans">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18EFF8E4-01A5-4C9D-87C2-AC7A60663741}" type="pres">
      <dgm:prSet presAssocID="{B1C54771-3725-433A-8AAF-394B1689D275}" presName="arrowDiagram" presStyleCnt="0">
        <dgm:presLayoutVars>
          <dgm:chMax val="5"/>
          <dgm:dir/>
          <dgm:resizeHandles val="exact"/>
        </dgm:presLayoutVars>
      </dgm:prSet>
      <dgm:spPr/>
    </dgm:pt>
    <dgm:pt modelId="{0C062DD0-71B5-4663-BE28-90B169FDA539}" type="pres">
      <dgm:prSet presAssocID="{B1C54771-3725-433A-8AAF-394B1689D275}" presName="arrow" presStyleLbl="bgShp" presStyleIdx="0" presStyleCnt="1"/>
      <dgm:spPr>
        <a:solidFill>
          <a:schemeClr val="accent2">
            <a:lumMod val="20000"/>
            <a:lumOff val="80000"/>
          </a:schemeClr>
        </a:solidFill>
      </dgm:spPr>
    </dgm:pt>
    <dgm:pt modelId="{F5FB8F6D-E4BF-43BA-9E37-263470FEE284}" type="pres">
      <dgm:prSet presAssocID="{B1C54771-3725-433A-8AAF-394B1689D275}" presName="arrowDiagram5" presStyleCnt="0"/>
      <dgm:spPr/>
    </dgm:pt>
    <dgm:pt modelId="{5791E62A-9133-4AD3-B0F0-30D5C710DD59}" type="pres">
      <dgm:prSet presAssocID="{F242E1DB-A35F-4BBD-8650-0895446FF8FA}" presName="bullet5a" presStyleLbl="node1" presStyleIdx="0" presStyleCnt="5"/>
      <dgm:spPr/>
    </dgm:pt>
    <dgm:pt modelId="{CBC608B0-2E0F-4C62-BFFC-EE191413E288}" type="pres">
      <dgm:prSet presAssocID="{F242E1DB-A35F-4BBD-8650-0895446FF8FA}" presName="textBox5a" presStyleLbl="revTx" presStyleIdx="0" presStyleCnt="5">
        <dgm:presLayoutVars>
          <dgm:bulletEnabled val="1"/>
        </dgm:presLayoutVars>
      </dgm:prSet>
      <dgm:spPr/>
    </dgm:pt>
    <dgm:pt modelId="{E79DA702-AF4E-4DEA-A648-4AC34A116A3F}" type="pres">
      <dgm:prSet presAssocID="{A39300CE-CBFE-421A-88EF-255CE2E60917}" presName="bullet5b" presStyleLbl="node1" presStyleIdx="1" presStyleCnt="5"/>
      <dgm:spPr/>
    </dgm:pt>
    <dgm:pt modelId="{25994F64-D8FB-49FD-84B8-ED728961C1F9}" type="pres">
      <dgm:prSet presAssocID="{A39300CE-CBFE-421A-88EF-255CE2E60917}" presName="textBox5b" presStyleLbl="revTx" presStyleIdx="1" presStyleCnt="5" custScaleX="69482">
        <dgm:presLayoutVars>
          <dgm:bulletEnabled val="1"/>
        </dgm:presLayoutVars>
      </dgm:prSet>
      <dgm:spPr/>
    </dgm:pt>
    <dgm:pt modelId="{1224D001-DC25-4087-BC80-680996B83D44}" type="pres">
      <dgm:prSet presAssocID="{44B04A65-8623-4E5B-903F-7451C5BB5B5B}" presName="bullet5c" presStyleLbl="node1" presStyleIdx="2" presStyleCnt="5"/>
      <dgm:spPr/>
    </dgm:pt>
    <dgm:pt modelId="{6F3FF0BE-F5AA-4157-A1DB-6FAB55F7705E}" type="pres">
      <dgm:prSet presAssocID="{44B04A65-8623-4E5B-903F-7451C5BB5B5B}" presName="textBox5c" presStyleLbl="revTx" presStyleIdx="2" presStyleCnt="5" custScaleX="104185">
        <dgm:presLayoutVars>
          <dgm:bulletEnabled val="1"/>
        </dgm:presLayoutVars>
      </dgm:prSet>
      <dgm:spPr/>
    </dgm:pt>
    <dgm:pt modelId="{42EFB765-3A57-410A-AB64-DECDE5280235}" type="pres">
      <dgm:prSet presAssocID="{AC9453F0-6E94-4098-B9D9-E685730280A5}" presName="bullet5d" presStyleLbl="node1" presStyleIdx="3" presStyleCnt="5"/>
      <dgm:spPr/>
    </dgm:pt>
    <dgm:pt modelId="{5D144988-E7EE-4CAD-B247-340303335A41}" type="pres">
      <dgm:prSet presAssocID="{AC9453F0-6E94-4098-B9D9-E685730280A5}" presName="textBox5d" presStyleLbl="revTx" presStyleIdx="3" presStyleCnt="5" custScaleX="88632">
        <dgm:presLayoutVars>
          <dgm:bulletEnabled val="1"/>
        </dgm:presLayoutVars>
      </dgm:prSet>
      <dgm:spPr/>
    </dgm:pt>
    <dgm:pt modelId="{A471559E-2C4C-415B-B7C8-B4C1E94B412C}" type="pres">
      <dgm:prSet presAssocID="{964386F7-E323-45B5-A959-1726525B28DF}" presName="bullet5e" presStyleLbl="node1" presStyleIdx="4" presStyleCnt="5"/>
      <dgm:spPr/>
    </dgm:pt>
    <dgm:pt modelId="{FF45A5AB-03AC-4420-B2E7-08D51582CF3A}" type="pres">
      <dgm:prSet presAssocID="{964386F7-E323-45B5-A959-1726525B28DF}" presName="textBox5e" presStyleLbl="revTx" presStyleIdx="4" presStyleCnt="5" custScaleX="104301">
        <dgm:presLayoutVars>
          <dgm:bulletEnabled val="1"/>
        </dgm:presLayoutVars>
      </dgm:prSet>
      <dgm:spPr/>
    </dgm:pt>
  </dgm:ptLst>
  <dgm:cxnLst>
    <dgm:cxn modelId="{62878A1F-C3D6-46D0-8BCF-EB4443725985}" type="presOf" srcId="{44B04A65-8623-4E5B-903F-7451C5BB5B5B}" destId="{6F3FF0BE-F5AA-4157-A1DB-6FAB55F7705E}" srcOrd="0" destOrd="0" presId="urn:microsoft.com/office/officeart/2005/8/layout/arrow2"/>
    <dgm:cxn modelId="{ECDB5739-6DDA-42A2-88E4-027F697C4A89}" type="presOf" srcId="{AC9453F0-6E94-4098-B9D9-E685730280A5}" destId="{5D144988-E7EE-4CAD-B247-340303335A41}" srcOrd="0" destOrd="0" presId="urn:microsoft.com/office/officeart/2005/8/layout/arrow2"/>
    <dgm:cxn modelId="{CA365142-F4A5-4039-B88B-E821C4DCF750}" srcId="{B1C54771-3725-433A-8AAF-394B1689D275}" destId="{F242E1DB-A35F-4BBD-8650-0895446FF8FA}" srcOrd="0" destOrd="0" parTransId="{480558FD-B006-4290-B998-839CA85EAB05}" sibTransId="{1EB6E40B-0A7B-46F1-8A66-5F1D946863B2}"/>
    <dgm:cxn modelId="{C3C5DB68-4609-4EB5-B492-F647C6065CCF}" type="presOf" srcId="{F242E1DB-A35F-4BBD-8650-0895446FF8FA}" destId="{CBC608B0-2E0F-4C62-BFFC-EE191413E288}" srcOrd="0" destOrd="0" presId="urn:microsoft.com/office/officeart/2005/8/layout/arrow2"/>
    <dgm:cxn modelId="{0331556D-6B25-4E83-9522-DDD83239BB2E}" type="presOf" srcId="{B1C54771-3725-433A-8AAF-394B1689D275}" destId="{18EFF8E4-01A5-4C9D-87C2-AC7A60663741}" srcOrd="0" destOrd="0" presId="urn:microsoft.com/office/officeart/2005/8/layout/arrow2"/>
    <dgm:cxn modelId="{2D7E1CB0-BC21-4928-BF39-38FD0A715B2A}" type="presOf" srcId="{A39300CE-CBFE-421A-88EF-255CE2E60917}" destId="{25994F64-D8FB-49FD-84B8-ED728961C1F9}" srcOrd="0" destOrd="0" presId="urn:microsoft.com/office/officeart/2005/8/layout/arrow2"/>
    <dgm:cxn modelId="{577F1CB2-E8B5-408C-BAA0-ADC909085517}" srcId="{B1C54771-3725-433A-8AAF-394B1689D275}" destId="{44B04A65-8623-4E5B-903F-7451C5BB5B5B}" srcOrd="2" destOrd="0" parTransId="{481FCF4B-98E0-4053-9745-13374F8F2776}" sibTransId="{392CBB38-C71C-47E7-B748-F5DE4922D7BD}"/>
    <dgm:cxn modelId="{DC9F6DC8-9CC4-4D86-ABEF-3B1F4701B42F}" srcId="{B1C54771-3725-433A-8AAF-394B1689D275}" destId="{964386F7-E323-45B5-A959-1726525B28DF}" srcOrd="4" destOrd="0" parTransId="{EC96BE13-B8F8-4556-92EC-BB78196BE246}" sibTransId="{0F0EF5B3-FEC1-46AD-B8A0-B82808429EE7}"/>
    <dgm:cxn modelId="{BD7B86D3-4C8B-4050-AE9D-4B9F7E177881}" srcId="{B1C54771-3725-433A-8AAF-394B1689D275}" destId="{A39300CE-CBFE-421A-88EF-255CE2E60917}" srcOrd="1" destOrd="0" parTransId="{5A1AE977-7572-4E92-9079-ABFDEF0AEFFA}" sibTransId="{5920F91E-8D75-4975-AD0E-1640C754C159}"/>
    <dgm:cxn modelId="{A7448AED-EAB6-4608-B886-34D890E3D578}" srcId="{B1C54771-3725-433A-8AAF-394B1689D275}" destId="{AC9453F0-6E94-4098-B9D9-E685730280A5}" srcOrd="3" destOrd="0" parTransId="{A6313735-7EC6-4297-9D8C-AB1751A02531}" sibTransId="{0BB51DEF-1D04-4A79-962F-CA70F9B6E2A6}"/>
    <dgm:cxn modelId="{410E22FA-EA21-49CC-9127-405CB67E5FD7}" type="presOf" srcId="{964386F7-E323-45B5-A959-1726525B28DF}" destId="{FF45A5AB-03AC-4420-B2E7-08D51582CF3A}" srcOrd="0" destOrd="0" presId="urn:microsoft.com/office/officeart/2005/8/layout/arrow2"/>
    <dgm:cxn modelId="{FFB6AC84-D072-4F14-850F-5C0EA7648D89}" type="presParOf" srcId="{18EFF8E4-01A5-4C9D-87C2-AC7A60663741}" destId="{0C062DD0-71B5-4663-BE28-90B169FDA539}" srcOrd="0" destOrd="0" presId="urn:microsoft.com/office/officeart/2005/8/layout/arrow2"/>
    <dgm:cxn modelId="{12FDE114-A148-4AEF-B2A9-FFB41ECA852E}" type="presParOf" srcId="{18EFF8E4-01A5-4C9D-87C2-AC7A60663741}" destId="{F5FB8F6D-E4BF-43BA-9E37-263470FEE284}" srcOrd="1" destOrd="0" presId="urn:microsoft.com/office/officeart/2005/8/layout/arrow2"/>
    <dgm:cxn modelId="{F30662C0-3083-46F6-B212-126990BF7231}" type="presParOf" srcId="{F5FB8F6D-E4BF-43BA-9E37-263470FEE284}" destId="{5791E62A-9133-4AD3-B0F0-30D5C710DD59}" srcOrd="0" destOrd="0" presId="urn:microsoft.com/office/officeart/2005/8/layout/arrow2"/>
    <dgm:cxn modelId="{3CE23652-8F95-438D-9668-B01C9CDB93C6}" type="presParOf" srcId="{F5FB8F6D-E4BF-43BA-9E37-263470FEE284}" destId="{CBC608B0-2E0F-4C62-BFFC-EE191413E288}" srcOrd="1" destOrd="0" presId="urn:microsoft.com/office/officeart/2005/8/layout/arrow2"/>
    <dgm:cxn modelId="{EE53927E-3A5D-493C-962A-5D0D4DB894E4}" type="presParOf" srcId="{F5FB8F6D-E4BF-43BA-9E37-263470FEE284}" destId="{E79DA702-AF4E-4DEA-A648-4AC34A116A3F}" srcOrd="2" destOrd="0" presId="urn:microsoft.com/office/officeart/2005/8/layout/arrow2"/>
    <dgm:cxn modelId="{85BD703A-C975-4ED3-B381-7C9DEF490548}" type="presParOf" srcId="{F5FB8F6D-E4BF-43BA-9E37-263470FEE284}" destId="{25994F64-D8FB-49FD-84B8-ED728961C1F9}" srcOrd="3" destOrd="0" presId="urn:microsoft.com/office/officeart/2005/8/layout/arrow2"/>
    <dgm:cxn modelId="{556BB3A4-6ACD-4F5C-BB3F-C7E7BA15A4CC}" type="presParOf" srcId="{F5FB8F6D-E4BF-43BA-9E37-263470FEE284}" destId="{1224D001-DC25-4087-BC80-680996B83D44}" srcOrd="4" destOrd="0" presId="urn:microsoft.com/office/officeart/2005/8/layout/arrow2"/>
    <dgm:cxn modelId="{E2D271C3-2529-4681-B4C1-39DDC7B7C705}" type="presParOf" srcId="{F5FB8F6D-E4BF-43BA-9E37-263470FEE284}" destId="{6F3FF0BE-F5AA-4157-A1DB-6FAB55F7705E}" srcOrd="5" destOrd="0" presId="urn:microsoft.com/office/officeart/2005/8/layout/arrow2"/>
    <dgm:cxn modelId="{13C34B70-5A18-493F-A68E-3D311F74BAC0}" type="presParOf" srcId="{F5FB8F6D-E4BF-43BA-9E37-263470FEE284}" destId="{42EFB765-3A57-410A-AB64-DECDE5280235}" srcOrd="6" destOrd="0" presId="urn:microsoft.com/office/officeart/2005/8/layout/arrow2"/>
    <dgm:cxn modelId="{20F6EC08-66B1-419D-9D9D-B29B6DCE9B03}" type="presParOf" srcId="{F5FB8F6D-E4BF-43BA-9E37-263470FEE284}" destId="{5D144988-E7EE-4CAD-B247-340303335A41}" srcOrd="7" destOrd="0" presId="urn:microsoft.com/office/officeart/2005/8/layout/arrow2"/>
    <dgm:cxn modelId="{349DFD77-5A7E-4DE3-B9B3-916C17B9C35B}" type="presParOf" srcId="{F5FB8F6D-E4BF-43BA-9E37-263470FEE284}" destId="{A471559E-2C4C-415B-B7C8-B4C1E94B412C}" srcOrd="8" destOrd="0" presId="urn:microsoft.com/office/officeart/2005/8/layout/arrow2"/>
    <dgm:cxn modelId="{B93DF908-3DC0-4458-A923-269BCDDD0B5A}" type="presParOf" srcId="{F5FB8F6D-E4BF-43BA-9E37-263470FEE284}" destId="{FF45A5AB-03AC-4420-B2E7-08D51582CF3A}" srcOrd="9"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000034" cy="3000034"/>
        <a:chOff x="0" y="0"/>
        <a:chExt cx="3000034" cy="3000034"/>
      </a:xfrm>
    </dsp:grpSpPr>
    <dsp:sp modelId="{C71C6BDF-CAD7-4613-904C-9B3C128F7465}">
      <dsp:nvSpPr>
        <dsp:cNvPr id="3" name="饼形 2"/>
        <dsp:cNvSpPr/>
      </dsp:nvSpPr>
      <dsp:spPr bwMode="white">
        <a:xfrm>
          <a:off x="304953" y="253547"/>
          <a:ext cx="2520028" cy="2520028"/>
        </a:xfrm>
        <a:prstGeom prst="pie">
          <a:avLst>
            <a:gd name="adj1" fmla="val 16200000"/>
            <a:gd name="adj2" fmla="val 1800000"/>
          </a:avLst>
        </a:prstGeom>
        <a:solidFill>
          <a:srgbClr val="00B050"/>
        </a:solidFill>
        <a:sp3d prstMaterial="dkEdge">
          <a:bevelT w="8200" h="38100"/>
        </a:sp3d>
      </dsp:spPr>
      <dsp:style>
        <a:lnRef idx="0">
          <a:schemeClr val="lt1"/>
        </a:lnRef>
        <a:fillRef idx="2">
          <a:schemeClr val="accent1">
            <a:alpha val="90000"/>
            <a:hueOff val="0"/>
            <a:satOff val="0"/>
            <a:lumOff val="0"/>
            <a:alpha val="90196"/>
          </a:schemeClr>
        </a:fillRef>
        <a:effectRef idx="1">
          <a:scrgbClr r="0" g="0" b="0"/>
        </a:effectRef>
        <a:fontRef idx="minor">
          <a:schemeClr val="dk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b="1" dirty="0"/>
            <a:t>完成</a:t>
          </a:r>
        </a:p>
      </dsp:txBody>
      <dsp:txXfrm>
        <a:off x="304953" y="253547"/>
        <a:ext cx="2520028" cy="2520028"/>
      </dsp:txXfrm>
    </dsp:sp>
    <dsp:sp modelId="{12787961-BFFC-4F78-852E-2D26D6EBD79A}">
      <dsp:nvSpPr>
        <dsp:cNvPr id="4" name="饼形 3"/>
        <dsp:cNvSpPr/>
      </dsp:nvSpPr>
      <dsp:spPr bwMode="white">
        <a:xfrm>
          <a:off x="175052" y="328548"/>
          <a:ext cx="2520028" cy="2520028"/>
        </a:xfrm>
        <a:prstGeom prst="pie">
          <a:avLst>
            <a:gd name="adj1" fmla="val 1800000"/>
            <a:gd name="adj2" fmla="val 9000000"/>
          </a:avLst>
        </a:prstGeom>
        <a:sp3d prstMaterial="dkEdge">
          <a:bevelT w="8200" h="38100"/>
        </a:sp3d>
      </dsp:spPr>
      <dsp:style>
        <a:lnRef idx="0">
          <a:schemeClr val="lt1"/>
        </a:lnRef>
        <a:fillRef idx="2">
          <a:schemeClr val="accent1">
            <a:alpha val="90000"/>
            <a:hueOff val="0"/>
            <a:satOff val="0"/>
            <a:lumOff val="0"/>
            <a:alpha val="70196"/>
          </a:schemeClr>
        </a:fillRef>
        <a:effectRef idx="1">
          <a:scrgbClr r="0" g="0" b="0"/>
        </a:effectRef>
        <a:fontRef idx="minor">
          <a:schemeClr val="dk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b="1" dirty="0"/>
            <a:t>未完成</a:t>
          </a:r>
        </a:p>
      </dsp:txBody>
      <dsp:txXfrm>
        <a:off x="175052" y="328548"/>
        <a:ext cx="2520028" cy="2520028"/>
      </dsp:txXfrm>
    </dsp:sp>
    <dsp:sp modelId="{E8859741-59CE-401C-A3C0-79B7AFDBBE38}">
      <dsp:nvSpPr>
        <dsp:cNvPr id="5" name="饼形 4"/>
        <dsp:cNvSpPr/>
      </dsp:nvSpPr>
      <dsp:spPr bwMode="white">
        <a:xfrm>
          <a:off x="175052" y="328548"/>
          <a:ext cx="2520028" cy="2520028"/>
        </a:xfrm>
        <a:prstGeom prst="pie">
          <a:avLst>
            <a:gd name="adj1" fmla="val 9000000"/>
            <a:gd name="adj2" fmla="val 16200000"/>
          </a:avLst>
        </a:prstGeom>
        <a:sp3d prstMaterial="dkEdge">
          <a:bevelT w="8200" h="38100"/>
        </a:sp3d>
      </dsp:spPr>
      <dsp:style>
        <a:lnRef idx="0">
          <a:schemeClr val="lt1"/>
        </a:lnRef>
        <a:fillRef idx="2">
          <a:schemeClr val="accent1">
            <a:alpha val="90000"/>
            <a:hueOff val="0"/>
            <a:satOff val="0"/>
            <a:lumOff val="0"/>
            <a:alpha val="50196"/>
          </a:schemeClr>
        </a:fillRef>
        <a:effectRef idx="1">
          <a:scrgbClr r="0" g="0" b="0"/>
        </a:effectRef>
        <a:fontRef idx="minor">
          <a:schemeClr val="dk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b="1" dirty="0"/>
            <a:t>完成未实施</a:t>
          </a:r>
        </a:p>
      </dsp:txBody>
      <dsp:txXfrm>
        <a:off x="175052" y="328548"/>
        <a:ext cx="2520028" cy="252002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821112" cy="2985399"/>
        <a:chOff x="0" y="0"/>
        <a:chExt cx="3821112" cy="2985399"/>
      </a:xfrm>
    </dsp:grpSpPr>
    <dsp:sp modelId="{EF81A378-EB1E-4628-8F15-8B86B23B7572}">
      <dsp:nvSpPr>
        <dsp:cNvPr id="3" name="椭圆 2"/>
        <dsp:cNvSpPr/>
      </dsp:nvSpPr>
      <dsp:spPr bwMode="white">
        <a:xfrm>
          <a:off x="1361888" y="1006007"/>
          <a:ext cx="1097336" cy="1088491"/>
        </a:xfrm>
        <a:prstGeom prst="ellipse">
          <a:avLst/>
        </a:prstGeom>
      </dsp:spPr>
      <dsp:style>
        <a:lnRef idx="2">
          <a:schemeClr val="dk1"/>
        </a:lnRef>
        <a:fillRef idx="1">
          <a:schemeClr val="lt1"/>
        </a:fillRef>
        <a:effectRef idx="0">
          <a:schemeClr val="dk1"/>
        </a:effectRef>
        <a:fontRef idx="minor">
          <a:schemeClr val="dk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需求</a:t>
          </a:r>
          <a:endParaRPr lang="en-US" altLang="zh-CN" sz="1200" b="1" dirty="0">
            <a:solidFill>
              <a:srgbClr val="FF0000"/>
            </a:solidFill>
          </a:endParaRPr>
        </a:p>
        <a:p>
          <a:pPr lvl="0" algn="ctr">
            <a:lnSpc>
              <a:spcPct val="100000"/>
            </a:lnSpc>
            <a:spcBef>
              <a:spcPct val="0"/>
            </a:spcBef>
            <a:spcAft>
              <a:spcPct val="35000"/>
            </a:spcAft>
          </a:pPr>
          <a:r>
            <a:rPr lang="zh-CN" altLang="en-US" sz="1200" b="1" dirty="0">
              <a:solidFill>
                <a:srgbClr val="FF0000"/>
              </a:solidFill>
            </a:rPr>
            <a:t>说明</a:t>
          </a:r>
        </a:p>
      </dsp:txBody>
      <dsp:txXfrm>
        <a:off x="1361888" y="1006007"/>
        <a:ext cx="1097336" cy="1088491"/>
      </dsp:txXfrm>
    </dsp:sp>
    <dsp:sp modelId="{9FA0F73D-8363-4AF9-BDE6-51F4B71DCA5C}">
      <dsp:nvSpPr>
        <dsp:cNvPr id="4" name="任意多边形 3"/>
        <dsp:cNvSpPr/>
      </dsp:nvSpPr>
      <dsp:spPr bwMode="white">
        <a:xfrm>
          <a:off x="1795485" y="872661"/>
          <a:ext cx="230142" cy="36548"/>
        </a:xfrm>
        <a:custGeom>
          <a:avLst/>
          <a:gdLst/>
          <a:ahLst/>
          <a:cxnLst/>
          <a:pathLst>
            <a:path w="362" h="58">
              <a:moveTo>
                <a:pt x="181" y="210"/>
              </a:moveTo>
              <a:lnTo>
                <a:pt x="181" y="-152"/>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1795485" y="872661"/>
        <a:ext cx="230142" cy="36548"/>
      </dsp:txXfrm>
    </dsp:sp>
    <dsp:sp modelId="{C1CD024F-31B2-4ED6-909B-E4CBA15B7441}">
      <dsp:nvSpPr>
        <dsp:cNvPr id="5" name="椭圆 4"/>
        <dsp:cNvSpPr/>
      </dsp:nvSpPr>
      <dsp:spPr bwMode="white">
        <a:xfrm>
          <a:off x="1522624" y="0"/>
          <a:ext cx="775864" cy="775864"/>
        </a:xfrm>
        <a:prstGeom prst="ellipse">
          <a:avLst/>
        </a:prstGeom>
      </dsp:spPr>
      <dsp:style>
        <a:lnRef idx="1">
          <a:schemeClr val="accent5"/>
        </a:lnRef>
        <a:fillRef idx="2">
          <a:schemeClr val="accent5"/>
        </a:fillRef>
        <a:effectRef idx="1">
          <a:schemeClr val="accent5"/>
        </a:effectRef>
        <a:fontRef idx="minor">
          <a:schemeClr val="dk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项目计划</a:t>
          </a:r>
        </a:p>
      </dsp:txBody>
      <dsp:txXfrm>
        <a:off x="1522624" y="0"/>
        <a:ext cx="775864" cy="775864"/>
      </dsp:txXfrm>
    </dsp:sp>
    <dsp:sp modelId="{D1369B38-E695-4024-8DA5-23F0808219A1}">
      <dsp:nvSpPr>
        <dsp:cNvPr id="6" name="任意多边形 5"/>
        <dsp:cNvSpPr/>
      </dsp:nvSpPr>
      <dsp:spPr bwMode="white">
        <a:xfrm>
          <a:off x="2313356" y="1120062"/>
          <a:ext cx="227452" cy="36548"/>
        </a:xfrm>
        <a:custGeom>
          <a:avLst/>
          <a:gdLst/>
          <a:ahLst/>
          <a:cxnLst/>
          <a:pathLst>
            <a:path w="358" h="58">
              <a:moveTo>
                <a:pt x="39" y="140"/>
              </a:moveTo>
              <a:lnTo>
                <a:pt x="319" y="-83"/>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2313356" y="1120062"/>
        <a:ext cx="227452" cy="36548"/>
      </dsp:txXfrm>
    </dsp:sp>
    <dsp:sp modelId="{8659EDCF-3B75-49D6-99F3-F0EBED7C4E5F}">
      <dsp:nvSpPr>
        <dsp:cNvPr id="7" name="椭圆 6"/>
        <dsp:cNvSpPr/>
      </dsp:nvSpPr>
      <dsp:spPr bwMode="white">
        <a:xfrm>
          <a:off x="2431362" y="437625"/>
          <a:ext cx="775864" cy="775864"/>
        </a:xfrm>
        <a:prstGeom prst="ellipse">
          <a:avLst/>
        </a:prstGeom>
      </dsp:spPr>
      <dsp:style>
        <a:lnRef idx="1">
          <a:schemeClr val="accent6"/>
        </a:lnRef>
        <a:fillRef idx="2">
          <a:schemeClr val="accent6"/>
        </a:fillRef>
        <a:effectRef idx="1">
          <a:schemeClr val="accent6"/>
        </a:effectRef>
        <a:fontRef idx="minor">
          <a:schemeClr val="dk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软件设计</a:t>
          </a:r>
        </a:p>
      </dsp:txBody>
      <dsp:txXfrm>
        <a:off x="2431362" y="437625"/>
        <a:ext cx="775864" cy="775864"/>
      </dsp:txXfrm>
    </dsp:sp>
    <dsp:sp modelId="{4D374E87-4AB7-4189-85D7-6BDDBBA05020}">
      <dsp:nvSpPr>
        <dsp:cNvPr id="8" name="任意多边形 7"/>
        <dsp:cNvSpPr/>
      </dsp:nvSpPr>
      <dsp:spPr bwMode="white">
        <a:xfrm>
          <a:off x="2442419" y="1679157"/>
          <a:ext cx="225942" cy="36548"/>
        </a:xfrm>
        <a:custGeom>
          <a:avLst/>
          <a:gdLst/>
          <a:ahLst/>
          <a:cxnLst/>
          <a:pathLst>
            <a:path w="356" h="58">
              <a:moveTo>
                <a:pt x="4" y="-11"/>
              </a:moveTo>
              <a:lnTo>
                <a:pt x="351" y="68"/>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2442419" y="1679157"/>
        <a:ext cx="225942" cy="36548"/>
      </dsp:txXfrm>
    </dsp:sp>
    <dsp:sp modelId="{E35B3841-3A81-4245-81E6-728157003B9D}">
      <dsp:nvSpPr>
        <dsp:cNvPr id="9" name="椭圆 8"/>
        <dsp:cNvSpPr/>
      </dsp:nvSpPr>
      <dsp:spPr bwMode="white">
        <a:xfrm>
          <a:off x="2655802" y="1420961"/>
          <a:ext cx="775864" cy="775864"/>
        </a:xfrm>
        <a:prstGeom prst="ellipse">
          <a:avLst/>
        </a:prstGeom>
      </dsp:spPr>
      <dsp:style>
        <a:lnRef idx="2">
          <a:schemeClr val="accent5">
            <a:shade val="50000"/>
          </a:schemeClr>
        </a:lnRef>
        <a:fillRef idx="1">
          <a:schemeClr val="accent5"/>
        </a:fillRef>
        <a:effectRef idx="0">
          <a:schemeClr val="accent5"/>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需求评审</a:t>
          </a:r>
        </a:p>
      </dsp:txBody>
      <dsp:txXfrm>
        <a:off x="2655802" y="1420961"/>
        <a:ext cx="775864" cy="775864"/>
      </dsp:txXfrm>
    </dsp:sp>
    <dsp:sp modelId="{3C774CD5-C230-4ACA-872D-19C035F945C2}">
      <dsp:nvSpPr>
        <dsp:cNvPr id="10" name="任意多边形 9"/>
        <dsp:cNvSpPr/>
      </dsp:nvSpPr>
      <dsp:spPr bwMode="white">
        <a:xfrm>
          <a:off x="2082143" y="2126374"/>
          <a:ext cx="229318" cy="36548"/>
        </a:xfrm>
        <a:custGeom>
          <a:avLst/>
          <a:gdLst/>
          <a:ahLst/>
          <a:cxnLst/>
          <a:pathLst>
            <a:path w="361" h="58">
              <a:moveTo>
                <a:pt x="102" y="-134"/>
              </a:moveTo>
              <a:lnTo>
                <a:pt x="259" y="191"/>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2082143" y="2126374"/>
        <a:ext cx="229318" cy="36548"/>
      </dsp:txXfrm>
    </dsp:sp>
    <dsp:sp modelId="{271D1592-0808-4FB3-992D-DD3AB6885C81}">
      <dsp:nvSpPr>
        <dsp:cNvPr id="11" name="椭圆 10"/>
        <dsp:cNvSpPr/>
      </dsp:nvSpPr>
      <dsp:spPr bwMode="white">
        <a:xfrm>
          <a:off x="2026936" y="2209535"/>
          <a:ext cx="775864" cy="775864"/>
        </a:xfrm>
        <a:prstGeom prst="ellipse">
          <a:avLst/>
        </a:prstGeom>
      </dsp:spPr>
      <dsp:style>
        <a:lnRef idx="0">
          <a:schemeClr val="accent5"/>
        </a:lnRef>
        <a:fillRef idx="3">
          <a:schemeClr val="accent5"/>
        </a:fillRef>
        <a:effectRef idx="3">
          <a:schemeClr val="accent5"/>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签订合同</a:t>
          </a:r>
        </a:p>
      </dsp:txBody>
      <dsp:txXfrm>
        <a:off x="2026936" y="2209535"/>
        <a:ext cx="775864" cy="775864"/>
      </dsp:txXfrm>
    </dsp:sp>
    <dsp:sp modelId="{E8C662B4-9312-4DE7-B6BA-631F5B35502C}">
      <dsp:nvSpPr>
        <dsp:cNvPr id="12" name="任意多边形 11"/>
        <dsp:cNvSpPr/>
      </dsp:nvSpPr>
      <dsp:spPr bwMode="white">
        <a:xfrm>
          <a:off x="1509651" y="2126374"/>
          <a:ext cx="229318" cy="36548"/>
        </a:xfrm>
        <a:custGeom>
          <a:avLst/>
          <a:gdLst/>
          <a:ahLst/>
          <a:cxnLst/>
          <a:pathLst>
            <a:path w="361" h="58">
              <a:moveTo>
                <a:pt x="259" y="-134"/>
              </a:moveTo>
              <a:lnTo>
                <a:pt x="102" y="191"/>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1509651" y="2126374"/>
        <a:ext cx="229318" cy="36548"/>
      </dsp:txXfrm>
    </dsp:sp>
    <dsp:sp modelId="{1FFB2C09-A980-4FA7-BA0F-E0CCCFD6A41A}">
      <dsp:nvSpPr>
        <dsp:cNvPr id="13" name="椭圆 12"/>
        <dsp:cNvSpPr/>
      </dsp:nvSpPr>
      <dsp:spPr bwMode="white">
        <a:xfrm>
          <a:off x="1018312" y="2209535"/>
          <a:ext cx="775864" cy="775864"/>
        </a:xfrm>
        <a:prstGeom prst="ellipse">
          <a:avLst/>
        </a:prstGeom>
      </dsp:spPr>
      <dsp:style>
        <a:lnRef idx="2">
          <a:schemeClr val="accent1">
            <a:shade val="50000"/>
          </a:schemeClr>
        </a:lnRef>
        <a:fillRef idx="1">
          <a:schemeClr val="accent1"/>
        </a:fillRef>
        <a:effectRef idx="0">
          <a:schemeClr val="accent1"/>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用户培训</a:t>
          </a:r>
        </a:p>
      </dsp:txBody>
      <dsp:txXfrm>
        <a:off x="1018312" y="2209535"/>
        <a:ext cx="775864" cy="775864"/>
      </dsp:txXfrm>
    </dsp:sp>
    <dsp:sp modelId="{CC52EEA9-6994-45D9-A6F1-B046A34D221D}">
      <dsp:nvSpPr>
        <dsp:cNvPr id="14" name="任意多边形 13"/>
        <dsp:cNvSpPr/>
      </dsp:nvSpPr>
      <dsp:spPr bwMode="white">
        <a:xfrm>
          <a:off x="1152751" y="1679157"/>
          <a:ext cx="225942" cy="36548"/>
        </a:xfrm>
        <a:custGeom>
          <a:avLst/>
          <a:gdLst/>
          <a:ahLst/>
          <a:cxnLst/>
          <a:pathLst>
            <a:path w="356" h="58">
              <a:moveTo>
                <a:pt x="351" y="-11"/>
              </a:moveTo>
              <a:lnTo>
                <a:pt x="4" y="68"/>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1152751" y="1679157"/>
        <a:ext cx="225942" cy="36548"/>
      </dsp:txXfrm>
    </dsp:sp>
    <dsp:sp modelId="{385149B6-4019-4373-8179-E282502A35EB}">
      <dsp:nvSpPr>
        <dsp:cNvPr id="15" name="椭圆 14"/>
        <dsp:cNvSpPr/>
      </dsp:nvSpPr>
      <dsp:spPr bwMode="white">
        <a:xfrm>
          <a:off x="389445" y="1420961"/>
          <a:ext cx="775864" cy="775864"/>
        </a:xfrm>
        <a:prstGeom prst="ellipse">
          <a:avLst/>
        </a:prstGeom>
      </dsp:spPr>
      <dsp:style>
        <a:lnRef idx="2">
          <a:schemeClr val="lt1"/>
        </a:lnRef>
        <a:fillRef idx="1">
          <a:schemeClr val="accent5">
            <a:hueOff val="4300000"/>
            <a:satOff val="9804"/>
            <a:lumOff val="-27123"/>
            <a:alpha val="100000"/>
          </a:schemeClr>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验收测试</a:t>
          </a:r>
        </a:p>
      </dsp:txBody>
      <dsp:txXfrm>
        <a:off x="389445" y="1420961"/>
        <a:ext cx="775864" cy="775864"/>
      </dsp:txXfrm>
    </dsp:sp>
    <dsp:sp modelId="{16653A10-877D-455D-8994-10152BB183B5}">
      <dsp:nvSpPr>
        <dsp:cNvPr id="16" name="任意多边形 15"/>
        <dsp:cNvSpPr/>
      </dsp:nvSpPr>
      <dsp:spPr bwMode="white">
        <a:xfrm>
          <a:off x="1280304" y="1120062"/>
          <a:ext cx="227452" cy="36548"/>
        </a:xfrm>
        <a:custGeom>
          <a:avLst/>
          <a:gdLst/>
          <a:ahLst/>
          <a:cxnLst/>
          <a:pathLst>
            <a:path w="358" h="58">
              <a:moveTo>
                <a:pt x="319" y="140"/>
              </a:moveTo>
              <a:lnTo>
                <a:pt x="39" y="-83"/>
              </a:lnTo>
            </a:path>
          </a:pathLst>
        </a:custGeom>
      </dsp:spPr>
      <dsp:style>
        <a:lnRef idx="2">
          <a:schemeClr val="accent6"/>
        </a:lnRef>
        <a:fillRef idx="0">
          <a:schemeClr val="accent6">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200">
            <a:solidFill>
              <a:srgbClr val="FF0000"/>
            </a:solidFill>
          </a:endParaRPr>
        </a:p>
      </dsp:txBody>
      <dsp:txXfrm>
        <a:off x="1280304" y="1120062"/>
        <a:ext cx="227452" cy="36548"/>
      </dsp:txXfrm>
    </dsp:sp>
    <dsp:sp modelId="{334D9BD8-6CEE-4493-8E1C-05E51583580B}">
      <dsp:nvSpPr>
        <dsp:cNvPr id="17" name="椭圆 16"/>
        <dsp:cNvSpPr/>
      </dsp:nvSpPr>
      <dsp:spPr bwMode="white">
        <a:xfrm>
          <a:off x="613885" y="437625"/>
          <a:ext cx="775864" cy="775864"/>
        </a:xfrm>
        <a:prstGeom prst="ellipse">
          <a:avLst/>
        </a:prstGeom>
      </dsp:spPr>
      <dsp:style>
        <a:lnRef idx="2">
          <a:schemeClr val="lt1"/>
        </a:lnRef>
        <a:fillRef idx="1">
          <a:schemeClr val="accent5">
            <a:hueOff val="5160000"/>
            <a:satOff val="11765"/>
            <a:lumOff val="-32548"/>
            <a:alpha val="100000"/>
          </a:schemeClr>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200" b="1" dirty="0">
              <a:solidFill>
                <a:srgbClr val="FF0000"/>
              </a:solidFill>
            </a:rPr>
            <a:t>产品发布</a:t>
          </a:r>
        </a:p>
      </dsp:txBody>
      <dsp:txXfrm>
        <a:off x="613885" y="437625"/>
        <a:ext cx="775864" cy="77586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775076" cy="3020060"/>
        <a:chOff x="0" y="0"/>
        <a:chExt cx="3775076" cy="3020060"/>
      </a:xfrm>
    </dsp:grpSpPr>
    <dsp:sp modelId="{DB06C412-A6AE-4269-9AB4-F156F00C684D}">
      <dsp:nvSpPr>
        <dsp:cNvPr id="3" name="椭圆 2"/>
        <dsp:cNvSpPr/>
      </dsp:nvSpPr>
      <dsp:spPr bwMode="white">
        <a:xfrm>
          <a:off x="864942" y="721605"/>
          <a:ext cx="2082980" cy="709041"/>
        </a:xfrm>
        <a:prstGeom prst="ellipse">
          <a:avLst/>
        </a:prstGeom>
        <a:solidFill>
          <a:srgbClr val="B2C1DB">
            <a:tint val="50000"/>
            <a:alpha val="40000"/>
            <a:hueOff val="0"/>
            <a:satOff val="0"/>
            <a:lumOff val="0"/>
            <a:alphaOff val="0"/>
          </a:srgbClr>
        </a:solidFill>
        <a:ln w="9525" cap="flat" cmpd="sng" algn="ctr">
          <a:solidFill>
            <a:srgbClr val="B2C1DB">
              <a:hueOff val="0"/>
              <a:satOff val="0"/>
              <a:lumOff val="0"/>
              <a:alphaOff val="0"/>
            </a:srgbClr>
          </a:solidFill>
          <a:prstDash val="solid"/>
        </a:ln>
        <a:effectLst/>
        <a:scene3d>
          <a:camera prst="orthographicFront">
            <a:rot lat="0" lon="0" rev="0"/>
          </a:camera>
          <a:lightRig rig="contrasting" dir="t">
            <a:rot lat="0" lon="0" rev="1200000"/>
          </a:lightRig>
        </a:scene3d>
        <a:sp3d z="-152400" prstMaterial="matte"/>
      </dsp:spPr>
      <dsp:style>
        <a:lnRef idx="1">
          <a:schemeClr val="accent5"/>
        </a:lnRef>
        <a:fillRef idx="1">
          <a:schemeClr val="accent5">
            <a:tint val="50000"/>
            <a:alpha val="40000"/>
          </a:schemeClr>
        </a:fillRef>
        <a:effectRef idx="0">
          <a:scrgbClr r="0" g="0" b="0"/>
        </a:effectRef>
        <a:fontRef idx="minor"/>
      </dsp:style>
      <dsp:txXfrm>
        <a:off x="864942" y="721605"/>
        <a:ext cx="2082980" cy="709041"/>
      </dsp:txXfrm>
    </dsp:sp>
    <dsp:sp modelId="{CD54A02B-82F9-45A7-B5A8-7867E54ED717}">
      <dsp:nvSpPr>
        <dsp:cNvPr id="4" name="下箭头 3"/>
        <dsp:cNvSpPr/>
      </dsp:nvSpPr>
      <dsp:spPr bwMode="white">
        <a:xfrm>
          <a:off x="1683099" y="2511583"/>
          <a:ext cx="471884" cy="302006"/>
        </a:xfrm>
        <a:prstGeom prst="downArrow">
          <a:avLst/>
        </a:prstGeom>
        <a:solidFill>
          <a:srgbClr val="B2C1DB">
            <a:tint val="40000"/>
            <a:hueOff val="0"/>
            <a:satOff val="0"/>
            <a:lumOff val="0"/>
            <a:alphaOff val="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hemeClr val="lt1"/>
        </a:lnRef>
        <a:fillRef idx="1">
          <a:schemeClr val="accent5">
            <a:tint val="40000"/>
          </a:schemeClr>
        </a:fillRef>
        <a:effectRef idx="0">
          <a:scrgbClr r="0" g="0" b="0"/>
        </a:effectRef>
        <a:fontRef idx="minor"/>
      </dsp:style>
      <dsp:txXfrm>
        <a:off x="1683099" y="2511583"/>
        <a:ext cx="471884" cy="302006"/>
      </dsp:txXfrm>
    </dsp:sp>
    <dsp:sp modelId="{D45F27C2-EEF0-4E18-90E9-11E59C386F33}">
      <dsp:nvSpPr>
        <dsp:cNvPr id="5" name="矩形 4"/>
        <dsp:cNvSpPr/>
      </dsp:nvSpPr>
      <dsp:spPr bwMode="white">
        <a:xfrm>
          <a:off x="1275715" y="2862271"/>
          <a:ext cx="1321405" cy="440591"/>
        </a:xfrm>
        <a:prstGeom prst="rect">
          <a:avLst/>
        </a:prstGeom>
        <a:gradFill rotWithShape="1">
          <a:gsLst>
            <a:gs pos="0">
              <a:srgbClr val="B2C1DB">
                <a:tint val="50000"/>
                <a:satMod val="300000"/>
              </a:srgbClr>
            </a:gs>
            <a:gs pos="35000">
              <a:srgbClr val="B2C1DB">
                <a:tint val="37000"/>
                <a:satMod val="300000"/>
              </a:srgbClr>
            </a:gs>
            <a:gs pos="100000">
              <a:srgbClr val="B2C1DB">
                <a:tint val="15000"/>
                <a:satMod val="350000"/>
              </a:srgbClr>
            </a:gs>
          </a:gsLst>
          <a:lin ang="16200000" scaled="1"/>
        </a:gradFill>
        <a:ln w="9525" cap="flat" cmpd="sng" algn="ctr">
          <a:solidFill>
            <a:srgbClr val="B2C1DB">
              <a:shade val="95000"/>
              <a:satMod val="105000"/>
            </a:srgb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lIns="113792" tIns="113792" rIns="113792" bIns="11379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marR="0" lvl="0" indent="0" defTabSz="914400" eaLnBrk="1" fontAlgn="auto" latinLnBrk="0" hangingPunct="1">
            <a:lnSpc>
              <a:spcPct val="100000"/>
            </a:lnSpc>
            <a:spcBef>
              <a:spcPts val="0"/>
            </a:spcBef>
            <a:spcAft>
              <a:spcPts val="0"/>
            </a:spcAft>
            <a:buClrTx/>
            <a:buSzTx/>
            <a:buFontTx/>
            <a:buNone/>
          </a:pPr>
          <a:r>
            <a:rPr lang="zh-CN" altLang="en-US" sz="1600" b="1" dirty="0">
              <a:solidFill>
                <a:srgbClr val="000000">
                  <a:hueOff val="0"/>
                  <a:satOff val="0"/>
                  <a:lumOff val="0"/>
                  <a:alphaOff val="0"/>
                </a:srgbClr>
              </a:solidFill>
              <a:latin typeface="Calibri" panose="020F0502020204030204"/>
              <a:ea typeface="宋体" panose="02010600030101010101" pitchFamily="2" charset="-122"/>
              <a:cs typeface="+mn-cs"/>
            </a:rPr>
            <a:t>用户需求</a:t>
          </a:r>
          <a:endParaRPr>
            <a:solidFill>
              <a:schemeClr val="tx1"/>
            </a:solidFill>
          </a:endParaRPr>
        </a:p>
      </dsp:txBody>
      <dsp:txXfrm>
        <a:off x="1275715" y="2862271"/>
        <a:ext cx="1321405" cy="440591"/>
      </dsp:txXfrm>
    </dsp:sp>
    <dsp:sp modelId="{9B6A6086-8CA6-4748-B38A-150E88F480CF}">
      <dsp:nvSpPr>
        <dsp:cNvPr id="6" name="椭圆 5"/>
        <dsp:cNvSpPr/>
      </dsp:nvSpPr>
      <dsp:spPr bwMode="white">
        <a:xfrm>
          <a:off x="1625891" y="1543904"/>
          <a:ext cx="700723" cy="768250"/>
        </a:xfrm>
        <a:prstGeom prst="ellipse">
          <a:avLst/>
        </a:prstGeom>
        <a:solidFill>
          <a:srgbClr val="1F497D">
            <a:lumMod val="60000"/>
            <a:lumOff val="40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hemeClr val="lt1"/>
        </a:lnRef>
        <a:fillRef idx="1">
          <a:schemeClr val="accent5">
            <a:hueOff val="0"/>
            <a:satOff val="0"/>
            <a:lumOff val="0"/>
            <a:alpha val="100000"/>
          </a:schemeClr>
        </a:fillRef>
        <a:effectRef idx="2">
          <a:scrgbClr r="0" g="0" b="0"/>
        </a:effectRef>
        <a:fontRef idx="minor">
          <a:schemeClr val="lt1"/>
        </a:fontRef>
      </dsp:style>
      <dsp:txBody>
        <a:bodyPr lIns="16510" tIns="16510" rIns="16510"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buNone/>
          </a:pPr>
          <a:r>
            <a:rPr lang="zh-CN" altLang="en-US" dirty="0">
              <a:solidFill>
                <a:srgbClr val="FFFFFF"/>
              </a:solidFill>
              <a:latin typeface="Calibri" panose="020F0502020204030204"/>
              <a:ea typeface="宋体" panose="02010600030101010101" pitchFamily="2" charset="-122"/>
              <a:cs typeface="+mn-cs"/>
            </a:rPr>
            <a:t>用户丙</a:t>
          </a:r>
        </a:p>
      </dsp:txBody>
      <dsp:txXfrm>
        <a:off x="1625891" y="1543904"/>
        <a:ext cx="700723" cy="768250"/>
      </dsp:txXfrm>
    </dsp:sp>
    <dsp:sp modelId="{07EF91C4-865E-4729-9226-101297A37303}">
      <dsp:nvSpPr>
        <dsp:cNvPr id="7" name="椭圆 6"/>
        <dsp:cNvSpPr/>
      </dsp:nvSpPr>
      <dsp:spPr bwMode="white">
        <a:xfrm>
          <a:off x="977889" y="889522"/>
          <a:ext cx="781152" cy="802548"/>
        </a:xfrm>
        <a:prstGeom prst="ellipse">
          <a:avLst/>
        </a:prstGeom>
        <a:solidFill>
          <a:srgbClr val="7C9B39"/>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hemeClr val="lt1"/>
        </a:lnRef>
        <a:fillRef idx="1">
          <a:schemeClr val="accent5">
            <a:hueOff val="2580000"/>
            <a:satOff val="5882"/>
            <a:lumOff val="-16274"/>
            <a:alpha val="100000"/>
          </a:schemeClr>
        </a:fillRef>
        <a:effectRef idx="2">
          <a:scrgbClr r="0" g="0" b="0"/>
        </a:effectRef>
        <a:fontRef idx="minor">
          <a:schemeClr val="lt1"/>
        </a:fontRef>
      </dsp:style>
      <dsp:txBody>
        <a:bodyPr lIns="16510" tIns="16510" rIns="16510"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buNone/>
          </a:pPr>
          <a:r>
            <a:rPr lang="zh-CN" altLang="en-US" dirty="0">
              <a:solidFill>
                <a:srgbClr val="FFFFFF"/>
              </a:solidFill>
              <a:latin typeface="Calibri" panose="020F0502020204030204"/>
              <a:ea typeface="宋体" panose="02010600030101010101" pitchFamily="2" charset="-122"/>
              <a:cs typeface="+mn-cs"/>
            </a:rPr>
            <a:t>用户甲</a:t>
          </a:r>
        </a:p>
      </dsp:txBody>
      <dsp:txXfrm>
        <a:off x="977889" y="889522"/>
        <a:ext cx="781152" cy="802548"/>
      </dsp:txXfrm>
    </dsp:sp>
    <dsp:sp modelId="{7DE8E60C-B7A0-4D33-8D9E-224F9BA890C8}">
      <dsp:nvSpPr>
        <dsp:cNvPr id="8" name="椭圆 7"/>
        <dsp:cNvSpPr/>
      </dsp:nvSpPr>
      <dsp:spPr bwMode="white">
        <a:xfrm>
          <a:off x="1870818" y="758896"/>
          <a:ext cx="698226" cy="642896"/>
        </a:xfrm>
        <a:prstGeom prst="ellipse">
          <a:avLst/>
        </a:prstGeom>
        <a:solidFill>
          <a:srgbClr val="B2C1DB">
            <a:lumMod val="75000"/>
          </a:srgb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hemeClr val="lt1"/>
        </a:lnRef>
        <a:fillRef idx="1">
          <a:schemeClr val="accent5">
            <a:hueOff val="5160000"/>
            <a:satOff val="11765"/>
            <a:lumOff val="-32548"/>
            <a:alpha val="100000"/>
          </a:schemeClr>
        </a:fillRef>
        <a:effectRef idx="2">
          <a:scrgbClr r="0" g="0" b="0"/>
        </a:effectRef>
        <a:fontRef idx="minor">
          <a:schemeClr val="lt1"/>
        </a:fontRef>
      </dsp:style>
      <dsp:txBody>
        <a:bodyPr lIns="16510" tIns="16510" rIns="16510" bIns="1651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buNone/>
          </a:pPr>
          <a:r>
            <a:rPr lang="zh-CN" altLang="en-US" dirty="0">
              <a:solidFill>
                <a:srgbClr val="FFFFFF"/>
              </a:solidFill>
              <a:latin typeface="Calibri" panose="020F0502020204030204"/>
              <a:ea typeface="宋体" panose="02010600030101010101" pitchFamily="2" charset="-122"/>
              <a:cs typeface="+mn-cs"/>
            </a:rPr>
            <a:t>用户乙</a:t>
          </a:r>
        </a:p>
      </dsp:txBody>
      <dsp:txXfrm>
        <a:off x="1870818" y="758896"/>
        <a:ext cx="698226" cy="642896"/>
      </dsp:txXfrm>
    </dsp:sp>
    <dsp:sp modelId="{67AE971B-BC49-458F-AD31-11336A2F596B}">
      <dsp:nvSpPr>
        <dsp:cNvPr id="9" name="形状 8"/>
        <dsp:cNvSpPr/>
      </dsp:nvSpPr>
      <dsp:spPr bwMode="white">
        <a:xfrm>
          <a:off x="787364" y="721677"/>
          <a:ext cx="2245166" cy="1663138"/>
        </a:xfrm>
        <a:prstGeom prst="funnel">
          <a:avLst/>
        </a:prstGeom>
        <a:solidFill>
          <a:srgbClr val="FFFFFF">
            <a:alpha val="40000"/>
            <a:hueOff val="0"/>
            <a:satOff val="0"/>
            <a:lumOff val="0"/>
            <a:alphaOff val="0"/>
          </a:srgb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hemeClr val="accent5"/>
        </a:lnRef>
        <a:fillRef idx="1">
          <a:schemeClr val="lt1">
            <a:alpha val="40000"/>
          </a:schemeClr>
        </a:fillRef>
        <a:effectRef idx="1">
          <a:scrgbClr r="0" g="0" b="0"/>
        </a:effectRef>
        <a:fontRef idx="minor"/>
      </dsp:style>
      <dsp:txXfrm>
        <a:off x="787364" y="721677"/>
        <a:ext cx="2245166" cy="1663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803574" cy="2678113"/>
        <a:chOff x="0" y="0"/>
        <a:chExt cx="1803574" cy="2678113"/>
      </a:xfrm>
    </dsp:grpSpPr>
    <dsp:sp modelId="{7DF2896E-12E4-49FE-B545-725EC34EE138}">
      <dsp:nvSpPr>
        <dsp:cNvPr id="3" name="圆角矩形 2"/>
        <dsp:cNvSpPr/>
      </dsp:nvSpPr>
      <dsp:spPr bwMode="white">
        <a:xfrm>
          <a:off x="0" y="0"/>
          <a:ext cx="1803574" cy="2678113"/>
        </a:xfrm>
        <a:prstGeom prst="roundRect">
          <a:avLst>
            <a:gd name="adj" fmla="val 10000"/>
          </a:avLst>
        </a:prstGeom>
        <a:solidFill>
          <a:srgbClr val="4F81BD">
            <a:lumMod val="20000"/>
            <a:lumOff val="80000"/>
          </a:srgbClr>
        </a:solidFill>
        <a:ln>
          <a:noFill/>
        </a:ln>
        <a:effectLst/>
      </dsp:spPr>
      <dsp:style>
        <a:lnRef idx="0">
          <a:schemeClr val="accent1"/>
        </a:lnRef>
        <a:fillRef idx="1">
          <a:schemeClr val="accent1">
            <a:tint val="40000"/>
          </a:schemeClr>
        </a:fillRef>
        <a:effectRef idx="0">
          <a:scrgbClr r="0" g="0" b="0"/>
        </a:effectRef>
        <a:fontRef idx="minor"/>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8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软件需求</a:t>
          </a:r>
          <a:endParaRPr>
            <a:solidFill>
              <a:schemeClr val="dk1"/>
            </a:solidFill>
          </a:endParaRPr>
        </a:p>
      </dsp:txBody>
      <dsp:txXfrm>
        <a:off x="0" y="0"/>
        <a:ext cx="1803574" cy="2678113"/>
      </dsp:txXfrm>
    </dsp:sp>
    <dsp:sp modelId="{31C77F7D-AB37-4B40-8368-027050201B1C}">
      <dsp:nvSpPr>
        <dsp:cNvPr id="4" name="圆角矩形 3"/>
        <dsp:cNvSpPr/>
      </dsp:nvSpPr>
      <dsp:spPr bwMode="white">
        <a:xfrm>
          <a:off x="188983" y="632438"/>
          <a:ext cx="1442859" cy="1740773"/>
        </a:xfrm>
        <a:prstGeom prst="roundRect">
          <a:avLst>
            <a:gd name="adj" fmla="val 10000"/>
          </a:avLst>
        </a:prstGeom>
        <a:solidFill>
          <a:srgbClr val="4F81BD">
            <a:hueOff val="0"/>
            <a:satOff val="0"/>
            <a:lumOff val="0"/>
            <a:alphaOff val="0"/>
          </a:srgbClr>
        </a:solidFill>
        <a:ln w="25400" cap="flat" cmpd="sng" algn="ctr">
          <a:solidFill>
            <a:srgbClr val="FFFFFF">
              <a:hueOff val="0"/>
              <a:satOff val="0"/>
              <a:lumOff val="0"/>
              <a:alphaOff val="0"/>
            </a:srgbClr>
          </a:solidFill>
          <a:prstDash val="solid"/>
        </a:ln>
        <a:effectLst/>
      </dsp:spPr>
      <dsp:style>
        <a:lnRef idx="2">
          <a:schemeClr val="lt1"/>
        </a:lnRef>
        <a:fillRef idx="1">
          <a:schemeClr val="accent1"/>
        </a:fillRef>
        <a:effectRef idx="0">
          <a:scrgbClr r="0" g="0" b="0"/>
        </a:effectRef>
        <a:fontRef idx="minor">
          <a:schemeClr val="lt1"/>
        </a:fontRef>
      </dsp:style>
      <dsp:txBody>
        <a:bodyPr lIns="35560" tIns="26670" rIns="35560" bIns="266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a:lnSpc>
              <a:spcPct val="100000"/>
            </a:lnSpc>
            <a:spcBef>
              <a:spcPct val="0"/>
            </a:spcBef>
            <a:spcAft>
              <a:spcPct val="35000"/>
            </a:spcAft>
            <a:buNone/>
          </a:pPr>
          <a:r>
            <a:rPr lang="zh-CN" altLang="en-US" sz="1400" dirty="0">
              <a:solidFill>
                <a:srgbClr val="FFFFFF"/>
              </a:solidFill>
              <a:latin typeface="微软雅黑" panose="020B0503020204020204" pitchFamily="34" charset="-122"/>
              <a:ea typeface="微软雅黑" panose="020B0503020204020204" pitchFamily="34" charset="-122"/>
              <a:cs typeface="+mn-cs"/>
            </a:rPr>
            <a:t>指明系统必须实现什么的规格说明，它描述了系统的行为、特性或属性</a:t>
          </a:r>
        </a:p>
      </dsp:txBody>
      <dsp:txXfrm>
        <a:off x="188983" y="632438"/>
        <a:ext cx="1442859" cy="1740773"/>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890180" cy="3112144"/>
        <a:chOff x="0" y="0"/>
        <a:chExt cx="3890180" cy="3112144"/>
      </a:xfrm>
    </dsp:grpSpPr>
    <dsp:sp modelId="{3C5AB94C-C947-4360-86D7-2AAB6177B9D9}">
      <dsp:nvSpPr>
        <dsp:cNvPr id="11" name="椭圆 10"/>
        <dsp:cNvSpPr/>
      </dsp:nvSpPr>
      <dsp:spPr bwMode="white">
        <a:xfrm>
          <a:off x="800276" y="778036"/>
          <a:ext cx="2334108" cy="2334108"/>
        </a:xfrm>
        <a:prstGeom prst="ellipse">
          <a:avLst/>
        </a:prstGeom>
        <a:gradFill flip="none" rotWithShape="0">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noFill/>
        </a:ln>
        <a:effectLst/>
        <a:scene3d>
          <a:camera prst="orthographicFront"/>
          <a:lightRig rig="chilly" dir="t"/>
        </a:scene3d>
        <a:sp3d prstMaterial="translucentPowder">
          <a:bevelT w="127000" h="25400" prst="softRound"/>
        </a:sp3d>
      </dsp:spPr>
      <dsp:style>
        <a:lnRef idx="0">
          <a:schemeClr val="lt1"/>
        </a:lnRef>
        <a:fillRef idx="1">
          <a:schemeClr val="accent1">
            <a:tint val="55000"/>
            <a:hueOff val="220000"/>
            <a:satOff val="16993"/>
            <a:lumOff val="-16992"/>
            <a:alpha val="100000"/>
          </a:schemeClr>
        </a:fillRef>
        <a:effectRef idx="0">
          <a:scrgbClr r="0" g="0" b="0"/>
        </a:effectRef>
        <a:fontRef idx="minor">
          <a:schemeClr val="lt1"/>
        </a:fontRef>
      </dsp:style>
      <dsp:txXfrm>
        <a:off x="800276" y="778036"/>
        <a:ext cx="2334108" cy="2334108"/>
      </dsp:txXfrm>
    </dsp:sp>
    <dsp:sp modelId="{0AB4C3CC-CD88-4D6A-B6E6-1F14173C23AD}">
      <dsp:nvSpPr>
        <dsp:cNvPr id="7" name="椭圆 6"/>
        <dsp:cNvSpPr/>
      </dsp:nvSpPr>
      <dsp:spPr bwMode="white">
        <a:xfrm>
          <a:off x="1267098" y="1244858"/>
          <a:ext cx="1400465" cy="1400465"/>
        </a:xfrm>
        <a:prstGeom prst="ellipse">
          <a:avLst/>
        </a:prstGeom>
        <a:solidFill>
          <a:srgbClr val="1F497D">
            <a:lumMod val="60000"/>
            <a:lumOff val="40000"/>
          </a:srgbClr>
        </a:solidFill>
        <a:ln>
          <a:noFill/>
        </a:ln>
        <a:effectLst/>
        <a:scene3d>
          <a:camera prst="orthographicFront"/>
          <a:lightRig rig="chilly" dir="t"/>
        </a:scene3d>
        <a:sp3d prstMaterial="translucentPowder">
          <a:bevelT w="127000" h="25400" prst="softRound"/>
        </a:sp3d>
      </dsp:spPr>
      <dsp:style>
        <a:lnRef idx="0">
          <a:schemeClr val="lt1"/>
        </a:lnRef>
        <a:fillRef idx="1">
          <a:schemeClr val="accent1">
            <a:shade val="50000"/>
            <a:hueOff val="-440000"/>
            <a:satOff val="-33986"/>
            <a:lumOff val="33987"/>
            <a:alpha val="100000"/>
          </a:schemeClr>
        </a:fillRef>
        <a:effectRef idx="0">
          <a:scrgbClr r="0" g="0" b="0"/>
        </a:effectRef>
        <a:fontRef idx="minor">
          <a:schemeClr val="lt1"/>
        </a:fontRef>
      </dsp:style>
      <dsp:txXfrm>
        <a:off x="1267098" y="1244858"/>
        <a:ext cx="1400465" cy="1400465"/>
      </dsp:txXfrm>
    </dsp:sp>
    <dsp:sp modelId="{50FE74F6-872F-40B2-9745-7D0C87A663D6}">
      <dsp:nvSpPr>
        <dsp:cNvPr id="3" name="椭圆 2"/>
        <dsp:cNvSpPr/>
      </dsp:nvSpPr>
      <dsp:spPr bwMode="white">
        <a:xfrm>
          <a:off x="1733919" y="1711679"/>
          <a:ext cx="466822" cy="466822"/>
        </a:xfrm>
        <a:prstGeom prst="ellipse">
          <a:avLst/>
        </a:prstGeom>
        <a:solidFill>
          <a:srgbClr val="0070C0"/>
        </a:solidFill>
        <a:ln>
          <a:noFill/>
        </a:ln>
        <a:effectLst/>
        <a:scene3d>
          <a:camera prst="orthographicFront"/>
          <a:lightRig rig="chilly" dir="t"/>
        </a:scene3d>
        <a:sp3d prstMaterial="translucentPowder">
          <a:bevelT w="127000" h="25400" prst="softRound"/>
        </a:sp3d>
      </dsp:spPr>
      <dsp:style>
        <a:lnRef idx="0">
          <a:schemeClr val="lt1"/>
        </a:lnRef>
        <a:fillRef idx="1">
          <a:schemeClr val="accent1">
            <a:shade val="50000"/>
            <a:hueOff val="0"/>
            <a:satOff val="0"/>
            <a:lumOff val="0"/>
            <a:alpha val="100000"/>
          </a:schemeClr>
        </a:fillRef>
        <a:effectRef idx="0">
          <a:scrgbClr r="0" g="0" b="0"/>
        </a:effectRef>
        <a:fontRef idx="minor">
          <a:schemeClr val="lt1"/>
        </a:fontRef>
      </dsp:style>
      <dsp:txXfrm>
        <a:off x="1733919" y="1711679"/>
        <a:ext cx="466822" cy="466822"/>
      </dsp:txXfrm>
    </dsp:sp>
    <dsp:sp modelId="{3B901E28-C2F7-458F-B08B-79865B20F9FB}">
      <dsp:nvSpPr>
        <dsp:cNvPr id="4" name="矩形 3"/>
        <dsp:cNvSpPr/>
      </dsp:nvSpPr>
      <dsp:spPr bwMode="white">
        <a:xfrm>
          <a:off x="3789810" y="0"/>
          <a:ext cx="1167054" cy="68078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lIns="113792" tIns="20320" rIns="20320" bIns="203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marR="0" lvl="0" indent="0" defTabSz="914400" eaLnBrk="1" fontAlgn="auto" latinLnBrk="0" hangingPunct="1">
            <a:lnSpc>
              <a:spcPct val="100000"/>
            </a:lnSpc>
            <a:spcBef>
              <a:spcPts val="0"/>
            </a:spcBef>
            <a:spcAft>
              <a:spcPts val="0"/>
            </a:spcAft>
            <a:buClrTx/>
            <a:buSzTx/>
            <a:buFontTx/>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对输入做什么处理</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3789810" y="0"/>
        <a:ext cx="1167054" cy="680782"/>
      </dsp:txXfrm>
    </dsp:sp>
    <dsp:sp modelId="{F7A5A428-2140-4822-A816-914F22DC89F8}">
      <dsp:nvSpPr>
        <dsp:cNvPr id="5" name="直接连接符 4"/>
        <dsp:cNvSpPr/>
      </dsp:nvSpPr>
      <dsp:spPr bwMode="white">
        <a:xfrm>
          <a:off x="3231638" y="340391"/>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a:off x="3231638" y="340391"/>
        <a:ext cx="291763" cy="0"/>
      </dsp:txXfrm>
    </dsp:sp>
    <dsp:sp modelId="{B3AFD760-F756-43FF-9BA6-95522F452302}">
      <dsp:nvSpPr>
        <dsp:cNvPr id="6" name="直接连接符 5"/>
        <dsp:cNvSpPr/>
      </dsp:nvSpPr>
      <dsp:spPr bwMode="white">
        <a:xfrm rot="5400000">
          <a:off x="1796746" y="511364"/>
          <a:ext cx="1604310" cy="1263141"/>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rot="5400000">
        <a:off x="1796746" y="511364"/>
        <a:ext cx="1604310" cy="1263141"/>
      </dsp:txXfrm>
    </dsp:sp>
    <dsp:sp modelId="{2A034B72-0CAA-4672-BE1E-4989EDE9BF37}">
      <dsp:nvSpPr>
        <dsp:cNvPr id="8" name="矩形 7"/>
        <dsp:cNvSpPr/>
      </dsp:nvSpPr>
      <dsp:spPr bwMode="white">
        <a:xfrm>
          <a:off x="3523402" y="680782"/>
          <a:ext cx="1167054" cy="68078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lIns="113792" tIns="20320" rIns="20320" bIns="203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提供的服务</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3523402" y="680782"/>
        <a:ext cx="1167054" cy="680782"/>
      </dsp:txXfrm>
    </dsp:sp>
    <dsp:sp modelId="{4104CF2E-06E9-49FF-B693-16D4D06D205E}">
      <dsp:nvSpPr>
        <dsp:cNvPr id="9" name="直接连接符 8"/>
        <dsp:cNvSpPr/>
      </dsp:nvSpPr>
      <dsp:spPr bwMode="white">
        <a:xfrm>
          <a:off x="3231638" y="1021172"/>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a:off x="3231638" y="1021172"/>
        <a:ext cx="291763" cy="0"/>
      </dsp:txXfrm>
    </dsp:sp>
    <dsp:sp modelId="{8F909FCB-0570-43A2-944A-FA4B5C5B895D}">
      <dsp:nvSpPr>
        <dsp:cNvPr id="10" name="直接连接符 9"/>
        <dsp:cNvSpPr/>
      </dsp:nvSpPr>
      <dsp:spPr bwMode="white">
        <a:xfrm rot="5400000">
          <a:off x="2141104" y="1181533"/>
          <a:ext cx="1250148" cy="928586"/>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rot="5400000">
        <a:off x="2141104" y="1181533"/>
        <a:ext cx="1250148" cy="928586"/>
      </dsp:txXfrm>
    </dsp:sp>
    <dsp:sp modelId="{19BF9EB2-9895-4544-B323-9B25383EEE67}">
      <dsp:nvSpPr>
        <dsp:cNvPr id="12" name="矩形 11"/>
        <dsp:cNvSpPr/>
      </dsp:nvSpPr>
      <dsp:spPr bwMode="white">
        <a:xfrm>
          <a:off x="3708018" y="1350187"/>
          <a:ext cx="1167054" cy="68078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lIns="113792" tIns="20320" rIns="20320" bIns="203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None/>
          </a:pPr>
          <a:r>
            <a:rPr lang="zh-CN" altLang="en-US" sz="1600" b="1">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rPr>
            <a:t>特定条件下行为</a:t>
          </a:r>
          <a:endParaRPr lang="zh-CN" altLang="en-US" sz="1600" b="1" dirty="0">
            <a:solidFill>
              <a:srgbClr val="000000">
                <a:hueOff val="0"/>
                <a:satOff val="0"/>
                <a:lumOff val="0"/>
                <a:alphaOff val="0"/>
              </a:srgbClr>
            </a:solidFill>
            <a:latin typeface="微软雅黑" panose="020B0503020204020204" pitchFamily="34" charset="-122"/>
            <a:ea typeface="微软雅黑" panose="020B0503020204020204" pitchFamily="34" charset="-122"/>
            <a:cs typeface="+mn-cs"/>
          </a:endParaRPr>
        </a:p>
      </dsp:txBody>
      <dsp:txXfrm>
        <a:off x="3708018" y="1350187"/>
        <a:ext cx="1167054" cy="680782"/>
      </dsp:txXfrm>
    </dsp:sp>
    <dsp:sp modelId="{64B6E989-502E-4FBC-BA50-BB95AAA5510C}">
      <dsp:nvSpPr>
        <dsp:cNvPr id="13" name="直接连接符 12"/>
        <dsp:cNvSpPr/>
      </dsp:nvSpPr>
      <dsp:spPr bwMode="white">
        <a:xfrm>
          <a:off x="3231638" y="1701954"/>
          <a:ext cx="291763" cy="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a:off x="3231638" y="1701954"/>
        <a:ext cx="291763" cy="0"/>
      </dsp:txXfrm>
    </dsp:sp>
    <dsp:sp modelId="{2C069C81-745F-4CA8-AC21-8A0A3F188EDA}">
      <dsp:nvSpPr>
        <dsp:cNvPr id="14" name="直接连接符 13"/>
        <dsp:cNvSpPr/>
      </dsp:nvSpPr>
      <dsp:spPr bwMode="white">
        <a:xfrm rot="5400000">
          <a:off x="2485891" y="1851142"/>
          <a:ext cx="893185" cy="594030"/>
        </a:xfrm>
        <a:prstGeom prst="line">
          <a:avLst/>
        </a:prstGeom>
        <a:solidFill>
          <a:srgbClr val="4F81BD">
            <a:hueOff val="0"/>
            <a:satOff val="0"/>
            <a:lumOff val="0"/>
            <a:alphaOff val="0"/>
          </a:srgbClr>
        </a:solidFill>
        <a:ln w="25400" cap="flat" cmpd="sng" algn="ctr">
          <a:solidFill>
            <a:srgbClr val="4F81BD">
              <a:hueOff val="0"/>
              <a:satOff val="0"/>
              <a:lumOff val="0"/>
              <a:alphaOff val="0"/>
            </a:srgbClr>
          </a:solidFill>
          <a:prstDash val="solid"/>
        </a:ln>
        <a:effectLst/>
        <a:scene3d>
          <a:camera prst="orthographicFront"/>
          <a:lightRig rig="chilly" dir="t"/>
        </a:scene3d>
        <a:sp3d z="127000" prstMaterial="matte"/>
      </dsp:spPr>
      <dsp:style>
        <a:lnRef idx="2">
          <a:schemeClr val="accent1"/>
        </a:lnRef>
        <a:fillRef idx="1">
          <a:schemeClr val="accent1"/>
        </a:fillRef>
        <a:effectRef idx="0">
          <a:scrgbClr r="0" g="0" b="0"/>
        </a:effectRef>
        <a:fontRef idx="minor"/>
      </dsp:style>
      <dsp:txXfrm rot="5400000">
        <a:off x="2485891" y="1851142"/>
        <a:ext cx="893185" cy="59403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2438400"/>
        <a:chOff x="0" y="0"/>
        <a:chExt cx="6096000" cy="2438400"/>
      </a:xfrm>
    </dsp:grpSpPr>
    <dsp:sp modelId="{8977F316-5024-40CB-A185-8336E42DFE75}">
      <dsp:nvSpPr>
        <dsp:cNvPr id="3" name="形状 2"/>
        <dsp:cNvSpPr/>
      </dsp:nvSpPr>
      <dsp:spPr bwMode="white">
        <a:xfrm>
          <a:off x="0" y="382458"/>
          <a:ext cx="6096000" cy="2666073"/>
        </a:xfrm>
        <a:prstGeom prst="leftRightRibbon">
          <a:avLst/>
        </a:prstGeom>
        <a:solidFill>
          <a:srgbClr val="4F81BD">
            <a:hueOff val="0"/>
            <a:satOff val="0"/>
            <a:lumOff val="0"/>
            <a:alphaOff val="0"/>
          </a:srgbClr>
        </a:solidFill>
        <a:ln w="38100" cap="flat" cmpd="sng" algn="ctr">
          <a:solidFill>
            <a:srgbClr val="FFFFFF">
              <a:hueOff val="0"/>
              <a:satOff val="0"/>
              <a:lumOff val="0"/>
              <a:alphaOff val="0"/>
            </a:srgbClr>
          </a:solidFill>
          <a:prstDash val="solid"/>
        </a:ln>
        <a:effectLst>
          <a:outerShdw blurRad="40000" dist="20000" dir="5400000" rotWithShape="0">
            <a:srgbClr val="000000">
              <a:alpha val="38000"/>
            </a:srgbClr>
          </a:outerShdw>
        </a:effectLst>
      </dsp:spPr>
      <dsp:style>
        <a:lnRef idx="3">
          <a:schemeClr val="lt1"/>
        </a:lnRef>
        <a:fillRef idx="1">
          <a:schemeClr val="accent1"/>
        </a:fillRef>
        <a:effectRef idx="1">
          <a:scrgbClr r="0" g="0" b="0"/>
        </a:effectRef>
        <a:fontRef idx="minor">
          <a:schemeClr val="lt1"/>
        </a:fontRef>
      </dsp:style>
      <dsp:txXfrm>
        <a:off x="0" y="382458"/>
        <a:ext cx="6096000" cy="2666073"/>
      </dsp:txXfrm>
    </dsp:sp>
    <dsp:sp modelId="{69A1C082-6018-4469-ABC5-7B1A09483DDA}">
      <dsp:nvSpPr>
        <dsp:cNvPr id="4" name="矩形 3"/>
        <dsp:cNvSpPr/>
      </dsp:nvSpPr>
      <dsp:spPr bwMode="white">
        <a:xfrm>
          <a:off x="720094" y="886321"/>
          <a:ext cx="2011680" cy="1194816"/>
        </a:xfrm>
        <a:prstGeom prst="rect">
          <a:avLst/>
        </a:prstGeom>
        <a:noFill/>
        <a:ln>
          <a:noFill/>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lIns="0" tIns="85344" rIns="0"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400" dirty="0">
              <a:solidFill>
                <a:srgbClr val="FFFFFF"/>
              </a:solidFill>
              <a:latin typeface="Calibri" panose="020F0502020204030204"/>
              <a:ea typeface="宋体" panose="02010600030101010101" pitchFamily="2" charset="-122"/>
              <a:cs typeface="+mn-cs"/>
            </a:rPr>
            <a:t>信息传递的无效性</a:t>
          </a:r>
        </a:p>
      </dsp:txBody>
      <dsp:txXfrm>
        <a:off x="720094" y="886321"/>
        <a:ext cx="2011680" cy="1194816"/>
      </dsp:txXfrm>
    </dsp:sp>
    <dsp:sp modelId="{E8B610E1-1ABE-4F2C-A909-4497FE274D0A}">
      <dsp:nvSpPr>
        <dsp:cNvPr id="5" name="矩形 4"/>
        <dsp:cNvSpPr/>
      </dsp:nvSpPr>
      <dsp:spPr bwMode="white">
        <a:xfrm>
          <a:off x="3060410" y="1372588"/>
          <a:ext cx="2377440" cy="1194816"/>
        </a:xfrm>
        <a:prstGeom prst="rect">
          <a:avLst/>
        </a:prstGeom>
        <a:noFill/>
        <a:ln>
          <a:noFill/>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lIns="0" tIns="85344" rIns="0"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400" dirty="0">
              <a:solidFill>
                <a:srgbClr val="FFFFFF"/>
              </a:solidFill>
              <a:latin typeface="Calibri" panose="020F0502020204030204"/>
              <a:ea typeface="宋体" panose="02010600030101010101" pitchFamily="2" charset="-122"/>
              <a:cs typeface="+mn-cs"/>
            </a:rPr>
            <a:t>忽略了非功能需求的局部性</a:t>
          </a:r>
        </a:p>
      </dsp:txBody>
      <dsp:txXfrm>
        <a:off x="3060410" y="1372588"/>
        <a:ext cx="2377440" cy="1194816"/>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072776" cy="3654300"/>
        <a:chOff x="0" y="0"/>
        <a:chExt cx="5072776" cy="3654300"/>
      </a:xfrm>
    </dsp:grpSpPr>
    <dsp:sp modelId="{D476DE26-71BA-4A74-A681-9464955A2643}">
      <dsp:nvSpPr>
        <dsp:cNvPr id="3" name="圆角矩形 2"/>
        <dsp:cNvSpPr/>
      </dsp:nvSpPr>
      <dsp:spPr bwMode="white">
        <a:xfrm>
          <a:off x="778624" y="1728854"/>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1"/>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需求工程</a:t>
          </a:r>
        </a:p>
      </dsp:txBody>
      <dsp:txXfrm>
        <a:off x="778624" y="1728854"/>
        <a:ext cx="925139" cy="462570"/>
      </dsp:txXfrm>
    </dsp:sp>
    <dsp:sp modelId="{538826AE-5072-4762-BFDC-22DB8141B00E}">
      <dsp:nvSpPr>
        <dsp:cNvPr id="4" name="任意多边形 3"/>
        <dsp:cNvSpPr/>
      </dsp:nvSpPr>
      <dsp:spPr bwMode="white">
        <a:xfrm>
          <a:off x="1387903" y="1483285"/>
          <a:ext cx="1001776" cy="22785"/>
        </a:xfrm>
        <a:custGeom>
          <a:avLst/>
          <a:gdLst/>
          <a:ahLst/>
          <a:cxnLst/>
          <a:pathLst>
            <a:path w="1578" h="36">
              <a:moveTo>
                <a:pt x="497" y="751"/>
              </a:moveTo>
              <a:lnTo>
                <a:pt x="1080" y="-715"/>
              </a:lnTo>
            </a:path>
          </a:pathLst>
        </a:custGeom>
        <a:ln>
          <a:solidFill>
            <a:schemeClr val="tx1"/>
          </a:solidFill>
        </a:ln>
        <a:sp3d z="-110000"/>
      </dsp:spPr>
      <dsp:style>
        <a:lnRef idx="2">
          <a:schemeClr val="accent2"/>
        </a:lnRef>
        <a:fillRef idx="0">
          <a:schemeClr val="accent3">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1387903" y="1483285"/>
        <a:ext cx="1001776" cy="22785"/>
      </dsp:txXfrm>
    </dsp:sp>
    <dsp:sp modelId="{7EF1BE31-ECAC-410D-9603-76B85D61871E}">
      <dsp:nvSpPr>
        <dsp:cNvPr id="5" name="圆角矩形 4"/>
        <dsp:cNvSpPr/>
      </dsp:nvSpPr>
      <dsp:spPr bwMode="white">
        <a:xfrm>
          <a:off x="2073819" y="797932"/>
          <a:ext cx="925139" cy="462570"/>
        </a:xfrm>
        <a:prstGeom prst="roundRect">
          <a:avLst>
            <a:gd name="adj" fmla="val 10000"/>
          </a:avLst>
        </a:prstGeom>
        <a:solidFill>
          <a:srgbClr val="FFFF00"/>
        </a:solidFill>
        <a:ln>
          <a:solidFill>
            <a:schemeClr val="tx1"/>
          </a:solidFill>
        </a:ln>
        <a:sp3d contourW="19050" prstMaterial="metal">
          <a:bevelT w="88900" h="203200"/>
          <a:bevelB w="165100" h="254000"/>
        </a:sp3d>
      </dsp:spPr>
      <dsp:style>
        <a:lnRef idx="0">
          <a:schemeClr val="lt1"/>
        </a:lnRef>
        <a:fillRef idx="1">
          <a:schemeClr val="accent2">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dirty="0">
              <a:solidFill>
                <a:srgbClr val="FF0000"/>
              </a:solidFill>
            </a:rPr>
            <a:t>需求开发</a:t>
          </a:r>
        </a:p>
      </dsp:txBody>
      <dsp:txXfrm>
        <a:off x="2073819" y="797932"/>
        <a:ext cx="925139" cy="462570"/>
      </dsp:txXfrm>
    </dsp:sp>
    <dsp:sp modelId="{468D3915-3235-4B79-B6F2-32E68A1F3401}">
      <dsp:nvSpPr>
        <dsp:cNvPr id="6" name="任意多边形 5"/>
        <dsp:cNvSpPr/>
      </dsp:nvSpPr>
      <dsp:spPr bwMode="white">
        <a:xfrm>
          <a:off x="2744202" y="618859"/>
          <a:ext cx="879567" cy="22785"/>
        </a:xfrm>
        <a:custGeom>
          <a:avLst/>
          <a:gdLst/>
          <a:ahLst/>
          <a:cxnLst/>
          <a:pathLst>
            <a:path w="1385" h="36">
              <a:moveTo>
                <a:pt x="401" y="646"/>
              </a:moveTo>
              <a:lnTo>
                <a:pt x="984" y="-610"/>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744202" y="618859"/>
        <a:ext cx="879567" cy="22785"/>
      </dsp:txXfrm>
    </dsp:sp>
    <dsp:sp modelId="{7A31C0FE-8859-4498-AA6F-6073EDFF7B8C}">
      <dsp:nvSpPr>
        <dsp:cNvPr id="7" name="圆角矩形 6"/>
        <dsp:cNvSpPr/>
      </dsp:nvSpPr>
      <dsp:spPr bwMode="white">
        <a:xfrm>
          <a:off x="3369013" y="0"/>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需求获取</a:t>
          </a:r>
        </a:p>
      </dsp:txBody>
      <dsp:txXfrm>
        <a:off x="3369013" y="0"/>
        <a:ext cx="925139" cy="462570"/>
      </dsp:txXfrm>
    </dsp:sp>
    <dsp:sp modelId="{8BE02D4C-6644-40EE-A2C7-38A233FEC071}">
      <dsp:nvSpPr>
        <dsp:cNvPr id="8" name="任意多边形 7"/>
        <dsp:cNvSpPr/>
      </dsp:nvSpPr>
      <dsp:spPr bwMode="white">
        <a:xfrm>
          <a:off x="2956123" y="884836"/>
          <a:ext cx="455725" cy="22785"/>
        </a:xfrm>
        <a:custGeom>
          <a:avLst/>
          <a:gdLst/>
          <a:ahLst/>
          <a:cxnLst/>
          <a:pathLst>
            <a:path w="718" h="36">
              <a:moveTo>
                <a:pt x="67" y="227"/>
              </a:moveTo>
              <a:lnTo>
                <a:pt x="650" y="-191"/>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956123" y="884836"/>
        <a:ext cx="455725" cy="22785"/>
      </dsp:txXfrm>
    </dsp:sp>
    <dsp:sp modelId="{42001D35-4D2C-4996-A399-8762ED89B48C}">
      <dsp:nvSpPr>
        <dsp:cNvPr id="9" name="圆角矩形 8"/>
        <dsp:cNvSpPr/>
      </dsp:nvSpPr>
      <dsp:spPr bwMode="white">
        <a:xfrm>
          <a:off x="3369013" y="531955"/>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dirty="0">
              <a:solidFill>
                <a:schemeClr val="tx1"/>
              </a:solidFill>
            </a:rPr>
            <a:t>需求分析与建模</a:t>
          </a:r>
        </a:p>
      </dsp:txBody>
      <dsp:txXfrm>
        <a:off x="3369013" y="531955"/>
        <a:ext cx="925139" cy="462570"/>
      </dsp:txXfrm>
    </dsp:sp>
    <dsp:sp modelId="{A19AE972-3C12-4BE8-ABD7-0A40871AA9E6}">
      <dsp:nvSpPr>
        <dsp:cNvPr id="10" name="任意多边形 9"/>
        <dsp:cNvSpPr/>
      </dsp:nvSpPr>
      <dsp:spPr bwMode="white">
        <a:xfrm>
          <a:off x="2956123" y="1150814"/>
          <a:ext cx="455725" cy="22785"/>
        </a:xfrm>
        <a:custGeom>
          <a:avLst/>
          <a:gdLst/>
          <a:ahLst/>
          <a:cxnLst/>
          <a:pathLst>
            <a:path w="718" h="36">
              <a:moveTo>
                <a:pt x="67" y="-191"/>
              </a:moveTo>
              <a:lnTo>
                <a:pt x="650" y="227"/>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956123" y="1150814"/>
        <a:ext cx="455725" cy="22785"/>
      </dsp:txXfrm>
    </dsp:sp>
    <dsp:sp modelId="{D55DE371-27DE-451E-BD72-EB235BFAD59A}">
      <dsp:nvSpPr>
        <dsp:cNvPr id="11" name="圆角矩形 10"/>
        <dsp:cNvSpPr/>
      </dsp:nvSpPr>
      <dsp:spPr bwMode="white">
        <a:xfrm>
          <a:off x="3369013" y="1063910"/>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需求文档</a:t>
          </a:r>
        </a:p>
      </dsp:txBody>
      <dsp:txXfrm>
        <a:off x="3369013" y="1063910"/>
        <a:ext cx="925139" cy="462570"/>
      </dsp:txXfrm>
    </dsp:sp>
    <dsp:sp modelId="{9605A588-982D-4DF9-A49F-ED5865E4ADA7}">
      <dsp:nvSpPr>
        <dsp:cNvPr id="12" name="任意多边形 11"/>
        <dsp:cNvSpPr/>
      </dsp:nvSpPr>
      <dsp:spPr bwMode="white">
        <a:xfrm>
          <a:off x="2744202" y="1416791"/>
          <a:ext cx="879567" cy="22785"/>
        </a:xfrm>
        <a:custGeom>
          <a:avLst/>
          <a:gdLst/>
          <a:ahLst/>
          <a:cxnLst/>
          <a:pathLst>
            <a:path w="1385" h="36">
              <a:moveTo>
                <a:pt x="401" y="-610"/>
              </a:moveTo>
              <a:lnTo>
                <a:pt x="984" y="646"/>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744202" y="1416791"/>
        <a:ext cx="879567" cy="22785"/>
      </dsp:txXfrm>
    </dsp:sp>
    <dsp:sp modelId="{82CC71D0-7F8F-428C-A852-E0CC3FB61176}">
      <dsp:nvSpPr>
        <dsp:cNvPr id="13" name="圆角矩形 12"/>
        <dsp:cNvSpPr/>
      </dsp:nvSpPr>
      <dsp:spPr bwMode="white">
        <a:xfrm>
          <a:off x="3369013" y="1595865"/>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需求验证</a:t>
          </a:r>
        </a:p>
      </dsp:txBody>
      <dsp:txXfrm>
        <a:off x="3369013" y="1595865"/>
        <a:ext cx="925139" cy="462570"/>
      </dsp:txXfrm>
    </dsp:sp>
    <dsp:sp modelId="{A6DCC59F-751A-4982-A7B9-928AC093723C}">
      <dsp:nvSpPr>
        <dsp:cNvPr id="14" name="任意多边形 13"/>
        <dsp:cNvSpPr/>
      </dsp:nvSpPr>
      <dsp:spPr bwMode="white">
        <a:xfrm>
          <a:off x="1387903" y="2414207"/>
          <a:ext cx="1001776" cy="22785"/>
        </a:xfrm>
        <a:custGeom>
          <a:avLst/>
          <a:gdLst/>
          <a:ahLst/>
          <a:cxnLst/>
          <a:pathLst>
            <a:path w="1578" h="36">
              <a:moveTo>
                <a:pt x="497" y="-715"/>
              </a:moveTo>
              <a:lnTo>
                <a:pt x="1080" y="751"/>
              </a:lnTo>
            </a:path>
          </a:pathLst>
        </a:custGeom>
        <a:ln>
          <a:solidFill>
            <a:schemeClr val="tx1"/>
          </a:solidFill>
        </a:ln>
        <a:sp3d z="-110000"/>
      </dsp:spPr>
      <dsp:style>
        <a:lnRef idx="2">
          <a:schemeClr val="accent2"/>
        </a:lnRef>
        <a:fillRef idx="0">
          <a:schemeClr val="accent3">
            <a:tint val="9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1387903" y="2414207"/>
        <a:ext cx="1001776" cy="22785"/>
      </dsp:txXfrm>
    </dsp:sp>
    <dsp:sp modelId="{73E609F2-C5AB-4241-B29B-6F9EEE7943E5}">
      <dsp:nvSpPr>
        <dsp:cNvPr id="15" name="圆角矩形 14"/>
        <dsp:cNvSpPr/>
      </dsp:nvSpPr>
      <dsp:spPr bwMode="white">
        <a:xfrm>
          <a:off x="2073819" y="2659775"/>
          <a:ext cx="925139" cy="462570"/>
        </a:xfrm>
        <a:prstGeom prst="roundRect">
          <a:avLst>
            <a:gd name="adj" fmla="val 10000"/>
          </a:avLst>
        </a:prstGeom>
        <a:solidFill>
          <a:srgbClr val="FFFF00"/>
        </a:solidFill>
        <a:ln>
          <a:solidFill>
            <a:schemeClr val="tx1"/>
          </a:solidFill>
        </a:ln>
        <a:sp3d contourW="19050" prstMaterial="metal">
          <a:bevelT w="88900" h="203200"/>
          <a:bevelB w="165100" h="254000"/>
        </a:sp3d>
      </dsp:spPr>
      <dsp:style>
        <a:lnRef idx="0">
          <a:schemeClr val="lt1"/>
        </a:lnRef>
        <a:fillRef idx="1">
          <a:schemeClr val="accent2">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dirty="0">
              <a:solidFill>
                <a:srgbClr val="FF0000"/>
              </a:solidFill>
            </a:rPr>
            <a:t>需求管理</a:t>
          </a:r>
        </a:p>
      </dsp:txBody>
      <dsp:txXfrm>
        <a:off x="2073819" y="2659775"/>
        <a:ext cx="925139" cy="462570"/>
      </dsp:txXfrm>
    </dsp:sp>
    <dsp:sp modelId="{04401C48-FFCE-49E4-971C-72413A3A776A}">
      <dsp:nvSpPr>
        <dsp:cNvPr id="16" name="任意多边形 15"/>
        <dsp:cNvSpPr/>
      </dsp:nvSpPr>
      <dsp:spPr bwMode="white">
        <a:xfrm>
          <a:off x="2859981" y="2613690"/>
          <a:ext cx="648010" cy="22785"/>
        </a:xfrm>
        <a:custGeom>
          <a:avLst/>
          <a:gdLst/>
          <a:ahLst/>
          <a:cxnLst/>
          <a:pathLst>
            <a:path w="1020" h="36">
              <a:moveTo>
                <a:pt x="219" y="437"/>
              </a:moveTo>
              <a:lnTo>
                <a:pt x="802" y="-401"/>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859981" y="2613690"/>
        <a:ext cx="648010" cy="22785"/>
      </dsp:txXfrm>
    </dsp:sp>
    <dsp:sp modelId="{A421BBB8-1DE1-4E33-92A9-D4079E6B5E38}">
      <dsp:nvSpPr>
        <dsp:cNvPr id="17" name="圆角矩形 16"/>
        <dsp:cNvSpPr/>
      </dsp:nvSpPr>
      <dsp:spPr bwMode="white">
        <a:xfrm>
          <a:off x="3369013" y="2127820"/>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需求基线</a:t>
          </a:r>
        </a:p>
      </dsp:txBody>
      <dsp:txXfrm>
        <a:off x="3369013" y="2127820"/>
        <a:ext cx="925139" cy="462570"/>
      </dsp:txXfrm>
    </dsp:sp>
    <dsp:sp modelId="{B734E42E-3C38-4DEB-808F-D0E523A6E596}">
      <dsp:nvSpPr>
        <dsp:cNvPr id="18" name="任意多边形 17"/>
        <dsp:cNvSpPr/>
      </dsp:nvSpPr>
      <dsp:spPr bwMode="white">
        <a:xfrm>
          <a:off x="2998958" y="2879667"/>
          <a:ext cx="370056" cy="22785"/>
        </a:xfrm>
        <a:custGeom>
          <a:avLst/>
          <a:gdLst/>
          <a:ahLst/>
          <a:cxnLst/>
          <a:pathLst>
            <a:path w="583" h="36">
              <a:moveTo>
                <a:pt x="0" y="18"/>
              </a:moveTo>
              <a:lnTo>
                <a:pt x="583" y="18"/>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998958" y="2879667"/>
        <a:ext cx="370056" cy="22785"/>
      </dsp:txXfrm>
    </dsp:sp>
    <dsp:sp modelId="{DB08C4E2-7350-42E3-B7B6-B44D0AEBF3A3}">
      <dsp:nvSpPr>
        <dsp:cNvPr id="19" name="圆角矩形 18"/>
        <dsp:cNvSpPr/>
      </dsp:nvSpPr>
      <dsp:spPr bwMode="white">
        <a:xfrm>
          <a:off x="3369013" y="2659775"/>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变更管理</a:t>
          </a:r>
        </a:p>
      </dsp:txBody>
      <dsp:txXfrm>
        <a:off x="3369013" y="2659775"/>
        <a:ext cx="925139" cy="462570"/>
      </dsp:txXfrm>
    </dsp:sp>
    <dsp:sp modelId="{31378522-A799-48DC-8107-9B5149110FE2}">
      <dsp:nvSpPr>
        <dsp:cNvPr id="20" name="任意多边形 19"/>
        <dsp:cNvSpPr/>
      </dsp:nvSpPr>
      <dsp:spPr bwMode="white">
        <a:xfrm>
          <a:off x="2859981" y="3145645"/>
          <a:ext cx="648010" cy="22785"/>
        </a:xfrm>
        <a:custGeom>
          <a:avLst/>
          <a:gdLst/>
          <a:ahLst/>
          <a:cxnLst/>
          <a:pathLst>
            <a:path w="1020" h="36">
              <a:moveTo>
                <a:pt x="219" y="-401"/>
              </a:moveTo>
              <a:lnTo>
                <a:pt x="802" y="437"/>
              </a:lnTo>
            </a:path>
          </a:pathLst>
        </a:custGeom>
        <a:ln>
          <a:solidFill>
            <a:schemeClr val="tx1"/>
          </a:solidFill>
        </a:ln>
        <a:sp3d z="-110000"/>
      </dsp:spPr>
      <dsp:style>
        <a:lnRef idx="2">
          <a:schemeClr val="accent3"/>
        </a:lnRef>
        <a:fillRef idx="0">
          <a:schemeClr val="accent4">
            <a:tint val="70000"/>
          </a:schemeClr>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gn="ctr">
            <a:lnSpc>
              <a:spcPct val="100000"/>
            </a:lnSpc>
            <a:spcBef>
              <a:spcPct val="0"/>
            </a:spcBef>
            <a:spcAft>
              <a:spcPct val="35000"/>
            </a:spcAft>
          </a:pPr>
          <a:endParaRPr lang="zh-CN" altLang="en-US" sz="1050">
            <a:solidFill>
              <a:schemeClr val="tx1"/>
            </a:solidFill>
          </a:endParaRPr>
        </a:p>
      </dsp:txBody>
      <dsp:txXfrm>
        <a:off x="2859981" y="3145645"/>
        <a:ext cx="648010" cy="22785"/>
      </dsp:txXfrm>
    </dsp:sp>
    <dsp:sp modelId="{1CE14AD8-6E3D-4C51-BDBD-7A1FA8EFE8FA}">
      <dsp:nvSpPr>
        <dsp:cNvPr id="21" name="圆角矩形 20"/>
        <dsp:cNvSpPr/>
      </dsp:nvSpPr>
      <dsp:spPr bwMode="white">
        <a:xfrm>
          <a:off x="3369013" y="3191730"/>
          <a:ext cx="925139" cy="462570"/>
        </a:xfrm>
        <a:prstGeom prst="roundRect">
          <a:avLst>
            <a:gd name="adj" fmla="val 10000"/>
          </a:avLst>
        </a:prstGeom>
        <a:ln>
          <a:solidFill>
            <a:schemeClr val="tx1"/>
          </a:solidFill>
        </a:ln>
        <a:sp3d contourW="19050" prstMaterial="metal">
          <a:bevelT w="88900" h="203200"/>
          <a:bevelB w="165100" h="254000"/>
        </a:sp3d>
      </dsp:spPr>
      <dsp:style>
        <a:lnRef idx="0">
          <a:schemeClr val="lt1"/>
        </a:lnRef>
        <a:fillRef idx="1">
          <a:schemeClr val="accent3">
            <a:hueOff val="0"/>
            <a:satOff val="0"/>
            <a:lumOff val="0"/>
            <a:alpha val="100000"/>
          </a:schemeClr>
        </a:fillRef>
        <a:effectRef idx="1">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1050">
              <a:solidFill>
                <a:schemeClr val="tx1"/>
              </a:solidFill>
            </a:rPr>
            <a:t>需求跟踪</a:t>
          </a:r>
        </a:p>
      </dsp:txBody>
      <dsp:txXfrm>
        <a:off x="3369013" y="3191730"/>
        <a:ext cx="925139" cy="462570"/>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047884" cy="2529928"/>
        <a:chOff x="0" y="0"/>
        <a:chExt cx="4047884" cy="2529928"/>
      </a:xfrm>
    </dsp:grpSpPr>
    <dsp:sp modelId="{0C062DD0-71B5-4663-BE28-90B169FDA539}">
      <dsp:nvSpPr>
        <dsp:cNvPr id="3" name="形状 2"/>
        <dsp:cNvSpPr/>
      </dsp:nvSpPr>
      <dsp:spPr bwMode="white">
        <a:xfrm>
          <a:off x="928626" y="0"/>
          <a:ext cx="4047884" cy="2529928"/>
        </a:xfrm>
        <a:prstGeom prst="swooshArrow">
          <a:avLst>
            <a:gd name="adj1" fmla="val 25000"/>
            <a:gd name="adj2" fmla="val 25000"/>
          </a:avLst>
        </a:prstGeom>
        <a:solidFill>
          <a:schemeClr val="accent2">
            <a:lumMod val="20000"/>
            <a:lumOff val="80000"/>
          </a:schemeClr>
        </a:solidFill>
        <a:sp3d z="-190500" extrusionH="12700" prstMaterial="plastic">
          <a:bevelT w="50800" h="50800"/>
        </a:sp3d>
      </dsp:spPr>
      <dsp:style>
        <a:lnRef idx="0">
          <a:schemeClr val="accent2"/>
        </a:lnRef>
        <a:fillRef idx="3">
          <a:schemeClr val="accent2">
            <a:tint val="40000"/>
          </a:schemeClr>
        </a:fillRef>
        <a:effectRef idx="0">
          <a:scrgbClr r="0" g="0" b="0"/>
        </a:effectRef>
        <a:fontRef idx="minor"/>
      </dsp:style>
      <dsp:txXfrm>
        <a:off x="928626" y="0"/>
        <a:ext cx="4047884" cy="2529928"/>
      </dsp:txXfrm>
    </dsp:sp>
    <dsp:sp modelId="{5791E62A-9133-4AD3-B0F0-30D5C710DD59}">
      <dsp:nvSpPr>
        <dsp:cNvPr id="4" name="椭圆 3"/>
        <dsp:cNvSpPr/>
      </dsp:nvSpPr>
      <dsp:spPr bwMode="white">
        <a:xfrm>
          <a:off x="1327342" y="1881254"/>
          <a:ext cx="93101" cy="93101"/>
        </a:xfrm>
        <a:prstGeom prst="ellipse">
          <a:avLst/>
        </a:prstGeom>
        <a:sp3d prstMaterial="plastic">
          <a:bevelT w="120900" h="88900"/>
          <a:bevelB w="88900" h="31750" prst="angle"/>
        </a:sp3d>
      </dsp:spPr>
      <dsp:style>
        <a:lnRef idx="0">
          <a:schemeClr val="accent2">
            <a:shade val="80000"/>
          </a:schemeClr>
        </a:lnRef>
        <a:fillRef idx="3">
          <a:schemeClr val="lt1"/>
        </a:fillRef>
        <a:effectRef idx="2">
          <a:scrgbClr r="0" g="0" b="0"/>
        </a:effectRef>
        <a:fontRef idx="minor">
          <a:schemeClr val="lt1"/>
        </a:fontRef>
      </dsp:style>
      <dsp:txXfrm>
        <a:off x="1327342" y="1881254"/>
        <a:ext cx="93101" cy="93101"/>
      </dsp:txXfrm>
    </dsp:sp>
    <dsp:sp modelId="{CBC608B0-2E0F-4C62-BFFC-EE191413E288}">
      <dsp:nvSpPr>
        <dsp:cNvPr id="5" name="矩形 4"/>
        <dsp:cNvSpPr/>
      </dsp:nvSpPr>
      <dsp:spPr bwMode="white">
        <a:xfrm>
          <a:off x="1373893" y="1927805"/>
          <a:ext cx="530273" cy="60212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49332" tIns="0" rIns="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solidFill>
                <a:schemeClr val="tx1"/>
              </a:solidFill>
              <a:latin typeface="微软雅黑" panose="020B0503020204020204" pitchFamily="34" charset="-122"/>
              <a:ea typeface="微软雅黑" panose="020B0503020204020204" pitchFamily="34" charset="-122"/>
            </a:rPr>
            <a:t>用户参与不够</a:t>
          </a:r>
          <a:endParaRPr>
            <a:solidFill>
              <a:schemeClr val="tx1"/>
            </a:solidFill>
          </a:endParaRPr>
        </a:p>
      </dsp:txBody>
      <dsp:txXfrm>
        <a:off x="1373893" y="1927805"/>
        <a:ext cx="530273" cy="602123"/>
      </dsp:txXfrm>
    </dsp:sp>
    <dsp:sp modelId="{E79DA702-AF4E-4DEA-A648-4AC34A116A3F}">
      <dsp:nvSpPr>
        <dsp:cNvPr id="6" name="椭圆 5"/>
        <dsp:cNvSpPr/>
      </dsp:nvSpPr>
      <dsp:spPr bwMode="white">
        <a:xfrm>
          <a:off x="1831304" y="1397026"/>
          <a:ext cx="145724" cy="145724"/>
        </a:xfrm>
        <a:prstGeom prst="ellipse">
          <a:avLst/>
        </a:prstGeom>
        <a:sp3d prstMaterial="plastic">
          <a:bevelT w="120900" h="88900"/>
          <a:bevelB w="88900" h="31750" prst="angle"/>
        </a:sp3d>
      </dsp:spPr>
      <dsp:style>
        <a:lnRef idx="0">
          <a:schemeClr val="accent2">
            <a:shade val="80000"/>
          </a:schemeClr>
        </a:lnRef>
        <a:fillRef idx="3">
          <a:schemeClr val="lt1"/>
        </a:fillRef>
        <a:effectRef idx="2">
          <a:scrgbClr r="0" g="0" b="0"/>
        </a:effectRef>
        <a:fontRef idx="minor">
          <a:schemeClr val="lt1"/>
        </a:fontRef>
      </dsp:style>
      <dsp:txXfrm>
        <a:off x="1831304" y="1397026"/>
        <a:ext cx="145724" cy="145724"/>
      </dsp:txXfrm>
    </dsp:sp>
    <dsp:sp modelId="{25994F64-D8FB-49FD-84B8-ED728961C1F9}">
      <dsp:nvSpPr>
        <dsp:cNvPr id="7" name="矩形 6"/>
        <dsp:cNvSpPr/>
      </dsp:nvSpPr>
      <dsp:spPr bwMode="white">
        <a:xfrm>
          <a:off x="1904166" y="1469888"/>
          <a:ext cx="671949" cy="106004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7216" tIns="0" rIns="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solidFill>
                <a:schemeClr val="tx1"/>
              </a:solidFill>
              <a:latin typeface="微软雅黑" panose="020B0503020204020204" pitchFamily="34" charset="-122"/>
              <a:ea typeface="微软雅黑" panose="020B0503020204020204" pitchFamily="34" charset="-122"/>
            </a:rPr>
            <a:t>用户需求不断变化</a:t>
          </a:r>
          <a:endParaRPr>
            <a:solidFill>
              <a:schemeClr val="tx1"/>
            </a:solidFill>
          </a:endParaRPr>
        </a:p>
      </dsp:txBody>
      <dsp:txXfrm>
        <a:off x="1904166" y="1469888"/>
        <a:ext cx="671949" cy="1060040"/>
      </dsp:txXfrm>
    </dsp:sp>
    <dsp:sp modelId="{1224D001-DC25-4087-BC80-680996B83D44}">
      <dsp:nvSpPr>
        <dsp:cNvPr id="8" name="椭圆 7"/>
        <dsp:cNvSpPr/>
      </dsp:nvSpPr>
      <dsp:spPr bwMode="white">
        <a:xfrm>
          <a:off x="2478965" y="1010959"/>
          <a:ext cx="194298" cy="194298"/>
        </a:xfrm>
        <a:prstGeom prst="ellipse">
          <a:avLst/>
        </a:prstGeom>
        <a:sp3d prstMaterial="plastic">
          <a:bevelT w="120900" h="88900"/>
          <a:bevelB w="88900" h="31750" prst="angle"/>
        </a:sp3d>
      </dsp:spPr>
      <dsp:style>
        <a:lnRef idx="0">
          <a:schemeClr val="accent2">
            <a:shade val="80000"/>
          </a:schemeClr>
        </a:lnRef>
        <a:fillRef idx="3">
          <a:schemeClr val="lt1"/>
        </a:fillRef>
        <a:effectRef idx="2">
          <a:scrgbClr r="0" g="0" b="0"/>
        </a:effectRef>
        <a:fontRef idx="minor">
          <a:schemeClr val="lt1"/>
        </a:fontRef>
      </dsp:style>
      <dsp:txXfrm>
        <a:off x="2478965" y="1010959"/>
        <a:ext cx="194298" cy="194298"/>
      </dsp:txXfrm>
    </dsp:sp>
    <dsp:sp modelId="{6F3FF0BE-F5AA-4157-A1DB-6FAB55F7705E}">
      <dsp:nvSpPr>
        <dsp:cNvPr id="9" name="矩形 8"/>
        <dsp:cNvSpPr/>
      </dsp:nvSpPr>
      <dsp:spPr bwMode="white">
        <a:xfrm>
          <a:off x="2576115" y="1108108"/>
          <a:ext cx="781242" cy="14218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02954" tIns="0" rIns="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solidFill>
                <a:schemeClr val="tx1"/>
              </a:solidFill>
              <a:latin typeface="微软雅黑" panose="020B0503020204020204" pitchFamily="34" charset="-122"/>
              <a:ea typeface="微软雅黑" panose="020B0503020204020204" pitchFamily="34" charset="-122"/>
            </a:rPr>
            <a:t>忽略了用户分类</a:t>
          </a:r>
          <a:endParaRPr>
            <a:solidFill>
              <a:schemeClr val="tx1"/>
            </a:solidFill>
          </a:endParaRPr>
        </a:p>
      </dsp:txBody>
      <dsp:txXfrm>
        <a:off x="2576115" y="1108108"/>
        <a:ext cx="781242" cy="1421819"/>
      </dsp:txXfrm>
    </dsp:sp>
    <dsp:sp modelId="{42EFB765-3A57-410A-AB64-DECDE5280235}">
      <dsp:nvSpPr>
        <dsp:cNvPr id="10" name="椭圆 9"/>
        <dsp:cNvSpPr/>
      </dsp:nvSpPr>
      <dsp:spPr bwMode="white">
        <a:xfrm>
          <a:off x="3231872" y="709392"/>
          <a:ext cx="250969" cy="250969"/>
        </a:xfrm>
        <a:prstGeom prst="ellipse">
          <a:avLst/>
        </a:prstGeom>
        <a:sp3d prstMaterial="plastic">
          <a:bevelT w="120900" h="88900"/>
          <a:bevelB w="88900" h="31750" prst="angle"/>
        </a:sp3d>
      </dsp:spPr>
      <dsp:style>
        <a:lnRef idx="0">
          <a:schemeClr val="accent2">
            <a:shade val="80000"/>
          </a:schemeClr>
        </a:lnRef>
        <a:fillRef idx="3">
          <a:schemeClr val="lt1"/>
        </a:fillRef>
        <a:effectRef idx="2">
          <a:scrgbClr r="0" g="0" b="0"/>
        </a:effectRef>
        <a:fontRef idx="minor">
          <a:schemeClr val="lt1"/>
        </a:fontRef>
      </dsp:style>
      <dsp:txXfrm>
        <a:off x="3231872" y="709392"/>
        <a:ext cx="250969" cy="250969"/>
      </dsp:txXfrm>
    </dsp:sp>
    <dsp:sp modelId="{5D144988-E7EE-4CAD-B247-340303335A41}">
      <dsp:nvSpPr>
        <dsp:cNvPr id="11" name="矩形 10"/>
        <dsp:cNvSpPr/>
      </dsp:nvSpPr>
      <dsp:spPr bwMode="white">
        <a:xfrm>
          <a:off x="3357356" y="834876"/>
          <a:ext cx="809577" cy="1695051"/>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32983" tIns="0" rIns="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solidFill>
                <a:schemeClr val="tx1"/>
              </a:solidFill>
              <a:latin typeface="微软雅黑" panose="020B0503020204020204" pitchFamily="34" charset="-122"/>
              <a:ea typeface="微软雅黑" panose="020B0503020204020204" pitchFamily="34" charset="-122"/>
            </a:rPr>
            <a:t>模棱两可的需求</a:t>
          </a:r>
          <a:endParaRPr>
            <a:solidFill>
              <a:schemeClr val="tx1"/>
            </a:solidFill>
          </a:endParaRPr>
        </a:p>
      </dsp:txBody>
      <dsp:txXfrm>
        <a:off x="3357356" y="834876"/>
        <a:ext cx="809577" cy="1695051"/>
      </dsp:txXfrm>
    </dsp:sp>
    <dsp:sp modelId="{A471559E-2C4C-415B-B7C8-B4C1E94B412C}">
      <dsp:nvSpPr>
        <dsp:cNvPr id="12" name="椭圆 11"/>
        <dsp:cNvSpPr/>
      </dsp:nvSpPr>
      <dsp:spPr bwMode="white">
        <a:xfrm>
          <a:off x="4007042" y="508009"/>
          <a:ext cx="319783" cy="319783"/>
        </a:xfrm>
        <a:prstGeom prst="ellipse">
          <a:avLst/>
        </a:prstGeom>
        <a:sp3d prstMaterial="plastic">
          <a:bevelT w="120900" h="88900"/>
          <a:bevelB w="88900" h="31750" prst="angle"/>
        </a:sp3d>
      </dsp:spPr>
      <dsp:style>
        <a:lnRef idx="0">
          <a:schemeClr val="accent2">
            <a:shade val="80000"/>
          </a:schemeClr>
        </a:lnRef>
        <a:fillRef idx="3">
          <a:schemeClr val="lt1"/>
        </a:fillRef>
        <a:effectRef idx="2">
          <a:scrgbClr r="0" g="0" b="0"/>
        </a:effectRef>
        <a:fontRef idx="minor">
          <a:schemeClr val="lt1"/>
        </a:fontRef>
      </dsp:style>
      <dsp:txXfrm>
        <a:off x="4007042" y="508009"/>
        <a:ext cx="319783" cy="319783"/>
      </dsp:txXfrm>
    </dsp:sp>
    <dsp:sp modelId="{FF45A5AB-03AC-4420-B2E7-08D51582CF3A}">
      <dsp:nvSpPr>
        <dsp:cNvPr id="13" name="矩形 12"/>
        <dsp:cNvSpPr/>
      </dsp:nvSpPr>
      <dsp:spPr bwMode="white">
        <a:xfrm>
          <a:off x="4166933" y="667901"/>
          <a:ext cx="809577" cy="18620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69446" tIns="0" rIns="0" bIns="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1400" dirty="0">
              <a:solidFill>
                <a:schemeClr val="tx1"/>
              </a:solidFill>
              <a:latin typeface="微软雅黑" panose="020B0503020204020204" pitchFamily="34" charset="-122"/>
              <a:ea typeface="微软雅黑" panose="020B0503020204020204" pitchFamily="34" charset="-122"/>
            </a:rPr>
            <a:t>过于精简的需求</a:t>
          </a:r>
          <a:endParaRPr>
            <a:solidFill>
              <a:schemeClr val="tx1"/>
            </a:solidFill>
          </a:endParaRPr>
        </a:p>
      </dsp:txBody>
      <dsp:txXfrm>
        <a:off x="4166933" y="667901"/>
        <a:ext cx="809577" cy="1862027"/>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radial1#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type="line" r:blip="" rot="90">
              <dgm:adjLst/>
            </dgm:shape>
          </dgm:if>
          <dgm:else name="Name34">
            <dgm:shape xmlns:r="http://schemas.openxmlformats.org/officeDocument/2006/relationships" type="line" r:blip="" rot="180">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type="line" r:blip="" rot="90">
              <dgm:adjLst/>
            </dgm:shape>
          </dgm:if>
          <dgm:else name="Name50">
            <dgm:shape xmlns:r="http://schemas.openxmlformats.org/officeDocument/2006/relationships" type="line" r:blip="" rot="180">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type="line" r:blip="" rot="90">
              <dgm:adjLst/>
            </dgm:shape>
          </dgm:if>
          <dgm:else name="Name66">
            <dgm:shape xmlns:r="http://schemas.openxmlformats.org/officeDocument/2006/relationships" type="line" r:blip="" rot="180">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type="line" r:blip="" rot="90">
              <dgm:adjLst/>
            </dgm:shape>
          </dgm:if>
          <dgm:else name="Name82">
            <dgm:shape xmlns:r="http://schemas.openxmlformats.org/officeDocument/2006/relationships" type="line" r:blip="" rot="180">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type="line" r:blip="" rot="90">
              <dgm:adjLst/>
            </dgm:shape>
          </dgm:if>
          <dgm:else name="Name98">
            <dgm:shape xmlns:r="http://schemas.openxmlformats.org/officeDocument/2006/relationships" type="line" r:blip="" rot="180">
              <dgm:adjLst/>
            </dgm:shape>
          </dgm:else>
        </dgm:choos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ar" val="2.5"/>
      <dgm:param type="vertAlign" val="mid"/>
      <dgm:param type="horzAlign" val="ctr"/>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B22D120-68DB-4D9E-895C-C9813213D2E7}"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15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幻灯片图像占位符 1"/>
          <p:cNvSpPr>
            <a:spLocks noGrp="1" noRot="1" noChangeAspect="1" noTextEdit="1"/>
          </p:cNvSpPr>
          <p:nvPr>
            <p:ph type="sldImg"/>
          </p:nvPr>
        </p:nvSpPr>
        <p:spPr>
          <a:ln/>
        </p:spPr>
      </p:sp>
      <p:sp>
        <p:nvSpPr>
          <p:cNvPr id="28675" name="备注占位符 2"/>
          <p:cNvSpPr>
            <a:spLocks noGrp="1"/>
          </p:cNvSpPr>
          <p:nvPr>
            <p:ph type="body" idx="1"/>
          </p:nvPr>
        </p:nvSpPr>
        <p:spPr>
          <a:ln/>
        </p:spPr>
        <p:txBody>
          <a:bodyPr wrap="square" lIns="91440" tIns="45720" rIns="91440" bIns="45720" anchor="ctr" anchorCtr="0"/>
          <a:p>
            <a:pPr lvl="0"/>
            <a:r>
              <a:rPr lang="en-US" altLang="zh-CN" dirty="0"/>
              <a:t>A</a:t>
            </a:r>
            <a:r>
              <a:rPr lang="zh-CN" altLang="en-US" dirty="0"/>
              <a:t>加密保存还是</a:t>
            </a:r>
            <a:r>
              <a:rPr lang="en-US" altLang="zh-CN" dirty="0"/>
              <a:t>B</a:t>
            </a:r>
            <a:r>
              <a:rPr lang="zh-CN" altLang="en-US" dirty="0"/>
              <a:t>加密保存？？</a:t>
            </a:r>
            <a:endParaRPr lang="zh-CN" altLang="en-US" dirty="0"/>
          </a:p>
        </p:txBody>
      </p:sp>
      <p:sp>
        <p:nvSpPr>
          <p:cNvPr id="286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1495B9E-1744-4E60-A0CF-3FC862EA662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B5C7272-7A26-494B-AD21-4FD33727E349}"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4994DB2-60EF-4B0F-BE14-0346F230B86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D7C6844-1620-4FBB-A1C0-D28CA54F1148}"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6CDA347-94A7-4CF0-8802-C14398D9244F}"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0A28566-30C1-495B-A272-08DEFB322ED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BA8A559-8383-42A2-A9B0-2A528D17615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6A04F0F-BCA8-4B62-8115-73F74A46BC1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0CFBDA0-291D-4AD6-AFBC-669475E2683F}"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19C142E-2672-4C35-BF21-4E24DF3CA95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DBAE227-DB7B-4994-A363-023F97627D0A}"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4DEEC1B-B418-4C7A-AF44-7C5CC9955F3C}"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E1D9BEF-496B-44A1-BA3C-0B54E139457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C8F6960-BF8C-43F6-8CF3-2BDA34498C8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820E8F11-4FE0-48AA-8296-A50DE5E701FD}"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iming>
    <p:tnLst>
      <p:par>
        <p:cTn id="1" dur="indefinite" restart="never" nodeType="tmRoot"/>
      </p:par>
    </p:tnLst>
  </p:timing>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diagramColors" Target="../diagrams/colors4.xml"/><Relationship Id="rId8" Type="http://schemas.openxmlformats.org/officeDocument/2006/relationships/diagramQuickStyle" Target="../diagrams/quickStyle4.xml"/><Relationship Id="rId7" Type="http://schemas.openxmlformats.org/officeDocument/2006/relationships/diagramLayout" Target="../diagrams/layout4.xml"/><Relationship Id="rId6" Type="http://schemas.openxmlformats.org/officeDocument/2006/relationships/diagramData" Target="../diagrams/data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1" Type="http://schemas.openxmlformats.org/officeDocument/2006/relationships/slideLayout" Target="../slideLayouts/slideLayout2.xml"/><Relationship Id="rId10" Type="http://schemas.microsoft.com/office/2007/relationships/diagramDrawing" Target="../diagrams/drawing4.xml"/><Relationship Id="rId1"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8.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3" Type="http://schemas.openxmlformats.org/officeDocument/2006/relationships/diagramData" Target="../diagrams/data8.xml"/><Relationship Id="rId2" Type="http://schemas.openxmlformats.org/officeDocument/2006/relationships/image" Target="../media/image10.jpeg"/><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image" Target="../media/image1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1646238" y="1692275"/>
            <a:ext cx="6156325" cy="1465263"/>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第四章  需求工程</a:t>
            </a:r>
            <a:endParaRPr lang="zh-CN" altLang="en-US" dirty="0">
              <a:latin typeface="Arial" panose="020B0604020202020204" pitchFamily="34" charset="0"/>
              <a:ea typeface="华文中宋" panose="02010600040101010101" pitchFamily="2" charset="-122"/>
              <a:cs typeface="+mj-cs"/>
            </a:endParaRPr>
          </a:p>
        </p:txBody>
      </p:sp>
      <p:sp>
        <p:nvSpPr>
          <p:cNvPr id="1843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需求工程</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0483"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20484" name="内容占位符 1"/>
          <p:cNvSpPr>
            <a:spLocks noGrp="1"/>
          </p:cNvSpPr>
          <p:nvPr>
            <p:ph idx="1"/>
          </p:nvPr>
        </p:nvSpPr>
        <p:spPr>
          <a:xfrm>
            <a:off x="1087438" y="2133600"/>
            <a:ext cx="7391400" cy="4068763"/>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1</a:t>
            </a:r>
            <a:r>
              <a:rPr lang="zh-CN" altLang="en-US" sz="2000" dirty="0">
                <a:latin typeface="华文中宋" panose="02010600040101010101" pitchFamily="2" charset="-122"/>
                <a:ea typeface="华文中宋" panose="02010600040101010101" pitchFamily="2" charset="-122"/>
                <a:cs typeface="+mn-cs"/>
              </a:rPr>
              <a:t>、软件需求</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2</a:t>
            </a:r>
            <a:r>
              <a:rPr lang="zh-CN" altLang="en-US" sz="2000" dirty="0">
                <a:latin typeface="华文中宋" panose="02010600040101010101" pitchFamily="2" charset="-122"/>
                <a:ea typeface="华文中宋" panose="02010600040101010101" pitchFamily="2" charset="-122"/>
                <a:cs typeface="+mn-cs"/>
              </a:rPr>
              <a:t>、需求工程</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3</a:t>
            </a:r>
            <a:r>
              <a:rPr lang="zh-CN" altLang="en-US" sz="2000" dirty="0">
                <a:latin typeface="华文中宋" panose="02010600040101010101" pitchFamily="2" charset="-122"/>
                <a:ea typeface="华文中宋" panose="02010600040101010101" pitchFamily="2" charset="-122"/>
                <a:cs typeface="+mn-cs"/>
              </a:rPr>
              <a:t>、需求获取</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4</a:t>
            </a:r>
            <a:r>
              <a:rPr lang="zh-CN" altLang="en-US" sz="2000" dirty="0">
                <a:latin typeface="华文中宋" panose="02010600040101010101" pitchFamily="2" charset="-122"/>
                <a:ea typeface="华文中宋" panose="02010600040101010101" pitchFamily="2" charset="-122"/>
                <a:cs typeface="+mn-cs"/>
              </a:rPr>
              <a:t>、需求分析与建模</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5</a:t>
            </a:r>
            <a:r>
              <a:rPr lang="zh-CN" altLang="en-US" sz="2000" dirty="0">
                <a:latin typeface="华文中宋" panose="02010600040101010101" pitchFamily="2" charset="-122"/>
                <a:ea typeface="华文中宋" panose="02010600040101010101" pitchFamily="2" charset="-122"/>
                <a:cs typeface="+mn-cs"/>
              </a:rPr>
              <a:t>、软件安全需求</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6</a:t>
            </a:r>
            <a:r>
              <a:rPr lang="zh-CN" altLang="en-US" sz="2000" dirty="0">
                <a:latin typeface="华文中宋" panose="02010600040101010101" pitchFamily="2" charset="-122"/>
                <a:ea typeface="华文中宋" panose="02010600040101010101" pitchFamily="2" charset="-122"/>
                <a:cs typeface="+mn-cs"/>
              </a:rPr>
              <a:t>、需求文档</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7</a:t>
            </a:r>
            <a:r>
              <a:rPr lang="zh-CN" altLang="en-US" sz="2000" dirty="0">
                <a:latin typeface="华文中宋" panose="02010600040101010101" pitchFamily="2" charset="-122"/>
                <a:ea typeface="华文中宋" panose="02010600040101010101" pitchFamily="2" charset="-122"/>
                <a:cs typeface="+mn-cs"/>
              </a:rPr>
              <a:t>、需求验证</a:t>
            </a:r>
            <a:endParaRPr lang="en-US" altLang="zh-CN" sz="2000"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8</a:t>
            </a:r>
            <a:r>
              <a:rPr lang="zh-CN" altLang="en-US" sz="2000" dirty="0">
                <a:latin typeface="华文中宋" panose="02010600040101010101" pitchFamily="2" charset="-122"/>
                <a:ea typeface="华文中宋" panose="02010600040101010101" pitchFamily="2" charset="-122"/>
                <a:cs typeface="+mn-cs"/>
              </a:rPr>
              <a:t>、需求管理</a:t>
            </a:r>
            <a:endParaRPr lang="en-US" altLang="zh-CN" sz="2000"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ln/>
        </p:spPr>
        <p:txBody>
          <a:bodyPr vert="horz" wrap="square" lIns="91440" tIns="45720" rIns="91440" bIns="45720" anchor="ctr" anchorCtr="0"/>
          <a:p>
            <a:r>
              <a:rPr lang="en-US" altLang="zh-CN" dirty="0"/>
              <a:t>4.1 </a:t>
            </a:r>
            <a:r>
              <a:rPr lang="zh-CN" altLang="en-US" dirty="0"/>
              <a:t>软件需求</a:t>
            </a:r>
            <a:endParaRPr lang="zh-CN" altLang="en-US" dirty="0"/>
          </a:p>
        </p:txBody>
      </p:sp>
      <p:sp>
        <p:nvSpPr>
          <p:cNvPr id="22531" name="内容占位符 2"/>
          <p:cNvSpPr>
            <a:spLocks noGrp="1"/>
          </p:cNvSpPr>
          <p:nvPr>
            <p:ph idx="1"/>
          </p:nvPr>
        </p:nvSpPr>
        <p:spPr>
          <a:xfrm>
            <a:off x="827088" y="1196975"/>
            <a:ext cx="7391400" cy="1323975"/>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4.1.1 </a:t>
            </a:r>
            <a:r>
              <a:rPr lang="zh-CN" altLang="en-US" sz="2800" b="1" dirty="0">
                <a:latin typeface="华文中宋" panose="02010600040101010101" pitchFamily="2" charset="-122"/>
                <a:ea typeface="华文中宋" panose="02010600040101010101" pitchFamily="2" charset="-122"/>
                <a:cs typeface="+mn-cs"/>
              </a:rPr>
              <a:t>什么是软件需求</a:t>
            </a:r>
            <a:endParaRPr lang="en-US" altLang="zh-CN"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问题：开发一个好软件，什么最重要？</a:t>
            </a:r>
            <a:endParaRPr lang="zh-CN" altLang="en-US" sz="2800" b="1" dirty="0">
              <a:latin typeface="华文中宋" panose="02010600040101010101" pitchFamily="2" charset="-122"/>
              <a:ea typeface="华文中宋" panose="02010600040101010101" pitchFamily="2" charset="-122"/>
              <a:cs typeface="+mn-cs"/>
            </a:endParaRPr>
          </a:p>
        </p:txBody>
      </p:sp>
      <p:sp>
        <p:nvSpPr>
          <p:cNvPr id="225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内容占位符 4"/>
          <p:cNvSpPr txBox="1"/>
          <p:nvPr/>
        </p:nvSpPr>
        <p:spPr>
          <a:xfrm>
            <a:off x="796925" y="4005263"/>
            <a:ext cx="7421563" cy="2035175"/>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342900" marR="0" lvl="0" indent="-342900" algn="l" defTabSz="914400" rtl="0" eaLnBrk="0" fontAlgn="base" latinLnBrk="0" hangingPunct="0">
              <a:lnSpc>
                <a:spcPct val="15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好的创意都充分的满足了用户的需求！</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没有需求就没有软件</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rgbClr val="3333CC"/>
              </a:buClr>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获得用户的需求是软件开发的开始</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pic>
        <p:nvPicPr>
          <p:cNvPr id="6" name="Picture 2" descr="https://ss0.bdstatic.com/70cFuHSh_Q1YnxGkpoWK1HF6hhy/it/u=339315870,1043153548&amp;fm=26&amp;gp=0.jpg"/>
          <p:cNvPicPr>
            <a:picLocks noChangeAspect="1"/>
          </p:cNvPicPr>
          <p:nvPr/>
        </p:nvPicPr>
        <p:blipFill>
          <a:blip r:embed="rId1"/>
          <a:stretch>
            <a:fillRect/>
          </a:stretch>
        </p:blipFill>
        <p:spPr>
          <a:xfrm>
            <a:off x="4679950" y="2763838"/>
            <a:ext cx="1549400" cy="930275"/>
          </a:xfrm>
          <a:prstGeom prst="rect">
            <a:avLst/>
          </a:prstGeom>
          <a:noFill/>
          <a:ln w="9525">
            <a:noFill/>
          </a:ln>
        </p:spPr>
      </p:pic>
      <p:pic>
        <p:nvPicPr>
          <p:cNvPr id="7" name="图片 2"/>
          <p:cNvPicPr>
            <a:picLocks noChangeAspect="1"/>
          </p:cNvPicPr>
          <p:nvPr/>
        </p:nvPicPr>
        <p:blipFill>
          <a:blip r:embed="rId2"/>
          <a:stretch>
            <a:fillRect/>
          </a:stretch>
        </p:blipFill>
        <p:spPr>
          <a:xfrm>
            <a:off x="2051050" y="2730500"/>
            <a:ext cx="1997075" cy="96361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ln/>
        </p:spPr>
        <p:txBody>
          <a:bodyPr vert="horz" wrap="square" lIns="91440" tIns="45720" rIns="91440" bIns="45720" anchor="ctr" anchorCtr="0"/>
          <a:p>
            <a:r>
              <a:rPr lang="zh-CN" altLang="en-US" dirty="0"/>
              <a:t>软件需求的重要性</a:t>
            </a:r>
            <a:endParaRPr lang="zh-CN" altLang="en-US" dirty="0"/>
          </a:p>
        </p:txBody>
      </p:sp>
      <p:sp>
        <p:nvSpPr>
          <p:cNvPr id="2355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6" name="组合 5"/>
          <p:cNvGrpSpPr/>
          <p:nvPr/>
        </p:nvGrpSpPr>
        <p:grpSpPr>
          <a:xfrm>
            <a:off x="3203575" y="1125538"/>
            <a:ext cx="3189288" cy="3600450"/>
            <a:chOff x="3311070" y="1195729"/>
            <a:chExt cx="2359175" cy="3076443"/>
          </a:xfrm>
        </p:grpSpPr>
        <p:sp>
          <p:nvSpPr>
            <p:cNvPr id="7" name="内容占位符 4"/>
            <p:cNvSpPr txBox="1"/>
            <p:nvPr/>
          </p:nvSpPr>
          <p:spPr>
            <a:xfrm>
              <a:off x="3417809" y="3896404"/>
              <a:ext cx="2252436" cy="375768"/>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美国，</a:t>
              </a:r>
              <a:r>
                <a:rPr kumimoji="0" lang="en-US" altLang="zh-CN"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8000</a:t>
              </a:r>
              <a:r>
                <a:rPr kumimoji="0" lang="zh-CN" altLang="en-US"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2/3</a:t>
              </a:r>
              <a:r>
                <a:rPr kumimoji="0" lang="zh-CN" altLang="en-US"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45%</a:t>
              </a:r>
              <a:endParaRPr kumimoji="0" lang="en-US" altLang="zh-CN" sz="16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altLang="zh-CN"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zh-CN" altLang="en-US" sz="18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 name="图示 9"/>
            <p:cNvGraphicFramePr/>
            <p:nvPr/>
          </p:nvGraphicFramePr>
          <p:xfrm>
            <a:off x="3311070" y="1195729"/>
            <a:ext cx="2219180" cy="26506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sp>
        <p:nvSpPr>
          <p:cNvPr id="8" name="内容占位符 2"/>
          <p:cNvSpPr>
            <a:spLocks noGrp="1"/>
          </p:cNvSpPr>
          <p:nvPr>
            <p:ph idx="1"/>
          </p:nvPr>
        </p:nvSpPr>
        <p:spPr>
          <a:xfrm>
            <a:off x="684213" y="5157788"/>
            <a:ext cx="7704137" cy="107315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对用户来讲需求是对软件产品的解释，而开发人员所讲的需求对用户来说又像是详细设计。</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xEl>
                                              <p:charRg st="0" end="41"/>
                                            </p:txEl>
                                          </p:spTgt>
                                        </p:tgtEl>
                                        <p:attrNameLst>
                                          <p:attrName>style.visibility</p:attrName>
                                        </p:attrNameLst>
                                      </p:cBhvr>
                                      <p:to>
                                        <p:strVal val="visible"/>
                                      </p:to>
                                    </p:set>
                                    <p:anim calcmode="lin" valueType="num">
                                      <p:cBhvr additive="base">
                                        <p:cTn id="12" dur="500" fill="hold"/>
                                        <p:tgtEl>
                                          <p:spTgt spid="8">
                                            <p:txEl>
                                              <p:charRg st="0" end="4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
                                            <p:txEl>
                                              <p:charRg st="0" end="4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ln/>
        </p:spPr>
        <p:txBody>
          <a:bodyPr vert="horz" wrap="square" lIns="91440" tIns="45720" rIns="91440" bIns="45720" anchor="ctr" anchorCtr="0"/>
          <a:p>
            <a:r>
              <a:rPr lang="en-US" altLang="zh-CN" dirty="0"/>
              <a:t>IEEE</a:t>
            </a:r>
            <a:r>
              <a:rPr lang="zh-CN" altLang="zh-CN" dirty="0"/>
              <a:t>软件工程标准词汇</a:t>
            </a:r>
            <a:r>
              <a:rPr lang="zh-CN" altLang="en-US" dirty="0"/>
              <a:t>：软件需求</a:t>
            </a:r>
            <a:endParaRPr lang="zh-CN" altLang="en-US" dirty="0"/>
          </a:p>
        </p:txBody>
      </p:sp>
      <p:sp>
        <p:nvSpPr>
          <p:cNvPr id="24579" name="内容占位符 2"/>
          <p:cNvSpPr>
            <a:spLocks noGrp="1"/>
          </p:cNvSpPr>
          <p:nvPr>
            <p:ph idx="1"/>
          </p:nvPr>
        </p:nvSpPr>
        <p:spPr>
          <a:xfrm>
            <a:off x="827088" y="1231900"/>
            <a:ext cx="7391400" cy="2251075"/>
          </a:xfrm>
          <a:ln>
            <a:solidFill>
              <a:schemeClr val="accent1">
                <a:alpha val="100000"/>
              </a:schemeClr>
            </a:solidFill>
            <a:miter lim="800000"/>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用户要求解决问题或达到目标所需要的条件或功能。 </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系统或系统部件要满足合同、标准、规范或其他正式规定文档所必须的条件或功能。</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反映上面两条的文档说明。 </a:t>
            </a:r>
            <a:endParaRPr lang="zh-CN" altLang="en-US" dirty="0">
              <a:latin typeface="华文中宋" panose="02010600040101010101" pitchFamily="2" charset="-122"/>
              <a:ea typeface="华文中宋" panose="02010600040101010101" pitchFamily="2" charset="-122"/>
              <a:cs typeface="+mn-cs"/>
            </a:endParaRPr>
          </a:p>
        </p:txBody>
      </p:sp>
      <p:sp>
        <p:nvSpPr>
          <p:cNvPr id="245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矩形 4"/>
          <p:cNvSpPr/>
          <p:nvPr/>
        </p:nvSpPr>
        <p:spPr>
          <a:xfrm>
            <a:off x="503238" y="3832225"/>
            <a:ext cx="8040688" cy="230822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266700" algn="just" defTabSz="914400" rtl="0" eaLnBrk="0" fontAlgn="base" latinLnBrk="0" hangingPunct="0">
              <a:lnSpc>
                <a:spcPct val="150000"/>
              </a:lnSpc>
              <a:spcBef>
                <a:spcPct val="0"/>
              </a:spcBef>
              <a:spcAft>
                <a:spcPts val="0"/>
              </a:spcAft>
              <a:buClrTx/>
              <a:buSzTx/>
              <a:buFontTx/>
              <a:buNone/>
              <a:defRPr/>
            </a:pPr>
            <a:r>
              <a:rPr kumimoji="0" lang="zh-CN" altLang="zh-CN" sz="2400" b="1" i="0" u="none" strike="noStrike" kern="1200" cap="none" spc="0" normalizeH="0" baseline="0" noProof="0" dirty="0">
                <a:ln>
                  <a:noFill/>
                </a:ln>
                <a:solidFill>
                  <a:schemeClr val="dk1"/>
                </a:solidFill>
                <a:effectLst/>
                <a:uLnTx/>
                <a:uFillTx/>
                <a:latin typeface="+mn-lt"/>
                <a:ea typeface="+mn-ea"/>
                <a:cs typeface="+mn-cs"/>
              </a:rPr>
              <a:t>分别从用户和开发者的角度阐述了什么是需求</a:t>
            </a:r>
            <a:r>
              <a:rPr kumimoji="0" lang="zh-CN" altLang="en-US" sz="2400" b="1" i="0" u="none" strike="noStrike" kern="1200" cap="none" spc="0" normalizeH="0" baseline="0" noProof="0" dirty="0">
                <a:ln>
                  <a:noFill/>
                </a:ln>
                <a:solidFill>
                  <a:schemeClr val="dk1"/>
                </a:solidFill>
                <a:effectLst/>
                <a:uLnTx/>
                <a:uFillTx/>
                <a:latin typeface="+mn-lt"/>
                <a:ea typeface="+mn-ea"/>
                <a:cs typeface="+mn-cs"/>
              </a:rPr>
              <a:t>。</a:t>
            </a:r>
            <a:endParaRPr kumimoji="0" lang="en-US" altLang="zh-CN" sz="2400" b="1" i="0" u="none" strike="noStrike" kern="1200" cap="none" spc="0" normalizeH="0" baseline="0" noProof="0" dirty="0">
              <a:ln>
                <a:noFill/>
              </a:ln>
              <a:solidFill>
                <a:schemeClr val="dk1"/>
              </a:solidFill>
              <a:effectLst/>
              <a:uLnTx/>
              <a:uFillTx/>
              <a:latin typeface="+mn-lt"/>
              <a:ea typeface="+mn-ea"/>
              <a:cs typeface="+mn-cs"/>
            </a:endParaRPr>
          </a:p>
          <a:p>
            <a:pPr marL="0" marR="0" lvl="0" indent="266700" algn="just" defTabSz="914400" rtl="0" eaLnBrk="0" fontAlgn="base" latinLnBrk="0" hangingPunct="0">
              <a:lnSpc>
                <a:spcPct val="150000"/>
              </a:lnSpc>
              <a:spcBef>
                <a:spcPct val="0"/>
              </a:spcBef>
              <a:spcAft>
                <a:spcPts val="0"/>
              </a:spcAft>
              <a:buClrTx/>
              <a:buSzTx/>
              <a:buFontTx/>
              <a:buNone/>
              <a:defRPr/>
            </a:pPr>
            <a:r>
              <a:rPr kumimoji="0" lang="zh-CN" altLang="zh-CN" sz="2400" b="1" i="0" u="none" strike="noStrike" kern="100" cap="none" spc="0" normalizeH="0" baseline="0" noProof="0" dirty="0">
                <a:ln>
                  <a:noFill/>
                </a:ln>
                <a:solidFill>
                  <a:schemeClr val="dk1"/>
                </a:solidFill>
                <a:effectLst/>
                <a:uLnTx/>
                <a:uFillTx/>
                <a:latin typeface="Calibri" panose="020F0502020204030204" pitchFamily="34" charset="0"/>
                <a:ea typeface="+mn-ea"/>
                <a:cs typeface="Times New Roman" panose="02020603050405020304" pitchFamily="18" charset="0"/>
              </a:rPr>
              <a:t>比较通俗的需求定义如下</a:t>
            </a:r>
            <a:r>
              <a:rPr kumimoji="0" lang="en-US" altLang="zh-CN" sz="2400" b="1" i="0" u="none" strike="noStrike" kern="100" cap="none" spc="0" normalizeH="0" baseline="0" noProof="0" dirty="0">
                <a:ln>
                  <a:noFill/>
                </a:ln>
                <a:solidFill>
                  <a:schemeClr val="dk1"/>
                </a:solidFill>
                <a:effectLst/>
                <a:uLnTx/>
                <a:uFillTx/>
                <a:latin typeface="Calibri" panose="020F0502020204030204" pitchFamily="34" charset="0"/>
                <a:ea typeface="+mn-ea"/>
                <a:cs typeface="Times New Roman" panose="02020603050405020304" pitchFamily="18" charset="0"/>
              </a:rPr>
              <a:t>: </a:t>
            </a:r>
            <a:endParaRPr kumimoji="0" lang="zh-CN" altLang="zh-CN" sz="2400" b="1" i="0" u="none" strike="noStrike" kern="100" cap="none" spc="0" normalizeH="0" baseline="0" noProof="0" dirty="0">
              <a:ln>
                <a:noFill/>
              </a:ln>
              <a:solidFill>
                <a:schemeClr val="dk1"/>
              </a:solidFill>
              <a:effectLst/>
              <a:uLnTx/>
              <a:uFillTx/>
              <a:latin typeface="Calibri" panose="020F0502020204030204" pitchFamily="34" charset="0"/>
              <a:ea typeface="+mn-ea"/>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zh-CN" sz="2400" b="1" i="0" u="none" strike="noStrike" kern="100" cap="none" spc="0" normalizeH="0" baseline="0" noProof="0" dirty="0">
                <a:ln>
                  <a:noFill/>
                </a:ln>
                <a:solidFill>
                  <a:schemeClr val="dk1"/>
                </a:solidFill>
                <a:effectLst/>
                <a:uLnTx/>
                <a:uFillTx/>
                <a:latin typeface="+mn-lt"/>
                <a:ea typeface="楷体" panose="02010609060101010101" pitchFamily="49" charset="-122"/>
                <a:cs typeface="Times New Roman" panose="02020603050405020304" pitchFamily="18" charset="0"/>
              </a:rPr>
              <a:t>需求是指明系统必须实现什么的规格说明，它描述了系统的行为、特性或属性， 是在开发过程中对系统的约束。</a:t>
            </a:r>
            <a:endParaRPr kumimoji="0" lang="zh-CN" altLang="en-US" sz="2400" b="1"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r>
              <a:rPr lang="zh-CN" altLang="en-US" dirty="0"/>
              <a:t>软件需求的重要性</a:t>
            </a:r>
            <a:endParaRPr lang="zh-CN" altLang="en-US" dirty="0"/>
          </a:p>
        </p:txBody>
      </p:sp>
      <p:sp>
        <p:nvSpPr>
          <p:cNvPr id="2560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5604" name="矩形 16"/>
          <p:cNvSpPr/>
          <p:nvPr/>
        </p:nvSpPr>
        <p:spPr>
          <a:xfrm>
            <a:off x="571500" y="5068888"/>
            <a:ext cx="2749550" cy="400050"/>
          </a:xfrm>
          <a:prstGeom prst="rect">
            <a:avLst/>
          </a:prstGeom>
          <a:noFill/>
          <a:ln w="9525">
            <a:noFill/>
          </a:ln>
        </p:spPr>
        <p:txBody>
          <a:bodyPr wrap="none">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a:lnSpc>
                <a:spcPct val="100000"/>
              </a:lnSpc>
              <a:spcBef>
                <a:spcPct val="0"/>
              </a:spcBef>
              <a:buClrTx/>
              <a:buSzTx/>
              <a:buFont typeface="Arial" panose="020B0604020202020204" pitchFamily="34" charset="0"/>
              <a:buNone/>
            </a:pPr>
            <a:r>
              <a:rPr lang="zh-CN" altLang="en-US" b="1" dirty="0">
                <a:latin typeface="华文中宋" panose="02010600040101010101" pitchFamily="2" charset="-122"/>
                <a:ea typeface="华文中宋" panose="02010600040101010101" pitchFamily="2" charset="-122"/>
              </a:rPr>
              <a:t>软件开发的第一个扣子</a:t>
            </a:r>
            <a:endParaRPr lang="zh-CN" altLang="en-US" b="1" dirty="0">
              <a:latin typeface="华文中宋" panose="02010600040101010101" pitchFamily="2" charset="-122"/>
              <a:ea typeface="华文中宋" panose="02010600040101010101" pitchFamily="2" charset="-122"/>
            </a:endParaRPr>
          </a:p>
        </p:txBody>
      </p:sp>
      <p:grpSp>
        <p:nvGrpSpPr>
          <p:cNvPr id="6" name="组合 5"/>
          <p:cNvGrpSpPr/>
          <p:nvPr/>
        </p:nvGrpSpPr>
        <p:grpSpPr>
          <a:xfrm>
            <a:off x="4211638" y="1755775"/>
            <a:ext cx="3821112" cy="4010025"/>
            <a:chOff x="5832168" y="1311582"/>
            <a:chExt cx="2980124" cy="3128656"/>
          </a:xfrm>
        </p:grpSpPr>
        <p:graphicFrame>
          <p:nvGraphicFramePr>
            <p:cNvPr id="8" name="图示 7"/>
            <p:cNvGraphicFramePr/>
            <p:nvPr/>
          </p:nvGraphicFramePr>
          <p:xfrm>
            <a:off x="5832168" y="1311582"/>
            <a:ext cx="2980124" cy="232923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 name="标题 1"/>
            <p:cNvSpPr txBox="1"/>
            <p:nvPr/>
          </p:nvSpPr>
          <p:spPr>
            <a:xfrm>
              <a:off x="6277887" y="3968339"/>
              <a:ext cx="2315261" cy="471899"/>
            </a:xfrm>
            <a:prstGeom prst="rect">
              <a:avLst/>
            </a:prstGeom>
          </p:spPr>
          <p:txBody>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zh-CN" sz="16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与</a:t>
              </a:r>
              <a:r>
                <a:rPr kumimoji="0" lang="zh-CN" altLang="en-US" sz="16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需求</a:t>
              </a:r>
              <a:r>
                <a:rPr kumimoji="0" lang="zh-CN" altLang="zh-CN" sz="16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有关的开发活动</a:t>
              </a:r>
              <a:endParaRPr kumimoji="0" lang="zh-CN" altLang="en-US" sz="16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grpSp>
      <p:pic>
        <p:nvPicPr>
          <p:cNvPr id="25606" name="Picture 13" descr="https://timgsa.baidu.com/timg?image&amp;quality=80&amp;size=b9999_10000&amp;sec=1599584686499&amp;di=c6a8eec35ab95edf5300532a55c6dfaf&amp;imgtype=0&amp;src=http%3A%2F%2Fwww.people.com.cn%2Fmediafile%2Fpic%2F20180829%2F72%2F6977991528600504536.jpg"/>
          <p:cNvPicPr>
            <a:picLocks noChangeAspect="1"/>
          </p:cNvPicPr>
          <p:nvPr/>
        </p:nvPicPr>
        <p:blipFill>
          <a:blip r:embed="rId6"/>
          <a:srcRect t="61726" r="33379"/>
          <a:stretch>
            <a:fillRect/>
          </a:stretch>
        </p:blipFill>
        <p:spPr>
          <a:xfrm>
            <a:off x="939800" y="2117725"/>
            <a:ext cx="2119313" cy="1608138"/>
          </a:xfrm>
          <a:prstGeom prst="rect">
            <a:avLst/>
          </a:prstGeom>
          <a:noFill/>
          <a:ln w="9525">
            <a:noFill/>
          </a:ln>
        </p:spPr>
      </p:pic>
      <p:sp>
        <p:nvSpPr>
          <p:cNvPr id="12" name="流程图: 可选过程 11"/>
          <p:cNvSpPr/>
          <p:nvPr/>
        </p:nvSpPr>
        <p:spPr bwMode="auto">
          <a:xfrm>
            <a:off x="687388" y="3760788"/>
            <a:ext cx="2516188" cy="1060450"/>
          </a:xfrm>
          <a:prstGeom prst="flowChartAlternateProcess">
            <a:avLst/>
          </a:prstGeom>
          <a:solidFill>
            <a:schemeClr val="accent2">
              <a:lumMod val="20000"/>
              <a:lumOff val="80000"/>
            </a:schemeClr>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穿衣服扣扣子。如果第一粒扣子扣错了，剩余的扣子都会扣错。</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ctr" anchorCtr="0"/>
          <a:p>
            <a:r>
              <a:rPr lang="en-US" altLang="zh-CN" dirty="0">
                <a:latin typeface="微软雅黑" panose="020B0503020204020204" pitchFamily="34" charset="-122"/>
                <a:ea typeface="微软雅黑" panose="020B0503020204020204" pitchFamily="34" charset="-122"/>
              </a:rPr>
              <a:t>4.1.2 </a:t>
            </a:r>
            <a:r>
              <a:rPr lang="zh-CN" altLang="en-US" dirty="0">
                <a:latin typeface="微软雅黑" panose="020B0503020204020204" pitchFamily="34" charset="-122"/>
                <a:ea typeface="微软雅黑" panose="020B0503020204020204" pitchFamily="34" charset="-122"/>
              </a:rPr>
              <a:t>软件错误与软件需求</a:t>
            </a:r>
            <a:br>
              <a:rPr lang="en-US" altLang="zh-CN" dirty="0">
                <a:latin typeface="微软雅黑" panose="020B0503020204020204" pitchFamily="34" charset="-122"/>
                <a:ea typeface="微软雅黑" panose="020B0503020204020204" pitchFamily="34" charset="-122"/>
              </a:rPr>
            </a:br>
            <a:r>
              <a:rPr lang="zh-CN" altLang="zh-CN" sz="2400" b="0" dirty="0">
                <a:latin typeface="微软雅黑" panose="020B0503020204020204" pitchFamily="34" charset="-122"/>
                <a:ea typeface="微软雅黑" panose="020B0503020204020204" pitchFamily="34" charset="-122"/>
              </a:rPr>
              <a:t>关于软件错误人们总结出了</a:t>
            </a:r>
            <a:r>
              <a:rPr lang="en-US" altLang="zh-CN" sz="2400" b="0" dirty="0">
                <a:latin typeface="微软雅黑" panose="020B0503020204020204" pitchFamily="34" charset="-122"/>
                <a:ea typeface="微软雅黑" panose="020B0503020204020204" pitchFamily="34" charset="-122"/>
              </a:rPr>
              <a:t>5</a:t>
            </a:r>
            <a:r>
              <a:rPr lang="zh-CN" altLang="zh-CN" sz="2400" b="0" dirty="0">
                <a:latin typeface="微软雅黑" panose="020B0503020204020204" pitchFamily="34" charset="-122"/>
                <a:ea typeface="微软雅黑" panose="020B0503020204020204" pitchFamily="34" charset="-122"/>
              </a:rPr>
              <a:t>点事实</a:t>
            </a:r>
            <a:endParaRPr lang="zh-CN" altLang="en-US" sz="2400" b="0" dirty="0">
              <a:latin typeface="微软雅黑" panose="020B0503020204020204" pitchFamily="34" charset="-122"/>
              <a:ea typeface="微软雅黑" panose="020B0503020204020204" pitchFamily="34" charset="-122"/>
            </a:endParaRPr>
          </a:p>
        </p:txBody>
      </p:sp>
      <p:sp>
        <p:nvSpPr>
          <p:cNvPr id="26627" name="内容占位符 2"/>
          <p:cNvSpPr>
            <a:spLocks noGrp="1"/>
          </p:cNvSpPr>
          <p:nvPr>
            <p:ph idx="1"/>
          </p:nvPr>
        </p:nvSpPr>
        <p:spPr>
          <a:xfrm>
            <a:off x="215900" y="1196975"/>
            <a:ext cx="8748713" cy="106997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）软件生命周期中，一个错误发现得越晚，修复错误的费用越高</a:t>
            </a: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2" name="表格 1"/>
          <p:cNvGraphicFramePr>
            <a:graphicFrameLocks noGrp="1"/>
          </p:cNvGraphicFramePr>
          <p:nvPr/>
        </p:nvGraphicFramePr>
        <p:xfrm>
          <a:off x="1054100" y="2708275"/>
          <a:ext cx="7112000" cy="3028950"/>
        </p:xfrm>
        <a:graphic>
          <a:graphicData uri="http://schemas.openxmlformats.org/drawingml/2006/table">
            <a:tbl>
              <a:tblPr firstRow="1" bandRow="1">
                <a:tableStyleId>{21E4AEA4-8DFA-4A89-87EB-49C32662AFE0}</a:tableStyleId>
              </a:tblPr>
              <a:tblGrid>
                <a:gridCol w="3556000"/>
                <a:gridCol w="3556000"/>
              </a:tblGrid>
              <a:tr h="432707">
                <a:tc>
                  <a:txBody>
                    <a:bodyPr/>
                    <a:lstStyle/>
                    <a:p>
                      <a:pPr algn="ctr"/>
                      <a:r>
                        <a:rPr lang="zh-CN" altLang="en-US" sz="2100" dirty="0">
                          <a:latin typeface="华文中宋" panose="02010600040101010101" pitchFamily="2" charset="-122"/>
                          <a:ea typeface="华文中宋" panose="02010600040101010101" pitchFamily="2" charset="-122"/>
                        </a:rPr>
                        <a:t>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zh-CN" altLang="en-US" sz="2100" dirty="0">
                          <a:latin typeface="华文中宋" panose="02010600040101010101" pitchFamily="2" charset="-122"/>
                          <a:ea typeface="华文中宋" panose="02010600040101010101" pitchFamily="2" charset="-122"/>
                        </a:rPr>
                        <a:t>相对修复费用</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需求阶段</a:t>
                      </a:r>
                      <a:endParaRPr lang="en-US" altLang="zh-CN"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0.1~0.2</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设计阶段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0.5</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编码阶段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1</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单元测试阶段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2</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验收测试阶段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5</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r h="432707">
                <a:tc>
                  <a:txBody>
                    <a:bodyPr/>
                    <a:lstStyle/>
                    <a:p>
                      <a:pPr algn="ctr"/>
                      <a:r>
                        <a:rPr lang="zh-CN" altLang="en-US" sz="2100" dirty="0">
                          <a:latin typeface="华文中宋" panose="02010600040101010101" pitchFamily="2" charset="-122"/>
                          <a:ea typeface="华文中宋" panose="02010600040101010101" pitchFamily="2" charset="-122"/>
                        </a:rPr>
                        <a:t>维护阶段</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c>
                  <a:txBody>
                    <a:bodyPr/>
                    <a:lstStyle/>
                    <a:p>
                      <a:pPr algn="ctr"/>
                      <a:r>
                        <a:rPr lang="en-US" altLang="zh-CN" sz="2100" dirty="0">
                          <a:latin typeface="华文中宋" panose="02010600040101010101" pitchFamily="2" charset="-122"/>
                          <a:ea typeface="华文中宋" panose="02010600040101010101" pitchFamily="2" charset="-122"/>
                        </a:rPr>
                        <a:t>20</a:t>
                      </a:r>
                      <a:endParaRPr lang="zh-CN" altLang="en-US" sz="2100" dirty="0">
                        <a:latin typeface="华文中宋" panose="02010600040101010101" pitchFamily="2" charset="-122"/>
                        <a:ea typeface="华文中宋" panose="02010600040101010101" pitchFamily="2" charset="-122"/>
                      </a:endParaRPr>
                    </a:p>
                  </a:txBody>
                  <a:tcPr marL="106680" marR="106680" marT="53347" marB="53347"/>
                </a:tc>
              </a:tr>
            </a:tbl>
          </a:graphicData>
        </a:graphic>
      </p:graphicFrame>
      <p:sp>
        <p:nvSpPr>
          <p:cNvPr id="26655" name="文本框 2"/>
          <p:cNvSpPr txBox="1"/>
          <p:nvPr/>
        </p:nvSpPr>
        <p:spPr>
          <a:xfrm>
            <a:off x="2411413" y="2103438"/>
            <a:ext cx="4464050" cy="461962"/>
          </a:xfrm>
          <a:prstGeom prst="rect">
            <a:avLst/>
          </a:prstGeom>
          <a:noFill/>
          <a:ln w="9525">
            <a:noFill/>
          </a:ln>
        </p:spPr>
        <p:txBody>
          <a:bodyPr>
            <a:spAutoFit/>
          </a:bodyPr>
          <a:p>
            <a:r>
              <a:rPr lang="zh-CN" altLang="en-US" dirty="0">
                <a:solidFill>
                  <a:schemeClr val="tx1"/>
                </a:solidFill>
                <a:latin typeface="华文中宋" panose="02010600040101010101" pitchFamily="2" charset="-122"/>
              </a:rPr>
              <a:t>生命周期中修复软件的相对费用</a:t>
            </a:r>
            <a:endParaRPr lang="zh-CN" altLang="en-US" dirty="0">
              <a:solidFill>
                <a:schemeClr val="tx1"/>
              </a:solidFill>
              <a:latin typeface="华文中宋" panose="0201060004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r>
              <a:rPr lang="zh-CN" altLang="en-US" dirty="0"/>
              <a:t>关于软件错误的</a:t>
            </a:r>
            <a:r>
              <a:rPr lang="en-US" altLang="zh-CN" dirty="0"/>
              <a:t>5</a:t>
            </a:r>
            <a:r>
              <a:rPr lang="zh-CN" altLang="en-US" dirty="0"/>
              <a:t>点事实</a:t>
            </a:r>
            <a:endParaRPr lang="zh-CN" altLang="en-US" dirty="0"/>
          </a:p>
        </p:txBody>
      </p:sp>
      <p:sp>
        <p:nvSpPr>
          <p:cNvPr id="27651" name="内容占位符 2"/>
          <p:cNvSpPr>
            <a:spLocks noGrp="1"/>
          </p:cNvSpPr>
          <p:nvPr>
            <p:ph idx="1"/>
          </p:nvPr>
        </p:nvSpPr>
        <p:spPr>
          <a:xfrm>
            <a:off x="250825" y="1052513"/>
            <a:ext cx="8569325" cy="5262562"/>
          </a:xfrm>
          <a:ln/>
        </p:spPr>
        <p:txBody>
          <a:bodyPr vert="horz" wrap="square" lIns="91440" tIns="45720" rIns="91440" bIns="45720" anchor="t" anchorCtr="0">
            <a:spAutoFit/>
          </a:bodyPr>
          <a:p>
            <a:pPr marL="386080" lvl="1" indent="0" eaLnBrk="1" hangingPunct="1">
              <a:lnSpc>
                <a:spcPct val="13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2</a:t>
            </a:r>
            <a:r>
              <a:rPr lang="zh-CN" altLang="en-US" dirty="0">
                <a:latin typeface="华文中宋" panose="02010600040101010101" pitchFamily="2" charset="-122"/>
                <a:ea typeface="华文中宋" panose="02010600040101010101" pitchFamily="2" charset="-122"/>
              </a:rPr>
              <a:t>）许多错误是潜伏的，并且在错误产生后很长一段时间才被检查出来</a:t>
            </a:r>
            <a:endParaRPr lang="zh-CN" altLang="en-US" dirty="0">
              <a:latin typeface="华文中宋" panose="02010600040101010101" pitchFamily="2" charset="-122"/>
              <a:ea typeface="华文中宋" panose="02010600040101010101" pitchFamily="2" charset="-122"/>
            </a:endParaRPr>
          </a:p>
          <a:p>
            <a:pPr marL="386080" lvl="1" indent="0" eaLnBrk="1" hangingPunct="1">
              <a:lnSpc>
                <a:spcPct val="13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3</a:t>
            </a:r>
            <a:r>
              <a:rPr lang="zh-CN" altLang="en-US" dirty="0">
                <a:latin typeface="华文中宋" panose="02010600040101010101" pitchFamily="2" charset="-122"/>
                <a:ea typeface="华文中宋" panose="02010600040101010101" pitchFamily="2" charset="-122"/>
              </a:rPr>
              <a:t>）在需求过程中会产生很多错误</a:t>
            </a:r>
            <a:endParaRPr lang="zh-CN" altLang="en-US" dirty="0">
              <a:latin typeface="华文中宋" panose="02010600040101010101" pitchFamily="2" charset="-122"/>
              <a:ea typeface="华文中宋" panose="02010600040101010101" pitchFamily="2" charset="-122"/>
            </a:endParaRPr>
          </a:p>
          <a:p>
            <a:pPr lvl="2" eaLnBrk="1" hangingPunct="1">
              <a:lnSpc>
                <a:spcPct val="130000"/>
              </a:lnSpc>
              <a:buFont typeface="Arial" panose="020B0604020202020204" pitchFamily="34" charset="0"/>
              <a:buChar char="•"/>
            </a:pPr>
            <a:r>
              <a:rPr lang="en-US" altLang="zh-CN" sz="2000" dirty="0">
                <a:latin typeface="华文中宋" panose="02010600040101010101" pitchFamily="2" charset="-122"/>
                <a:ea typeface="华文中宋" panose="02010600040101010101" pitchFamily="2" charset="-122"/>
              </a:rPr>
              <a:t>DeMarco</a:t>
            </a:r>
            <a:r>
              <a:rPr lang="zh-CN" altLang="en-US" sz="2000" dirty="0">
                <a:latin typeface="华文中宋" panose="02010600040101010101" pitchFamily="2" charset="-122"/>
                <a:ea typeface="华文中宋" panose="02010600040101010101" pitchFamily="2" charset="-122"/>
              </a:rPr>
              <a:t>在一份研究报告中指出，被检查出来的错误的</a:t>
            </a:r>
            <a:r>
              <a:rPr lang="en-US" altLang="zh-CN" sz="2000" dirty="0">
                <a:latin typeface="华文中宋" panose="02010600040101010101" pitchFamily="2" charset="-122"/>
                <a:ea typeface="华文中宋" panose="02010600040101010101" pitchFamily="2" charset="-122"/>
              </a:rPr>
              <a:t>56</a:t>
            </a:r>
            <a:r>
              <a:rPr lang="zh-CN" altLang="en-US" sz="2000" dirty="0">
                <a:latin typeface="华文中宋" panose="02010600040101010101" pitchFamily="2" charset="-122"/>
                <a:ea typeface="华文中宋" panose="02010600040101010101" pitchFamily="2" charset="-122"/>
              </a:rPr>
              <a:t>％产生的根源可以追溯到需求阶段。</a:t>
            </a:r>
            <a:endParaRPr lang="zh-CN" altLang="en-US" sz="2000" dirty="0">
              <a:latin typeface="华文中宋" panose="02010600040101010101" pitchFamily="2" charset="-122"/>
              <a:ea typeface="华文中宋" panose="02010600040101010101" pitchFamily="2" charset="-122"/>
            </a:endParaRPr>
          </a:p>
          <a:p>
            <a:pPr lvl="2" eaLnBrk="1" hangingPunct="1">
              <a:lnSpc>
                <a:spcPct val="130000"/>
              </a:lnSpc>
              <a:buFont typeface="Arial" panose="020B0604020202020204" pitchFamily="34" charset="0"/>
              <a:buChar char="•"/>
            </a:pPr>
            <a:r>
              <a:rPr lang="en-US" altLang="zh-CN" sz="2000" dirty="0">
                <a:latin typeface="华文中宋" panose="02010600040101010101" pitchFamily="2" charset="-122"/>
                <a:ea typeface="华文中宋" panose="02010600040101010101" pitchFamily="2" charset="-122"/>
              </a:rPr>
              <a:t>AIRMICS</a:t>
            </a:r>
            <a:r>
              <a:rPr lang="zh-CN" altLang="en-US" sz="2000" dirty="0">
                <a:latin typeface="华文中宋" panose="02010600040101010101" pitchFamily="2" charset="-122"/>
                <a:ea typeface="华文中宋" panose="02010600040101010101" pitchFamily="2" charset="-122"/>
              </a:rPr>
              <a:t>所进行的一项调查发现，在一份美国军方大型管理信息系统的需求规格说明书中存在着</a:t>
            </a:r>
            <a:r>
              <a:rPr lang="en-US" altLang="zh-CN" sz="2000" dirty="0">
                <a:latin typeface="华文中宋" panose="02010600040101010101" pitchFamily="2" charset="-122"/>
                <a:ea typeface="华文中宋" panose="02010600040101010101" pitchFamily="2" charset="-122"/>
              </a:rPr>
              <a:t>500</a:t>
            </a:r>
            <a:r>
              <a:rPr lang="zh-CN" altLang="en-US" sz="2000" dirty="0">
                <a:latin typeface="华文中宋" panose="02010600040101010101" pitchFamily="2" charset="-122"/>
                <a:ea typeface="华文中宋" panose="02010600040101010101" pitchFamily="2" charset="-122"/>
              </a:rPr>
              <a:t>多个错误</a:t>
            </a:r>
            <a:endParaRPr lang="zh-CN" altLang="en-US" sz="2000" dirty="0">
              <a:latin typeface="华文中宋" panose="02010600040101010101" pitchFamily="2" charset="-122"/>
              <a:ea typeface="华文中宋" panose="02010600040101010101" pitchFamily="2" charset="-122"/>
            </a:endParaRPr>
          </a:p>
          <a:p>
            <a:pPr marL="386080" lvl="1" indent="0" eaLnBrk="1" hangingPunct="1">
              <a:lnSpc>
                <a:spcPct val="13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4</a:t>
            </a:r>
            <a:r>
              <a:rPr lang="zh-CN" altLang="en-US" dirty="0">
                <a:latin typeface="华文中宋" panose="02010600040101010101" pitchFamily="2" charset="-122"/>
                <a:ea typeface="华文中宋" panose="02010600040101010101" pitchFamily="2" charset="-122"/>
              </a:rPr>
              <a:t>）在需求阶段，</a:t>
            </a:r>
            <a:r>
              <a:rPr lang="zh-CN" altLang="en-US" dirty="0">
                <a:solidFill>
                  <a:srgbClr val="FF0000"/>
                </a:solidFill>
                <a:latin typeface="华文中宋" panose="02010600040101010101" pitchFamily="2" charset="-122"/>
                <a:ea typeface="华文中宋" panose="02010600040101010101" pitchFamily="2" charset="-122"/>
              </a:rPr>
              <a:t>代表性的错误为疏忽、不一致和二义性</a:t>
            </a:r>
            <a:endParaRPr lang="zh-CN" altLang="en-US" dirty="0">
              <a:solidFill>
                <a:srgbClr val="FF0000"/>
              </a:solidFill>
              <a:latin typeface="华文中宋" panose="02010600040101010101" pitchFamily="2" charset="-122"/>
              <a:ea typeface="华文中宋" panose="02010600040101010101" pitchFamily="2" charset="-122"/>
            </a:endParaRPr>
          </a:p>
          <a:p>
            <a:pPr lvl="2" eaLnBrk="1" hangingPunct="1">
              <a:lnSpc>
                <a:spcPct val="130000"/>
              </a:lnSpc>
              <a:buFont typeface="Arial" panose="020B0604020202020204" pitchFamily="34" charset="0"/>
              <a:buChar char="•"/>
            </a:pPr>
            <a:r>
              <a:rPr lang="zh-CN" altLang="en-US" sz="2000" dirty="0">
                <a:latin typeface="华文中宋" panose="02010600040101010101" pitchFamily="2" charset="-122"/>
                <a:ea typeface="华文中宋" panose="02010600040101010101" pitchFamily="2" charset="-122"/>
              </a:rPr>
              <a:t>美国海军研究实验室对海军</a:t>
            </a:r>
            <a:r>
              <a:rPr lang="en-US" altLang="zh-CN" sz="2000" dirty="0">
                <a:latin typeface="华文中宋" panose="02010600040101010101" pitchFamily="2" charset="-122"/>
                <a:ea typeface="华文中宋" panose="02010600040101010101" pitchFamily="2" charset="-122"/>
              </a:rPr>
              <a:t>A—7E—</a:t>
            </a:r>
            <a:r>
              <a:rPr lang="zh-CN" altLang="en-US" sz="2000" dirty="0">
                <a:latin typeface="华文中宋" panose="02010600040101010101" pitchFamily="2" charset="-122"/>
                <a:ea typeface="华文中宋" panose="02010600040101010101" pitchFamily="2" charset="-122"/>
              </a:rPr>
              <a:t>飞机上的操作程序进行实地测试，以验证许多新设想的可行性。得出的研究数据表明：项目中</a:t>
            </a:r>
            <a:r>
              <a:rPr lang="en-US" altLang="zh-CN" sz="2000" dirty="0">
                <a:latin typeface="华文中宋" panose="02010600040101010101" pitchFamily="2" charset="-122"/>
                <a:ea typeface="华文中宋" panose="02010600040101010101" pitchFamily="2" charset="-122"/>
              </a:rPr>
              <a:t>77</a:t>
            </a:r>
            <a:r>
              <a:rPr lang="zh-CN" altLang="en-US" sz="2000" dirty="0">
                <a:latin typeface="华文中宋" panose="02010600040101010101" pitchFamily="2" charset="-122"/>
                <a:ea typeface="华文中宋" panose="02010600040101010101" pitchFamily="2" charset="-122"/>
              </a:rPr>
              <a:t>％的需求错误特点是不明确、疏忽、不一致和二义性。</a:t>
            </a:r>
            <a:endParaRPr lang="en-US" altLang="zh-CN" sz="2000" dirty="0">
              <a:latin typeface="华文中宋" panose="02010600040101010101" pitchFamily="2" charset="-122"/>
              <a:ea typeface="华文中宋" panose="02010600040101010101" pitchFamily="2" charset="-122"/>
            </a:endParaRPr>
          </a:p>
          <a:p>
            <a:pPr lvl="2" eaLnBrk="1" hangingPunct="1">
              <a:lnSpc>
                <a:spcPct val="130000"/>
              </a:lnSpc>
              <a:buFont typeface="Arial" panose="020B0604020202020204" pitchFamily="34" charset="0"/>
              <a:buChar char="•"/>
            </a:pPr>
            <a:r>
              <a:rPr lang="zh-CN" altLang="en-US" sz="2000" dirty="0">
                <a:solidFill>
                  <a:srgbClr val="3333CC"/>
                </a:solidFill>
                <a:latin typeface="华文中宋" panose="02010600040101010101" pitchFamily="2" charset="-122"/>
                <a:ea typeface="华文中宋" panose="02010600040101010101" pitchFamily="2" charset="-122"/>
              </a:rPr>
              <a:t>“</a:t>
            </a:r>
            <a:r>
              <a:rPr lang="en-US" altLang="zh-CN" sz="2000" dirty="0">
                <a:solidFill>
                  <a:srgbClr val="3333CC"/>
                </a:solidFill>
                <a:latin typeface="华文中宋" panose="02010600040101010101" pitchFamily="2" charset="-122"/>
                <a:ea typeface="华文中宋" panose="02010600040101010101" pitchFamily="2" charset="-122"/>
              </a:rPr>
              <a:t>A</a:t>
            </a:r>
            <a:r>
              <a:rPr lang="zh-CN" altLang="en-US" sz="2000" dirty="0">
                <a:solidFill>
                  <a:srgbClr val="3333CC"/>
                </a:solidFill>
                <a:latin typeface="华文中宋" panose="02010600040101010101" pitchFamily="2" charset="-122"/>
                <a:ea typeface="华文中宋" panose="02010600040101010101" pitchFamily="2" charset="-122"/>
              </a:rPr>
              <a:t>模块将数据传给</a:t>
            </a:r>
            <a:r>
              <a:rPr lang="en-US" altLang="zh-CN" sz="2000" dirty="0">
                <a:solidFill>
                  <a:srgbClr val="3333CC"/>
                </a:solidFill>
                <a:latin typeface="华文中宋" panose="02010600040101010101" pitchFamily="2" charset="-122"/>
                <a:ea typeface="华文中宋" panose="02010600040101010101" pitchFamily="2" charset="-122"/>
              </a:rPr>
              <a:t>B</a:t>
            </a:r>
            <a:r>
              <a:rPr lang="zh-CN" altLang="en-US" sz="2000" dirty="0">
                <a:solidFill>
                  <a:srgbClr val="3333CC"/>
                </a:solidFill>
                <a:latin typeface="华文中宋" panose="02010600040101010101" pitchFamily="2" charset="-122"/>
                <a:ea typeface="华文中宋" panose="02010600040101010101" pitchFamily="2" charset="-122"/>
              </a:rPr>
              <a:t>模块之后加密保存”</a:t>
            </a:r>
            <a:r>
              <a:rPr lang="en-US" altLang="zh-CN" sz="2000" dirty="0">
                <a:solidFill>
                  <a:srgbClr val="3333CC"/>
                </a:solidFill>
                <a:latin typeface="华文中宋" panose="02010600040101010101" pitchFamily="2" charset="-122"/>
                <a:ea typeface="华文中宋" panose="02010600040101010101" pitchFamily="2" charset="-122"/>
              </a:rPr>
              <a:t>,</a:t>
            </a:r>
            <a:r>
              <a:rPr lang="zh-CN" altLang="en-US" sz="2000" dirty="0">
                <a:solidFill>
                  <a:srgbClr val="3333CC"/>
                </a:solidFill>
                <a:latin typeface="华文中宋" panose="02010600040101010101" pitchFamily="2" charset="-122"/>
                <a:ea typeface="华文中宋" panose="02010600040101010101" pitchFamily="2" charset="-122"/>
              </a:rPr>
              <a:t>谁保存呢？</a:t>
            </a:r>
            <a:endParaRPr lang="zh-CN" altLang="en-US" sz="2000" dirty="0">
              <a:solidFill>
                <a:srgbClr val="3333CC"/>
              </a:solidFill>
              <a:latin typeface="华文中宋" panose="02010600040101010101" pitchFamily="2" charset="-122"/>
              <a:ea typeface="华文中宋" panose="02010600040101010101" pitchFamily="2" charset="-122"/>
            </a:endParaRPr>
          </a:p>
        </p:txBody>
      </p:sp>
      <p:sp>
        <p:nvSpPr>
          <p:cNvPr id="276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zh-CN" altLang="en-US" dirty="0"/>
              <a:t>关于软件错误的</a:t>
            </a:r>
            <a:r>
              <a:rPr lang="en-US" altLang="zh-CN" dirty="0"/>
              <a:t>5</a:t>
            </a:r>
            <a:r>
              <a:rPr lang="zh-CN" altLang="en-US" dirty="0"/>
              <a:t>点事实</a:t>
            </a:r>
            <a:endParaRPr lang="zh-CN" altLang="en-US" dirty="0"/>
          </a:p>
        </p:txBody>
      </p:sp>
      <p:sp>
        <p:nvSpPr>
          <p:cNvPr id="29699" name="内容占位符 2"/>
          <p:cNvSpPr>
            <a:spLocks noGrp="1"/>
          </p:cNvSpPr>
          <p:nvPr>
            <p:ph idx="1"/>
          </p:nvPr>
        </p:nvSpPr>
        <p:spPr>
          <a:xfrm>
            <a:off x="250825" y="1203325"/>
            <a:ext cx="8569325" cy="369888"/>
          </a:xfrm>
          <a:ln/>
        </p:spPr>
        <p:txBody>
          <a:bodyPr vert="horz" wrap="square" lIns="91440" tIns="45720" rIns="91440" bIns="45720" anchor="t" anchorCtr="0">
            <a:spAutoFit/>
          </a:bodyPr>
          <a:p>
            <a:pPr marL="386080" lvl="1" indent="0" eaLnBrk="1" hangingPunct="1">
              <a:lnSpc>
                <a:spcPct val="9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rPr>
              <a:t>（</a:t>
            </a:r>
            <a:r>
              <a:rPr lang="en-US" altLang="zh-CN" dirty="0">
                <a:latin typeface="华文中宋" panose="02010600040101010101" pitchFamily="2" charset="-122"/>
                <a:ea typeface="华文中宋" panose="02010600040101010101" pitchFamily="2" charset="-122"/>
              </a:rPr>
              <a:t>5</a:t>
            </a:r>
            <a:r>
              <a:rPr lang="zh-CN" altLang="en-US" dirty="0">
                <a:latin typeface="华文中宋" panose="02010600040101010101" pitchFamily="2" charset="-122"/>
                <a:ea typeface="华文中宋" panose="02010600040101010101" pitchFamily="2" charset="-122"/>
              </a:rPr>
              <a:t>）需求错误是可以被检查出来的</a:t>
            </a:r>
            <a:endParaRPr lang="zh-CN" altLang="en-US" dirty="0">
              <a:latin typeface="华文中宋" panose="02010600040101010101" pitchFamily="2" charset="-122"/>
              <a:ea typeface="华文中宋" panose="02010600040101010101" pitchFamily="2" charset="-122"/>
            </a:endParaRPr>
          </a:p>
        </p:txBody>
      </p:sp>
      <p:sp>
        <p:nvSpPr>
          <p:cNvPr id="297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2" name="表格 1"/>
          <p:cNvGraphicFramePr>
            <a:graphicFrameLocks noGrp="1"/>
          </p:cNvGraphicFramePr>
          <p:nvPr/>
        </p:nvGraphicFramePr>
        <p:xfrm>
          <a:off x="971550" y="2565400"/>
          <a:ext cx="7258050" cy="3232150"/>
        </p:xfrm>
        <a:graphic>
          <a:graphicData uri="http://schemas.openxmlformats.org/drawingml/2006/table">
            <a:tbl>
              <a:tblPr firstRow="1" bandRow="1">
                <a:tableStyleId>{21E4AEA4-8DFA-4A89-87EB-49C32662AFE0}</a:tableStyleId>
              </a:tblPr>
              <a:tblGrid>
                <a:gridCol w="3629025"/>
                <a:gridCol w="3629025"/>
              </a:tblGrid>
              <a:tr h="538692">
                <a:tc>
                  <a:txBody>
                    <a:bodyPr/>
                    <a:lstStyle/>
                    <a:p>
                      <a:pPr algn="ctr"/>
                      <a:r>
                        <a:rPr lang="zh-CN" altLang="en-US" sz="1800" dirty="0">
                          <a:latin typeface="华文中宋" panose="02010600040101010101" pitchFamily="2" charset="-122"/>
                          <a:ea typeface="华文中宋" panose="02010600040101010101" pitchFamily="2" charset="-122"/>
                        </a:rPr>
                        <a:t>发现错误的方法</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zh-CN" altLang="en-US" sz="1800" dirty="0">
                          <a:latin typeface="华文中宋" panose="02010600040101010101" pitchFamily="2" charset="-122"/>
                          <a:ea typeface="华文中宋" panose="02010600040101010101" pitchFamily="2" charset="-122"/>
                        </a:rPr>
                        <a:t>发现错误的比例（</a:t>
                      </a:r>
                      <a:r>
                        <a:rPr lang="en-US" altLang="zh-CN" sz="1800" dirty="0">
                          <a:latin typeface="华文中宋" panose="02010600040101010101" pitchFamily="2" charset="-122"/>
                          <a:ea typeface="华文中宋" panose="02010600040101010101" pitchFamily="2" charset="-122"/>
                        </a:rPr>
                        <a:t>%</a:t>
                      </a:r>
                      <a:r>
                        <a:rPr lang="zh-CN" altLang="en-US" sz="1800" dirty="0">
                          <a:latin typeface="华文中宋" panose="02010600040101010101" pitchFamily="2" charset="-122"/>
                          <a:ea typeface="华文中宋" panose="02010600040101010101" pitchFamily="2" charset="-122"/>
                        </a:rPr>
                        <a:t>）</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r h="538692">
                <a:tc>
                  <a:txBody>
                    <a:bodyPr/>
                    <a:lstStyle/>
                    <a:p>
                      <a:pPr algn="ctr"/>
                      <a:r>
                        <a:rPr lang="zh-CN" altLang="en-US" sz="1800" dirty="0">
                          <a:latin typeface="华文中宋" panose="02010600040101010101" pitchFamily="2" charset="-122"/>
                          <a:ea typeface="华文中宋" panose="02010600040101010101" pitchFamily="2" charset="-122"/>
                        </a:rPr>
                        <a:t>检查</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en-US" altLang="zh-CN" sz="1800" dirty="0">
                          <a:latin typeface="华文中宋" panose="02010600040101010101" pitchFamily="2" charset="-122"/>
                          <a:ea typeface="华文中宋" panose="02010600040101010101" pitchFamily="2" charset="-122"/>
                        </a:rPr>
                        <a:t>65</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r h="538692">
                <a:tc>
                  <a:txBody>
                    <a:bodyPr/>
                    <a:lstStyle/>
                    <a:p>
                      <a:pPr algn="ctr"/>
                      <a:r>
                        <a:rPr lang="zh-CN" altLang="en-US" sz="1800" dirty="0">
                          <a:latin typeface="华文中宋" panose="02010600040101010101" pitchFamily="2" charset="-122"/>
                          <a:ea typeface="华文中宋" panose="02010600040101010101" pitchFamily="2" charset="-122"/>
                        </a:rPr>
                        <a:t>单元测试</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en-US" altLang="zh-CN" sz="1800" dirty="0">
                          <a:latin typeface="华文中宋" panose="02010600040101010101" pitchFamily="2" charset="-122"/>
                          <a:ea typeface="华文中宋" panose="02010600040101010101" pitchFamily="2" charset="-122"/>
                        </a:rPr>
                        <a:t>10</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r h="538692">
                <a:tc>
                  <a:txBody>
                    <a:bodyPr/>
                    <a:lstStyle/>
                    <a:p>
                      <a:pPr algn="ctr"/>
                      <a:r>
                        <a:rPr lang="zh-CN" altLang="en-US" sz="1800" dirty="0">
                          <a:latin typeface="华文中宋" panose="02010600040101010101" pitchFamily="2" charset="-122"/>
                          <a:ea typeface="华文中宋" panose="02010600040101010101" pitchFamily="2" charset="-122"/>
                        </a:rPr>
                        <a:t>集成测试</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en-US" altLang="zh-CN" sz="1800" dirty="0">
                          <a:latin typeface="华文中宋" panose="02010600040101010101" pitchFamily="2" charset="-122"/>
                          <a:ea typeface="华文中宋" panose="02010600040101010101" pitchFamily="2" charset="-122"/>
                        </a:rPr>
                        <a:t>5</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r h="538692">
                <a:tc>
                  <a:txBody>
                    <a:bodyPr/>
                    <a:lstStyle/>
                    <a:p>
                      <a:pPr algn="ctr"/>
                      <a:r>
                        <a:rPr lang="zh-CN" altLang="en-US" sz="1800" dirty="0">
                          <a:latin typeface="华文中宋" panose="02010600040101010101" pitchFamily="2" charset="-122"/>
                          <a:ea typeface="华文中宋" panose="02010600040101010101" pitchFamily="2" charset="-122"/>
                        </a:rPr>
                        <a:t>演进</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en-US" altLang="zh-CN" sz="1800" dirty="0">
                          <a:latin typeface="华文中宋" panose="02010600040101010101" pitchFamily="2" charset="-122"/>
                          <a:ea typeface="华文中宋" panose="02010600040101010101" pitchFamily="2" charset="-122"/>
                        </a:rPr>
                        <a:t>6</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r h="538692">
                <a:tc>
                  <a:txBody>
                    <a:bodyPr/>
                    <a:lstStyle/>
                    <a:p>
                      <a:pPr algn="ctr"/>
                      <a:r>
                        <a:rPr lang="zh-CN" altLang="en-US" sz="1800" dirty="0">
                          <a:latin typeface="华文中宋" panose="02010600040101010101" pitchFamily="2" charset="-122"/>
                          <a:ea typeface="华文中宋" panose="02010600040101010101" pitchFamily="2" charset="-122"/>
                        </a:rPr>
                        <a:t>其他</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c>
                  <a:txBody>
                    <a:bodyPr/>
                    <a:lstStyle/>
                    <a:p>
                      <a:pPr algn="ctr"/>
                      <a:r>
                        <a:rPr lang="en-US" altLang="zh-CN" sz="1800" dirty="0">
                          <a:latin typeface="华文中宋" panose="02010600040101010101" pitchFamily="2" charset="-122"/>
                          <a:ea typeface="华文中宋" panose="02010600040101010101" pitchFamily="2" charset="-122"/>
                        </a:rPr>
                        <a:t>14</a:t>
                      </a:r>
                      <a:endParaRPr lang="zh-CN" altLang="en-US" sz="1800" dirty="0">
                        <a:latin typeface="华文中宋" panose="02010600040101010101" pitchFamily="2" charset="-122"/>
                        <a:ea typeface="华文中宋" panose="02010600040101010101" pitchFamily="2" charset="-122"/>
                      </a:endParaRPr>
                    </a:p>
                  </a:txBody>
                  <a:tcPr marL="91436" marR="91436" marT="45706" marB="45706"/>
                </a:tc>
              </a:tr>
            </a:tbl>
          </a:graphicData>
        </a:graphic>
      </p:graphicFrame>
      <p:sp>
        <p:nvSpPr>
          <p:cNvPr id="29724" name="文本框 2"/>
          <p:cNvSpPr txBox="1"/>
          <p:nvPr/>
        </p:nvSpPr>
        <p:spPr>
          <a:xfrm>
            <a:off x="3419475" y="1916113"/>
            <a:ext cx="2376488" cy="461962"/>
          </a:xfrm>
          <a:prstGeom prst="rect">
            <a:avLst/>
          </a:prstGeom>
          <a:noFill/>
          <a:ln w="9525">
            <a:noFill/>
          </a:ln>
        </p:spPr>
        <p:txBody>
          <a:bodyPr>
            <a:spAutoFit/>
          </a:bodyPr>
          <a:p>
            <a:r>
              <a:rPr lang="zh-CN" altLang="en-US" dirty="0">
                <a:solidFill>
                  <a:schemeClr val="tx1"/>
                </a:solidFill>
                <a:latin typeface="华文中宋" panose="02010600040101010101" pitchFamily="2" charset="-122"/>
              </a:rPr>
              <a:t>发现错误的比例</a:t>
            </a:r>
            <a:endParaRPr lang="zh-CN" altLang="en-US" dirty="0">
              <a:solidFill>
                <a:schemeClr val="tx1"/>
              </a:solidFill>
              <a:latin typeface="华文中宋" panose="0201060004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zh-CN" altLang="en-US" dirty="0"/>
              <a:t>软件错误与需求分析</a:t>
            </a:r>
            <a:endParaRPr lang="zh-CN" altLang="en-US" dirty="0"/>
          </a:p>
        </p:txBody>
      </p:sp>
      <p:sp>
        <p:nvSpPr>
          <p:cNvPr id="21507" name="内容占位符 2"/>
          <p:cNvSpPr>
            <a:spLocks noGrp="1"/>
          </p:cNvSpPr>
          <p:nvPr>
            <p:ph idx="1"/>
          </p:nvPr>
        </p:nvSpPr>
        <p:spPr>
          <a:xfrm>
            <a:off x="468313" y="1341438"/>
            <a:ext cx="8207375" cy="33115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总结</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在需求过程中会产生很多错误。</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许多错误并没有在早期被发现。</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如果没有及时检查出来这些错误，软件费用会直线上升。</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其实，这样的错误是能够在产生的初期被检查出来的。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en-US" altLang="zh-CN" dirty="0"/>
              <a:t>4.1.3 </a:t>
            </a:r>
            <a:r>
              <a:rPr lang="zh-CN" altLang="en-US" dirty="0"/>
              <a:t>需求的类型</a:t>
            </a:r>
            <a:endParaRPr lang="zh-CN" altLang="en-US" dirty="0"/>
          </a:p>
        </p:txBody>
      </p:sp>
      <p:sp>
        <p:nvSpPr>
          <p:cNvPr id="3174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15" name="图示 14"/>
          <p:cNvGraphicFramePr/>
          <p:nvPr/>
        </p:nvGraphicFramePr>
        <p:xfrm>
          <a:off x="42490" y="1268760"/>
          <a:ext cx="3775076" cy="406876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16" name="组合 15"/>
          <p:cNvGrpSpPr/>
          <p:nvPr/>
        </p:nvGrpSpPr>
        <p:grpSpPr>
          <a:xfrm>
            <a:off x="3359150" y="1920875"/>
            <a:ext cx="3224213" cy="2678113"/>
            <a:chOff x="3798691" y="1497013"/>
            <a:chExt cx="3460254" cy="2677956"/>
          </a:xfrm>
        </p:grpSpPr>
        <p:sp>
          <p:nvSpPr>
            <p:cNvPr id="17" name="AutoShape 31"/>
            <p:cNvSpPr>
              <a:spLocks noChangeArrowheads="1"/>
            </p:cNvSpPr>
            <p:nvPr/>
          </p:nvSpPr>
          <p:spPr bwMode="auto">
            <a:xfrm>
              <a:off x="3798691" y="2652645"/>
              <a:ext cx="1044380" cy="311132"/>
            </a:xfrm>
            <a:prstGeom prst="rightArrow">
              <a:avLst>
                <a:gd name="adj1" fmla="val 50000"/>
                <a:gd name="adj2" fmla="val 65326"/>
              </a:avLst>
            </a:prstGeom>
            <a:solidFill>
              <a:srgbClr val="4F81BD"/>
            </a:solidFill>
            <a:ln w="28575">
              <a:solidFill>
                <a:srgbClr val="000000"/>
              </a:solidFill>
              <a:miter lim="800000"/>
              <a:tailEnd type="none" w="sm" len="me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graphicFrame>
          <p:nvGraphicFramePr>
            <p:cNvPr id="18" name="图示 17"/>
            <p:cNvGraphicFramePr/>
            <p:nvPr/>
          </p:nvGraphicFramePr>
          <p:xfrm>
            <a:off x="5323333" y="1497013"/>
            <a:ext cx="1935612" cy="267795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9" name="矩形 33"/>
            <p:cNvSpPr>
              <a:spLocks noChangeArrowheads="1"/>
            </p:cNvSpPr>
            <p:nvPr/>
          </p:nvSpPr>
          <p:spPr bwMode="auto">
            <a:xfrm>
              <a:off x="3880470" y="2014508"/>
              <a:ext cx="693414" cy="1754085"/>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分解</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组合</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排序</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一致性</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完整性</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准确性</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r>
                <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可行性</a:t>
              </a:r>
              <a:endParaRPr kumimoji="0" lang="en-US" altLang="zh-CN"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grpSp>
        <p:nvGrpSpPr>
          <p:cNvPr id="20" name="组合 19"/>
          <p:cNvGrpSpPr/>
          <p:nvPr/>
        </p:nvGrpSpPr>
        <p:grpSpPr>
          <a:xfrm>
            <a:off x="6583363" y="2566988"/>
            <a:ext cx="1949450" cy="1384300"/>
            <a:chOff x="6555369" y="2100263"/>
            <a:chExt cx="1948869" cy="1384300"/>
          </a:xfrm>
        </p:grpSpPr>
        <p:sp>
          <p:nvSpPr>
            <p:cNvPr id="21" name="文本框 20"/>
            <p:cNvSpPr txBox="1">
              <a:spLocks noChangeArrowheads="1"/>
            </p:cNvSpPr>
            <p:nvPr/>
          </p:nvSpPr>
          <p:spPr bwMode="auto">
            <a:xfrm>
              <a:off x="7083848" y="2100263"/>
              <a:ext cx="1420390" cy="1384300"/>
            </a:xfrm>
            <a:prstGeom prst="rect">
              <a:avLst/>
            </a:prstGeom>
            <a:solidFill>
              <a:srgbClr val="FFFFFF"/>
            </a:solidFill>
            <a:ln w="25400" cap="flat" cmpd="sng" algn="ctr">
              <a:solidFill>
                <a:srgbClr val="B2C1DB"/>
              </a:solidFill>
              <a:prstDash val="solid"/>
            </a:ln>
            <a:effec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功能需求</a:t>
              </a:r>
              <a:endParaRPr kumimoji="0" lang="en-US" altLang="zh-CN"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非功能需求</a:t>
              </a:r>
              <a:endParaRPr kumimoji="0" lang="en-US" altLang="zh-CN"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设计约束</a:t>
              </a:r>
              <a:endParaRPr kumimoji="0" lang="zh-CN" altLang="en-US" sz="1400" b="0"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cxnSp>
          <p:nvCxnSpPr>
            <p:cNvPr id="31752" name="直接箭头连接符 4"/>
            <p:cNvCxnSpPr/>
            <p:nvPr/>
          </p:nvCxnSpPr>
          <p:spPr>
            <a:xfrm flipV="1">
              <a:off x="6555369" y="2421924"/>
              <a:ext cx="520934" cy="419862"/>
            </a:xfrm>
            <a:prstGeom prst="straightConnector1">
              <a:avLst/>
            </a:prstGeom>
            <a:ln w="9525" cap="flat" cmpd="sng">
              <a:solidFill>
                <a:srgbClr val="000000"/>
              </a:solidFill>
              <a:prstDash val="solid"/>
              <a:headEnd type="none" w="med" len="med"/>
              <a:tailEnd type="triangle" w="med" len="med"/>
            </a:ln>
          </p:spPr>
        </p:cxnSp>
        <p:cxnSp>
          <p:nvCxnSpPr>
            <p:cNvPr id="31753" name="直接箭头连接符 18"/>
            <p:cNvCxnSpPr/>
            <p:nvPr/>
          </p:nvCxnSpPr>
          <p:spPr>
            <a:xfrm flipV="1">
              <a:off x="6555369" y="2833816"/>
              <a:ext cx="537409" cy="7971"/>
            </a:xfrm>
            <a:prstGeom prst="straightConnector1">
              <a:avLst/>
            </a:prstGeom>
            <a:ln w="9525" cap="flat" cmpd="sng">
              <a:solidFill>
                <a:srgbClr val="000000"/>
              </a:solidFill>
              <a:prstDash val="solid"/>
              <a:headEnd type="none" w="med" len="med"/>
              <a:tailEnd type="triangle" w="med" len="med"/>
            </a:ln>
          </p:spPr>
        </p:cxnSp>
        <p:cxnSp>
          <p:nvCxnSpPr>
            <p:cNvPr id="31754" name="直接箭头连接符 21"/>
            <p:cNvCxnSpPr/>
            <p:nvPr/>
          </p:nvCxnSpPr>
          <p:spPr>
            <a:xfrm>
              <a:off x="6555369" y="2866151"/>
              <a:ext cx="520934" cy="363081"/>
            </a:xfrm>
            <a:prstGeom prst="straightConnector1">
              <a:avLst/>
            </a:prstGeom>
            <a:ln w="9525" cap="flat" cmpd="sng">
              <a:solidFill>
                <a:srgbClr val="000000"/>
              </a:solidFill>
              <a:prstDash val="solid"/>
              <a:headEnd type="none" w="med" len="med"/>
              <a:tailEnd type="triangle" w="med" len="med"/>
            </a:ln>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1000"/>
                                        <p:tgtEl>
                                          <p:spTgt spid="20"/>
                                        </p:tgtEl>
                                      </p:cBhvr>
                                    </p:animEffect>
                                    <p:anim calcmode="lin" valueType="num">
                                      <p:cBhvr>
                                        <p:cTn id="12" dur="1000" fill="hold"/>
                                        <p:tgtEl>
                                          <p:spTgt spid="20"/>
                                        </p:tgtEl>
                                        <p:attrNameLst>
                                          <p:attrName>ppt_x</p:attrName>
                                        </p:attrNameLst>
                                      </p:cBhvr>
                                      <p:tavLst>
                                        <p:tav tm="0">
                                          <p:val>
                                            <p:strVal val="#ppt_x"/>
                                          </p:val>
                                        </p:tav>
                                        <p:tav tm="100000">
                                          <p:val>
                                            <p:strVal val="#ppt_x"/>
                                          </p:val>
                                        </p:tav>
                                      </p:tavLst>
                                    </p:anim>
                                    <p:anim calcmode="lin" valueType="num">
                                      <p:cBhvr>
                                        <p:cTn id="1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功能需求</a:t>
            </a:r>
            <a:endParaRPr lang="zh-CN" altLang="en-US" dirty="0"/>
          </a:p>
        </p:txBody>
      </p:sp>
      <p:sp>
        <p:nvSpPr>
          <p:cNvPr id="32771" name="内容占位符 2"/>
          <p:cNvSpPr>
            <a:spLocks noGrp="1"/>
          </p:cNvSpPr>
          <p:nvPr>
            <p:ph idx="1"/>
          </p:nvPr>
        </p:nvSpPr>
        <p:spPr>
          <a:xfrm>
            <a:off x="611188" y="1125538"/>
            <a:ext cx="7921625" cy="1878012"/>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描述系统预期提供的</a:t>
            </a:r>
            <a:r>
              <a:rPr lang="zh-CN" altLang="en-US" sz="2000" dirty="0">
                <a:solidFill>
                  <a:srgbClr val="0066FF"/>
                </a:solidFill>
                <a:latin typeface="华文中宋" panose="02010600040101010101" pitchFamily="2" charset="-122"/>
                <a:ea typeface="华文中宋" panose="02010600040101010101" pitchFamily="2" charset="-122"/>
                <a:cs typeface="+mn-cs"/>
              </a:rPr>
              <a:t>功能或服务</a:t>
            </a:r>
            <a:r>
              <a:rPr lang="zh-CN" altLang="en-US" sz="2000" dirty="0">
                <a:latin typeface="华文中宋" panose="02010600040101010101" pitchFamily="2" charset="-122"/>
                <a:ea typeface="华文中宋" panose="02010600040101010101" pitchFamily="2" charset="-122"/>
                <a:cs typeface="+mn-cs"/>
              </a:rPr>
              <a:t>，包括系统应提供的服务，系统如何对输入做出反应，以及系统在特定条件下的行为。</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功能需求有时也被称作行为需求，因为习惯上总是用</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应该</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对其进行描述</a:t>
            </a:r>
            <a:endParaRPr lang="zh-CN" altLang="en-US" sz="2000" dirty="0">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 name="图示 6"/>
          <p:cNvGraphicFramePr/>
          <p:nvPr/>
        </p:nvGraphicFramePr>
        <p:xfrm>
          <a:off x="1826634" y="2924944"/>
          <a:ext cx="5490732" cy="311214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内容占位符 2"/>
          <p:cNvSpPr>
            <a:spLocks noGrp="1"/>
          </p:cNvSpPr>
          <p:nvPr>
            <p:ph idx="1"/>
          </p:nvPr>
        </p:nvSpPr>
        <p:spPr>
          <a:xfrm>
            <a:off x="755650" y="1196975"/>
            <a:ext cx="7416800" cy="2898775"/>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系统的</a:t>
            </a:r>
            <a:r>
              <a:rPr lang="zh-CN" altLang="zh-CN" dirty="0">
                <a:solidFill>
                  <a:srgbClr val="0066FF"/>
                </a:solidFill>
                <a:latin typeface="华文中宋" panose="02010600040101010101" pitchFamily="2" charset="-122"/>
                <a:ea typeface="华文中宋" panose="02010600040101010101" pitchFamily="2" charset="-122"/>
                <a:cs typeface="+mn-cs"/>
              </a:rPr>
              <a:t>功能需求描述应该完整、一致和准确</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完整性意味着应该对用户所需的所有服务全部给出描述。</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一致性意味着需求描述不能前后矛盾。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准确性是指需求不能出现模糊和二义性的地方。</a:t>
            </a:r>
            <a:endParaRPr lang="zh-CN" altLang="en-US" dirty="0">
              <a:latin typeface="华文中宋" panose="02010600040101010101" pitchFamily="2" charset="-122"/>
              <a:ea typeface="华文中宋" panose="02010600040101010101" pitchFamily="2" charset="-122"/>
              <a:cs typeface="+mn-cs"/>
            </a:endParaRPr>
          </a:p>
        </p:txBody>
      </p:sp>
      <p:sp>
        <p:nvSpPr>
          <p:cNvPr id="3379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3796" name="标题 1"/>
          <p:cNvSpPr>
            <a:spLocks noGrp="1"/>
          </p:cNvSpPr>
          <p:nvPr>
            <p:ph type="title"/>
          </p:nvPr>
        </p:nvSpPr>
        <p:spPr>
          <a:ln/>
        </p:spPr>
        <p:txBody>
          <a:bodyPr vert="horz" wrap="square" lIns="91440" tIns="45720" rIns="91440" bIns="45720" anchor="ctr" anchorCtr="0"/>
          <a:p>
            <a:r>
              <a:rPr lang="zh-CN" altLang="en-US" dirty="0"/>
              <a:t>功能需求的难度</a:t>
            </a:r>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内容占位符 2"/>
          <p:cNvSpPr>
            <a:spLocks noGrp="1"/>
          </p:cNvSpPr>
          <p:nvPr>
            <p:ph idx="1"/>
          </p:nvPr>
        </p:nvSpPr>
        <p:spPr>
          <a:xfrm>
            <a:off x="539750" y="1052513"/>
            <a:ext cx="7920038" cy="453707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例</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：有一个大学图书管理系统，该系统除了一般的图书管理功能外，还能够为学生和教工从其他图书馆借阅图书和文献资料提供服务。</a:t>
            </a:r>
            <a:endParaRPr lang="en-US"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因此系统应该具备以下功能：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⑴ 基本数据维护功能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⑵ 基本业务功能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⑶ 数据库管理功能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⑷ 信息查询功能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3481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4820" name="标题 1"/>
          <p:cNvSpPr>
            <a:spLocks noGrp="1"/>
          </p:cNvSpPr>
          <p:nvPr>
            <p:ph type="title"/>
          </p:nvPr>
        </p:nvSpPr>
        <p:spPr>
          <a:ln/>
        </p:spPr>
        <p:txBody>
          <a:bodyPr vert="horz" wrap="square" lIns="91440" tIns="45720" rIns="91440" bIns="45720" anchor="ctr" anchorCtr="0"/>
          <a:p>
            <a:r>
              <a:rPr lang="zh-CN" altLang="en-US" dirty="0"/>
              <a:t>案例</a:t>
            </a: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zh-CN" altLang="en-US" dirty="0"/>
              <a:t>功能需求</a:t>
            </a:r>
            <a:endParaRPr lang="zh-CN" altLang="en-US" dirty="0"/>
          </a:p>
        </p:txBody>
      </p:sp>
      <p:sp>
        <p:nvSpPr>
          <p:cNvPr id="35843" name="内容占位符 2"/>
          <p:cNvSpPr>
            <a:spLocks noGrp="1"/>
          </p:cNvSpPr>
          <p:nvPr>
            <p:ph idx="1"/>
          </p:nvPr>
        </p:nvSpPr>
        <p:spPr>
          <a:xfrm>
            <a:off x="539750" y="981075"/>
            <a:ext cx="7993063" cy="439420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⑴基本数据维护功能：</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提供使用者录入，修改并进行维护基本数据的途径。基本数据包括读者的信息、图书资料的相关信息，可以对这些信息进行修改，更新。</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⑵基本业务功能：</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读者借、还书籍的登记管理功能，随时根据读者借、还书籍的情况更新数据库系统，如果书籍已经借出，可以进行预留操作，书籍的编目、入库、更新等操作。</a:t>
            </a:r>
            <a:endParaRPr lang="zh-CN" altLang="en-US" dirty="0">
              <a:latin typeface="华文中宋" panose="02010600040101010101" pitchFamily="2" charset="-122"/>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ctr" anchorCtr="0"/>
          <a:p>
            <a:r>
              <a:rPr lang="zh-CN" altLang="en-US" dirty="0"/>
              <a:t>功能需求</a:t>
            </a:r>
            <a:endParaRPr lang="zh-CN" altLang="en-US" dirty="0"/>
          </a:p>
        </p:txBody>
      </p:sp>
      <p:sp>
        <p:nvSpPr>
          <p:cNvPr id="36867" name="内容占位符 2"/>
          <p:cNvSpPr>
            <a:spLocks noGrp="1"/>
          </p:cNvSpPr>
          <p:nvPr>
            <p:ph idx="1"/>
          </p:nvPr>
        </p:nvSpPr>
        <p:spPr>
          <a:xfrm>
            <a:off x="468313" y="981075"/>
            <a:ext cx="8280400" cy="439420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⑶数据库管理功能：</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对所有图书信息及读者信息进行统一管理维护的功能，对书籍的借还也要进行详细的登记，以便协调整个图书馆的运作。</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⑷信息查询功能：</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提供对各类信息的查询功能，如对本图书馆的用户借书信息，还书的信息，书籍源信息，预留信息等进行查询，对其他图书馆的书籍、资料源信息的查询功能。</a:t>
            </a:r>
            <a:endParaRPr lang="zh-CN" altLang="en-US" dirty="0">
              <a:latin typeface="华文中宋" panose="02010600040101010101" pitchFamily="2" charset="-122"/>
              <a:ea typeface="华文中宋" panose="02010600040101010101" pitchFamily="2" charset="-122"/>
              <a:cs typeface="+mn-cs"/>
            </a:endParaRPr>
          </a:p>
        </p:txBody>
      </p:sp>
      <p:sp>
        <p:nvSpPr>
          <p:cNvPr id="368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非功能需求</a:t>
            </a:r>
            <a:endParaRPr lang="zh-CN" altLang="en-US" dirty="0"/>
          </a:p>
        </p:txBody>
      </p:sp>
      <p:sp>
        <p:nvSpPr>
          <p:cNvPr id="3789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37892" name="内容占位符 2"/>
          <p:cNvSpPr>
            <a:spLocks noGrp="1"/>
          </p:cNvSpPr>
          <p:nvPr>
            <p:ph idx="1"/>
          </p:nvPr>
        </p:nvSpPr>
        <p:spPr>
          <a:xfrm>
            <a:off x="611188" y="1125538"/>
            <a:ext cx="7921625" cy="4449762"/>
          </a:xfrm>
          <a:ln/>
        </p:spPr>
        <p:txBody>
          <a:bodyPr vert="horz" wrap="square" lIns="91440" tIns="45720" rIns="91440" bIns="45720" anchor="t" anchorCtr="0">
            <a:spAutoFit/>
          </a:bodyPr>
          <a:p>
            <a:pPr>
              <a:buSzPct val="70000"/>
            </a:pPr>
            <a:r>
              <a:rPr lang="zh-CN" altLang="zh-CN" dirty="0">
                <a:solidFill>
                  <a:srgbClr val="0066FF"/>
                </a:solidFill>
                <a:latin typeface="华文中宋" panose="02010600040101010101" pitchFamily="2" charset="-122"/>
                <a:ea typeface="华文中宋" panose="02010600040101010101" pitchFamily="2" charset="-122"/>
                <a:cs typeface="+mn-cs"/>
              </a:rPr>
              <a:t>非功能需求常常指不与系统功能直接相关的一类需求</a:t>
            </a:r>
            <a:r>
              <a:rPr lang="zh-CN" altLang="zh-CN" dirty="0">
                <a:latin typeface="华文中宋" panose="02010600040101010101" pitchFamily="2" charset="-122"/>
                <a:ea typeface="华文中宋" panose="02010600040101010101" pitchFamily="2" charset="-122"/>
                <a:cs typeface="+mn-cs"/>
              </a:rPr>
              <a:t>，主要反映用户提出的</a:t>
            </a:r>
            <a:r>
              <a:rPr lang="zh-CN" altLang="zh-CN" dirty="0">
                <a:solidFill>
                  <a:srgbClr val="0066FF"/>
                </a:solidFill>
                <a:latin typeface="华文中宋" panose="02010600040101010101" pitchFamily="2" charset="-122"/>
                <a:ea typeface="华文中宋" panose="02010600040101010101" pitchFamily="2" charset="-122"/>
                <a:cs typeface="+mn-cs"/>
              </a:rPr>
              <a:t>对系统的约束</a:t>
            </a:r>
            <a:r>
              <a:rPr lang="zh-CN" altLang="zh-CN" dirty="0">
                <a:latin typeface="华文中宋" panose="02010600040101010101" pitchFamily="2" charset="-122"/>
                <a:ea typeface="华文中宋" panose="02010600040101010101" pitchFamily="2" charset="-122"/>
                <a:cs typeface="+mn-cs"/>
              </a:rPr>
              <a:t>，与系统的</a:t>
            </a:r>
            <a:r>
              <a:rPr lang="zh-CN" altLang="zh-CN" dirty="0">
                <a:solidFill>
                  <a:srgbClr val="0066FF"/>
                </a:solidFill>
                <a:latin typeface="华文中宋" panose="02010600040101010101" pitchFamily="2" charset="-122"/>
                <a:ea typeface="华文中宋" panose="02010600040101010101" pitchFamily="2" charset="-122"/>
                <a:cs typeface="+mn-cs"/>
              </a:rPr>
              <a:t>总体特性</a:t>
            </a:r>
            <a:r>
              <a:rPr lang="zh-CN" altLang="zh-CN" dirty="0">
                <a:latin typeface="华文中宋" panose="02010600040101010101" pitchFamily="2" charset="-122"/>
                <a:ea typeface="华文中宋" panose="02010600040101010101" pitchFamily="2" charset="-122"/>
                <a:cs typeface="+mn-cs"/>
              </a:rPr>
              <a:t>有关，如可靠性、反应时间、存储空间等。</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0066FF"/>
                </a:solidFill>
                <a:latin typeface="华文中宋" panose="02010600040101010101" pitchFamily="2" charset="-122"/>
                <a:ea typeface="华文中宋" panose="02010600040101010101" pitchFamily="2" charset="-122"/>
                <a:cs typeface="+mn-cs"/>
              </a:rPr>
              <a:t>一般对非功能需求进行量化是比较困难</a:t>
            </a:r>
            <a:r>
              <a:rPr lang="zh-CN" altLang="zh-CN" dirty="0">
                <a:latin typeface="华文中宋" panose="02010600040101010101" pitchFamily="2" charset="-122"/>
                <a:ea typeface="华文中宋" panose="02010600040101010101" pitchFamily="2" charset="-122"/>
                <a:cs typeface="+mn-cs"/>
              </a:rPr>
              <a:t>的，因此，对非功能需求的描述往往是模糊的。</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但由于系统的非功能需求反映了系统的总体特性，因此</a:t>
            </a:r>
            <a:r>
              <a:rPr lang="zh-CN" altLang="zh-CN" dirty="0">
                <a:solidFill>
                  <a:srgbClr val="0066FF"/>
                </a:solidFill>
                <a:latin typeface="华文中宋" panose="02010600040101010101" pitchFamily="2" charset="-122"/>
                <a:ea typeface="华文中宋" panose="02010600040101010101" pitchFamily="2" charset="-122"/>
                <a:cs typeface="+mn-cs"/>
              </a:rPr>
              <a:t>常常比系统的功能需求更加关键</a:t>
            </a:r>
            <a:r>
              <a:rPr lang="zh-CN" altLang="zh-CN" dirty="0">
                <a:latin typeface="华文中宋" panose="02010600040101010101" pitchFamily="2" charset="-122"/>
                <a:ea typeface="华文中宋" panose="02010600040101010101" pitchFamily="2" charset="-122"/>
                <a:cs typeface="+mn-cs"/>
              </a:rPr>
              <a:t>。</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案例：</a:t>
            </a:r>
            <a:r>
              <a:rPr lang="zh-CN" altLang="zh-CN" dirty="0">
                <a:latin typeface="华文中宋" panose="02010600040101010101" pitchFamily="2" charset="-122"/>
                <a:ea typeface="华文中宋" panose="02010600040101010101" pitchFamily="2" charset="-122"/>
                <a:cs typeface="+mn-cs"/>
              </a:rPr>
              <a:t>滴滴打车软件的早期版本比较消耗手机流量</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zh-CN" altLang="en-US" dirty="0"/>
              <a:t>案例：图书管理系统非功能需求</a:t>
            </a:r>
            <a:endParaRPr lang="zh-CN" altLang="en-US" dirty="0"/>
          </a:p>
        </p:txBody>
      </p:sp>
      <p:sp>
        <p:nvSpPr>
          <p:cNvPr id="38915" name="内容占位符 2"/>
          <p:cNvSpPr>
            <a:spLocks noGrp="1"/>
          </p:cNvSpPr>
          <p:nvPr>
            <p:ph idx="1"/>
          </p:nvPr>
        </p:nvSpPr>
        <p:spPr>
          <a:xfrm>
            <a:off x="468313" y="1052513"/>
            <a:ext cx="8207375" cy="491172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①系统安全性需求：</a:t>
            </a:r>
            <a:r>
              <a:rPr lang="zh-CN" altLang="en-US" dirty="0">
                <a:latin typeface="华文中宋" panose="02010600040101010101" pitchFamily="2" charset="-122"/>
                <a:ea typeface="华文中宋" panose="02010600040101010101" pitchFamily="2" charset="-122"/>
                <a:cs typeface="+mn-cs"/>
              </a:rPr>
              <a:t>为保证系统安全性，对本图书馆的各项功能进行分级、分权限操作，对各类用户进行确认。对其它图书馆借阅图书和文献资料服务控制访问范围：如限</a:t>
            </a:r>
            <a:r>
              <a:rPr lang="en-US" altLang="zh-CN" dirty="0">
                <a:latin typeface="华文中宋" panose="02010600040101010101" pitchFamily="2" charset="-122"/>
                <a:ea typeface="华文中宋" panose="02010600040101010101" pitchFamily="2" charset="-122"/>
                <a:cs typeface="+mn-cs"/>
              </a:rPr>
              <a:t>IP</a:t>
            </a:r>
            <a:r>
              <a:rPr lang="zh-CN" altLang="en-US" dirty="0">
                <a:latin typeface="华文中宋" panose="02010600040101010101" pitchFamily="2" charset="-122"/>
                <a:ea typeface="华文中宋" panose="02010600040101010101" pitchFamily="2" charset="-122"/>
                <a:cs typeface="+mn-cs"/>
              </a:rPr>
              <a:t>、限用户等。</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②对系统可用性的需求：</a:t>
            </a:r>
            <a:r>
              <a:rPr lang="zh-CN" altLang="en-US" dirty="0">
                <a:latin typeface="华文中宋" panose="02010600040101010101" pitchFamily="2" charset="-122"/>
                <a:ea typeface="华文中宋" panose="02010600040101010101" pitchFamily="2" charset="-122"/>
                <a:cs typeface="+mn-cs"/>
              </a:rPr>
              <a:t>为了方便使用者，要求对所有交互操作提供在线帮助功能。</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③对系统查询速度的需求：</a:t>
            </a:r>
            <a:r>
              <a:rPr lang="zh-CN" altLang="en-US" dirty="0">
                <a:latin typeface="华文中宋" panose="02010600040101010101" pitchFamily="2" charset="-122"/>
                <a:ea typeface="华文中宋" panose="02010600040101010101" pitchFamily="2" charset="-122"/>
                <a:cs typeface="+mn-cs"/>
              </a:rPr>
              <a:t>要求系统在</a:t>
            </a:r>
            <a:r>
              <a:rPr lang="en-US" altLang="zh-CN" dirty="0">
                <a:latin typeface="华文中宋" panose="02010600040101010101" pitchFamily="2" charset="-122"/>
                <a:ea typeface="华文中宋" panose="02010600040101010101" pitchFamily="2" charset="-122"/>
                <a:cs typeface="+mn-cs"/>
              </a:rPr>
              <a:t>5S</a:t>
            </a:r>
            <a:r>
              <a:rPr lang="zh-CN" altLang="en-US" dirty="0">
                <a:latin typeface="华文中宋" panose="02010600040101010101" pitchFamily="2" charset="-122"/>
                <a:ea typeface="华文中宋" panose="02010600040101010101" pitchFamily="2" charset="-122"/>
                <a:cs typeface="+mn-cs"/>
              </a:rPr>
              <a:t>之内响应查询服务请求。</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solidFill>
                  <a:srgbClr val="3333CC"/>
                </a:solidFill>
                <a:latin typeface="华文中宋" panose="02010600040101010101" pitchFamily="2" charset="-122"/>
                <a:ea typeface="华文中宋" panose="02010600040101010101" pitchFamily="2" charset="-122"/>
                <a:cs typeface="+mn-cs"/>
              </a:rPr>
              <a:t>④对系统可靠性的需求：</a:t>
            </a:r>
            <a:r>
              <a:rPr lang="zh-CN" altLang="en-US" dirty="0">
                <a:latin typeface="华文中宋" panose="02010600040101010101" pitchFamily="2" charset="-122"/>
                <a:ea typeface="华文中宋" panose="02010600040101010101" pitchFamily="2" charset="-122"/>
                <a:cs typeface="+mn-cs"/>
              </a:rPr>
              <a:t>要求系统失败发生率小于</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非功能需求</a:t>
            </a:r>
            <a:endParaRPr lang="zh-CN" altLang="en-US" dirty="0"/>
          </a:p>
        </p:txBody>
      </p:sp>
      <p:sp>
        <p:nvSpPr>
          <p:cNvPr id="3993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61"/>
          <p:cNvGrpSpPr/>
          <p:nvPr/>
        </p:nvGrpSpPr>
        <p:grpSpPr bwMode="auto">
          <a:xfrm>
            <a:off x="1547664" y="1052736"/>
            <a:ext cx="6659563" cy="1425575"/>
            <a:chOff x="1022" y="439"/>
            <a:chExt cx="4195" cy="898"/>
          </a:xfrm>
          <a:solidFill>
            <a:srgbClr val="00B0F0"/>
          </a:solidFill>
        </p:grpSpPr>
        <p:sp>
          <p:nvSpPr>
            <p:cNvPr id="6" name="Text Box 4"/>
            <p:cNvSpPr txBox="1">
              <a:spLocks noChangeArrowheads="1"/>
            </p:cNvSpPr>
            <p:nvPr/>
          </p:nvSpPr>
          <p:spPr bwMode="auto">
            <a:xfrm>
              <a:off x="2502" y="439"/>
              <a:ext cx="1244" cy="241"/>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10000"/>
                </a:lnSpc>
                <a:spcBef>
                  <a:spcPct val="30000"/>
                </a:spcBef>
                <a:spcAft>
                  <a:spcPct val="30000"/>
                </a:spcAft>
                <a:buClrTx/>
                <a:buSzTx/>
                <a:buFontTx/>
                <a:buNone/>
                <a:defRPr/>
              </a:pPr>
              <a:r>
                <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华文新魏" panose="02010800040101010101" pitchFamily="2" charset="-122"/>
                  <a:cs typeface="+mn-cs"/>
                </a:rPr>
                <a:t>非功能需求</a:t>
              </a:r>
              <a:endPar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7" name="Text Box 5"/>
            <p:cNvSpPr txBox="1">
              <a:spLocks noChangeArrowheads="1"/>
            </p:cNvSpPr>
            <p:nvPr/>
          </p:nvSpPr>
          <p:spPr bwMode="auto">
            <a:xfrm>
              <a:off x="1022" y="1103"/>
              <a:ext cx="942" cy="234"/>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10000"/>
                </a:lnSpc>
                <a:spcBef>
                  <a:spcPct val="30000"/>
                </a:spcBef>
                <a:spcAft>
                  <a:spcPct val="30000"/>
                </a:spcAft>
                <a:buClrTx/>
                <a:buSzTx/>
                <a:buFontTx/>
                <a:buNone/>
                <a:defRPr/>
              </a:pPr>
              <a:r>
                <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产品需求</a:t>
              </a:r>
              <a:endPar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8" name="Text Box 6"/>
            <p:cNvSpPr txBox="1">
              <a:spLocks noChangeArrowheads="1"/>
            </p:cNvSpPr>
            <p:nvPr/>
          </p:nvSpPr>
          <p:spPr bwMode="auto">
            <a:xfrm>
              <a:off x="2633" y="1094"/>
              <a:ext cx="979" cy="234"/>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10000"/>
                </a:lnSpc>
                <a:spcBef>
                  <a:spcPct val="30000"/>
                </a:spcBef>
                <a:spcAft>
                  <a:spcPct val="30000"/>
                </a:spcAft>
                <a:buClrTx/>
                <a:buSzTx/>
                <a:buFontTx/>
                <a:buNone/>
                <a:defRPr/>
              </a:pPr>
              <a:r>
                <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机构需求</a:t>
              </a:r>
              <a:endPar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9" name="Text Box 7"/>
            <p:cNvSpPr txBox="1">
              <a:spLocks noChangeArrowheads="1"/>
            </p:cNvSpPr>
            <p:nvPr/>
          </p:nvSpPr>
          <p:spPr bwMode="auto">
            <a:xfrm>
              <a:off x="4256" y="1094"/>
              <a:ext cx="961" cy="234"/>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10000"/>
                </a:lnSpc>
                <a:spcBef>
                  <a:spcPct val="30000"/>
                </a:spcBef>
                <a:spcAft>
                  <a:spcPct val="30000"/>
                </a:spcAft>
                <a:buClrTx/>
                <a:buSzTx/>
                <a:buFontTx/>
                <a:buNone/>
                <a:defRPr/>
              </a:pPr>
              <a:r>
                <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外部需求</a:t>
              </a:r>
              <a:endParaRPr kumimoji="1" lang="zh-CN" altLang="en-US" sz="18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grpSp>
          <p:nvGrpSpPr>
            <p:cNvPr id="10" name="Group 18"/>
            <p:cNvGrpSpPr/>
            <p:nvPr/>
          </p:nvGrpSpPr>
          <p:grpSpPr bwMode="auto">
            <a:xfrm>
              <a:off x="1437" y="731"/>
              <a:ext cx="3346" cy="384"/>
              <a:chOff x="1509" y="731"/>
              <a:chExt cx="3008" cy="384"/>
            </a:xfrm>
            <a:grpFill/>
          </p:grpSpPr>
          <p:sp>
            <p:nvSpPr>
              <p:cNvPr id="11" name="Line 8"/>
              <p:cNvSpPr>
                <a:spLocks noChangeShapeType="1"/>
              </p:cNvSpPr>
              <p:nvPr/>
            </p:nvSpPr>
            <p:spPr bwMode="auto">
              <a:xfrm>
                <a:off x="3036" y="731"/>
                <a:ext cx="0" cy="34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12" name="Line 9"/>
              <p:cNvSpPr>
                <a:spLocks noChangeShapeType="1"/>
              </p:cNvSpPr>
              <p:nvPr/>
            </p:nvSpPr>
            <p:spPr bwMode="auto">
              <a:xfrm flipV="1">
                <a:off x="1509" y="878"/>
                <a:ext cx="3008" cy="9"/>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13" name="Line 10"/>
              <p:cNvSpPr>
                <a:spLocks noChangeShapeType="1"/>
              </p:cNvSpPr>
              <p:nvPr/>
            </p:nvSpPr>
            <p:spPr bwMode="auto">
              <a:xfrm>
                <a:off x="1509" y="878"/>
                <a:ext cx="0" cy="22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14" name="Line 11"/>
              <p:cNvSpPr>
                <a:spLocks noChangeShapeType="1"/>
              </p:cNvSpPr>
              <p:nvPr/>
            </p:nvSpPr>
            <p:spPr bwMode="auto">
              <a:xfrm>
                <a:off x="4507" y="878"/>
                <a:ext cx="0" cy="237"/>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grpSp>
        <p:nvGrpSpPr>
          <p:cNvPr id="15" name="Group 64"/>
          <p:cNvGrpSpPr/>
          <p:nvPr/>
        </p:nvGrpSpPr>
        <p:grpSpPr bwMode="auto">
          <a:xfrm>
            <a:off x="5393630" y="2635845"/>
            <a:ext cx="3397250" cy="1368425"/>
            <a:chOff x="3440" y="1390"/>
            <a:chExt cx="2140" cy="862"/>
          </a:xfrm>
          <a:solidFill>
            <a:srgbClr val="00B0F0"/>
          </a:solidFill>
        </p:grpSpPr>
        <p:sp>
          <p:nvSpPr>
            <p:cNvPr id="16" name="Text Box 29"/>
            <p:cNvSpPr txBox="1">
              <a:spLocks noChangeArrowheads="1"/>
            </p:cNvSpPr>
            <p:nvPr/>
          </p:nvSpPr>
          <p:spPr bwMode="auto">
            <a:xfrm>
              <a:off x="3440"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互操作</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7" name="Text Box 30"/>
            <p:cNvSpPr txBox="1">
              <a:spLocks noChangeArrowheads="1"/>
            </p:cNvSpPr>
            <p:nvPr/>
          </p:nvSpPr>
          <p:spPr bwMode="auto">
            <a:xfrm>
              <a:off x="4189"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道德</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8" name="Text Box 31"/>
            <p:cNvSpPr txBox="1">
              <a:spLocks noChangeArrowheads="1"/>
            </p:cNvSpPr>
            <p:nvPr/>
          </p:nvSpPr>
          <p:spPr bwMode="auto">
            <a:xfrm>
              <a:off x="4929"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立法</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9" name="Line 36"/>
            <p:cNvSpPr>
              <a:spLocks noChangeShapeType="1"/>
            </p:cNvSpPr>
            <p:nvPr/>
          </p:nvSpPr>
          <p:spPr bwMode="auto">
            <a:xfrm>
              <a:off x="4773" y="1390"/>
              <a:ext cx="0" cy="12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0" name="Line 37"/>
            <p:cNvSpPr>
              <a:spLocks noChangeShapeType="1"/>
            </p:cNvSpPr>
            <p:nvPr/>
          </p:nvSpPr>
          <p:spPr bwMode="auto">
            <a:xfrm>
              <a:off x="3785" y="1509"/>
              <a:ext cx="1481" cy="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1" name="Line 38"/>
            <p:cNvSpPr>
              <a:spLocks noChangeShapeType="1"/>
            </p:cNvSpPr>
            <p:nvPr/>
          </p:nvSpPr>
          <p:spPr bwMode="auto">
            <a:xfrm>
              <a:off x="3785" y="1509"/>
              <a:ext cx="0" cy="292"/>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2" name="Line 39"/>
            <p:cNvSpPr>
              <a:spLocks noChangeShapeType="1"/>
            </p:cNvSpPr>
            <p:nvPr/>
          </p:nvSpPr>
          <p:spPr bwMode="auto">
            <a:xfrm>
              <a:off x="4526" y="1499"/>
              <a:ext cx="0" cy="293"/>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3" name="Line 40"/>
            <p:cNvSpPr>
              <a:spLocks noChangeShapeType="1"/>
            </p:cNvSpPr>
            <p:nvPr/>
          </p:nvSpPr>
          <p:spPr bwMode="auto">
            <a:xfrm>
              <a:off x="5266" y="1509"/>
              <a:ext cx="0" cy="283"/>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nvGrpSpPr>
          <p:cNvPr id="24" name="Group 63"/>
          <p:cNvGrpSpPr/>
          <p:nvPr/>
        </p:nvGrpSpPr>
        <p:grpSpPr bwMode="auto">
          <a:xfrm>
            <a:off x="621605" y="4013795"/>
            <a:ext cx="2233613" cy="2274888"/>
            <a:chOff x="434" y="2258"/>
            <a:chExt cx="1407" cy="1433"/>
          </a:xfrm>
          <a:solidFill>
            <a:srgbClr val="00B0F0"/>
          </a:solidFill>
        </p:grpSpPr>
        <p:sp>
          <p:nvSpPr>
            <p:cNvPr id="25" name="Text Box 23"/>
            <p:cNvSpPr txBox="1">
              <a:spLocks noChangeArrowheads="1"/>
            </p:cNvSpPr>
            <p:nvPr/>
          </p:nvSpPr>
          <p:spPr bwMode="auto">
            <a:xfrm>
              <a:off x="434" y="3231"/>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性能</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26" name="Text Box 24"/>
            <p:cNvSpPr txBox="1">
              <a:spLocks noChangeArrowheads="1"/>
            </p:cNvSpPr>
            <p:nvPr/>
          </p:nvSpPr>
          <p:spPr bwMode="auto">
            <a:xfrm>
              <a:off x="1190" y="3231"/>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空间</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grpSp>
          <p:nvGrpSpPr>
            <p:cNvPr id="27" name="Group 47"/>
            <p:cNvGrpSpPr/>
            <p:nvPr/>
          </p:nvGrpSpPr>
          <p:grpSpPr bwMode="auto">
            <a:xfrm>
              <a:off x="850" y="2258"/>
              <a:ext cx="759" cy="969"/>
              <a:chOff x="850" y="2258"/>
              <a:chExt cx="759" cy="969"/>
            </a:xfrm>
            <a:grpFill/>
          </p:grpSpPr>
          <p:sp>
            <p:nvSpPr>
              <p:cNvPr id="28" name="Line 19"/>
              <p:cNvSpPr>
                <a:spLocks noChangeShapeType="1"/>
              </p:cNvSpPr>
              <p:nvPr/>
            </p:nvSpPr>
            <p:spPr bwMode="auto">
              <a:xfrm>
                <a:off x="1243" y="2258"/>
                <a:ext cx="0" cy="302"/>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29" name="Line 20"/>
              <p:cNvSpPr>
                <a:spLocks noChangeShapeType="1"/>
              </p:cNvSpPr>
              <p:nvPr/>
            </p:nvSpPr>
            <p:spPr bwMode="auto">
              <a:xfrm flipV="1">
                <a:off x="850" y="2569"/>
                <a:ext cx="759" cy="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30" name="Line 41"/>
              <p:cNvSpPr>
                <a:spLocks noChangeShapeType="1"/>
              </p:cNvSpPr>
              <p:nvPr/>
            </p:nvSpPr>
            <p:spPr bwMode="auto">
              <a:xfrm>
                <a:off x="850" y="2569"/>
                <a:ext cx="0" cy="65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31" name="Line 42"/>
              <p:cNvSpPr>
                <a:spLocks noChangeShapeType="1"/>
              </p:cNvSpPr>
              <p:nvPr/>
            </p:nvSpPr>
            <p:spPr bwMode="auto">
              <a:xfrm>
                <a:off x="1600" y="2569"/>
                <a:ext cx="0" cy="65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grpSp>
        <p:nvGrpSpPr>
          <p:cNvPr id="32" name="Group 65"/>
          <p:cNvGrpSpPr/>
          <p:nvPr/>
        </p:nvGrpSpPr>
        <p:grpSpPr bwMode="auto">
          <a:xfrm>
            <a:off x="3323530" y="2635845"/>
            <a:ext cx="3354388" cy="2560638"/>
            <a:chOff x="2136" y="1390"/>
            <a:chExt cx="2113" cy="1613"/>
          </a:xfrm>
          <a:solidFill>
            <a:srgbClr val="00B0F0"/>
          </a:solidFill>
        </p:grpSpPr>
        <p:sp>
          <p:nvSpPr>
            <p:cNvPr id="33" name="Text Box 25"/>
            <p:cNvSpPr txBox="1">
              <a:spLocks noChangeArrowheads="1"/>
            </p:cNvSpPr>
            <p:nvPr/>
          </p:nvSpPr>
          <p:spPr bwMode="auto">
            <a:xfrm>
              <a:off x="2136" y="2527"/>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交付</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34" name="Text Box 26"/>
            <p:cNvSpPr txBox="1">
              <a:spLocks noChangeArrowheads="1"/>
            </p:cNvSpPr>
            <p:nvPr/>
          </p:nvSpPr>
          <p:spPr bwMode="auto">
            <a:xfrm>
              <a:off x="2857" y="2535"/>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实现</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35" name="Text Box 27"/>
            <p:cNvSpPr txBox="1">
              <a:spLocks noChangeArrowheads="1"/>
            </p:cNvSpPr>
            <p:nvPr/>
          </p:nvSpPr>
          <p:spPr bwMode="auto">
            <a:xfrm>
              <a:off x="3598" y="2543"/>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标准</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36" name="Line 32"/>
            <p:cNvSpPr>
              <a:spLocks noChangeShapeType="1"/>
            </p:cNvSpPr>
            <p:nvPr/>
          </p:nvSpPr>
          <p:spPr bwMode="auto">
            <a:xfrm>
              <a:off x="3154" y="1390"/>
              <a:ext cx="0" cy="1134"/>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nvGrpSpPr>
            <p:cNvPr id="37" name="Group 46"/>
            <p:cNvGrpSpPr/>
            <p:nvPr/>
          </p:nvGrpSpPr>
          <p:grpSpPr bwMode="auto">
            <a:xfrm>
              <a:off x="2432" y="2395"/>
              <a:ext cx="1472" cy="156"/>
              <a:chOff x="2432" y="2395"/>
              <a:chExt cx="1472" cy="156"/>
            </a:xfrm>
            <a:grpFill/>
          </p:grpSpPr>
          <p:sp>
            <p:nvSpPr>
              <p:cNvPr id="38" name="Line 43"/>
              <p:cNvSpPr>
                <a:spLocks noChangeShapeType="1"/>
              </p:cNvSpPr>
              <p:nvPr/>
            </p:nvSpPr>
            <p:spPr bwMode="auto">
              <a:xfrm>
                <a:off x="2432" y="2395"/>
                <a:ext cx="1472" cy="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39" name="Line 44"/>
              <p:cNvSpPr>
                <a:spLocks noChangeShapeType="1"/>
              </p:cNvSpPr>
              <p:nvPr/>
            </p:nvSpPr>
            <p:spPr bwMode="auto">
              <a:xfrm>
                <a:off x="2441" y="2395"/>
                <a:ext cx="0" cy="13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0" name="Line 45"/>
              <p:cNvSpPr>
                <a:spLocks noChangeShapeType="1"/>
              </p:cNvSpPr>
              <p:nvPr/>
            </p:nvSpPr>
            <p:spPr bwMode="auto">
              <a:xfrm>
                <a:off x="3895" y="2395"/>
                <a:ext cx="0" cy="156"/>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grpSp>
        <p:nvGrpSpPr>
          <p:cNvPr id="41" name="Group 66"/>
          <p:cNvGrpSpPr/>
          <p:nvPr/>
        </p:nvGrpSpPr>
        <p:grpSpPr bwMode="auto">
          <a:xfrm>
            <a:off x="6706493" y="4040783"/>
            <a:ext cx="2185987" cy="2268537"/>
            <a:chOff x="4267" y="2275"/>
            <a:chExt cx="1377" cy="1429"/>
          </a:xfrm>
          <a:solidFill>
            <a:srgbClr val="00B0F0"/>
          </a:solidFill>
        </p:grpSpPr>
        <p:sp>
          <p:nvSpPr>
            <p:cNvPr id="42" name="Text Box 28"/>
            <p:cNvSpPr txBox="1">
              <a:spLocks noChangeArrowheads="1"/>
            </p:cNvSpPr>
            <p:nvPr/>
          </p:nvSpPr>
          <p:spPr bwMode="auto">
            <a:xfrm>
              <a:off x="4267" y="3244"/>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隐私</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3" name="Text Box 34"/>
            <p:cNvSpPr txBox="1">
              <a:spLocks noChangeArrowheads="1"/>
            </p:cNvSpPr>
            <p:nvPr/>
          </p:nvSpPr>
          <p:spPr bwMode="auto">
            <a:xfrm>
              <a:off x="4993" y="3244"/>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安全</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性需求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4" name="Line 49"/>
            <p:cNvSpPr>
              <a:spLocks noChangeShapeType="1"/>
            </p:cNvSpPr>
            <p:nvPr/>
          </p:nvSpPr>
          <p:spPr bwMode="auto">
            <a:xfrm>
              <a:off x="5219" y="2275"/>
              <a:ext cx="0" cy="302"/>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5" name="Line 50"/>
            <p:cNvSpPr>
              <a:spLocks noChangeShapeType="1"/>
            </p:cNvSpPr>
            <p:nvPr/>
          </p:nvSpPr>
          <p:spPr bwMode="auto">
            <a:xfrm flipV="1">
              <a:off x="4616" y="2595"/>
              <a:ext cx="759" cy="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6" name="Line 51"/>
            <p:cNvSpPr>
              <a:spLocks noChangeShapeType="1"/>
            </p:cNvSpPr>
            <p:nvPr/>
          </p:nvSpPr>
          <p:spPr bwMode="auto">
            <a:xfrm>
              <a:off x="4616" y="2595"/>
              <a:ext cx="0" cy="65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47" name="Line 52"/>
            <p:cNvSpPr>
              <a:spLocks noChangeShapeType="1"/>
            </p:cNvSpPr>
            <p:nvPr/>
          </p:nvSpPr>
          <p:spPr bwMode="auto">
            <a:xfrm>
              <a:off x="5366" y="2595"/>
              <a:ext cx="0" cy="658"/>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nvGrpSpPr>
          <p:cNvPr id="48" name="Group 62"/>
          <p:cNvGrpSpPr/>
          <p:nvPr/>
        </p:nvGrpSpPr>
        <p:grpSpPr bwMode="auto">
          <a:xfrm>
            <a:off x="218380" y="2664420"/>
            <a:ext cx="4487863" cy="1339850"/>
            <a:chOff x="180" y="1408"/>
            <a:chExt cx="2827" cy="844"/>
          </a:xfrm>
          <a:solidFill>
            <a:srgbClr val="00B0F0"/>
          </a:solidFill>
        </p:grpSpPr>
        <p:sp>
          <p:nvSpPr>
            <p:cNvPr id="49" name="Text Box 12"/>
            <p:cNvSpPr txBox="1">
              <a:spLocks noChangeArrowheads="1"/>
            </p:cNvSpPr>
            <p:nvPr/>
          </p:nvSpPr>
          <p:spPr bwMode="auto">
            <a:xfrm>
              <a:off x="180"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可用性</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0" name="Text Box 15"/>
            <p:cNvSpPr txBox="1">
              <a:spLocks noChangeArrowheads="1"/>
            </p:cNvSpPr>
            <p:nvPr/>
          </p:nvSpPr>
          <p:spPr bwMode="auto">
            <a:xfrm>
              <a:off x="910"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效率</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1" name="Text Box 16"/>
            <p:cNvSpPr txBox="1">
              <a:spLocks noChangeArrowheads="1"/>
            </p:cNvSpPr>
            <p:nvPr/>
          </p:nvSpPr>
          <p:spPr bwMode="auto">
            <a:xfrm>
              <a:off x="1632"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可靠性</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2" name="Text Box 17"/>
            <p:cNvSpPr txBox="1">
              <a:spLocks noChangeArrowheads="1"/>
            </p:cNvSpPr>
            <p:nvPr/>
          </p:nvSpPr>
          <p:spPr bwMode="auto">
            <a:xfrm>
              <a:off x="2356" y="1792"/>
              <a:ext cx="651" cy="460"/>
            </a:xfrm>
            <a:prstGeom prst="rect">
              <a:avLst/>
            </a:prstGeom>
            <a:grpFill/>
            <a:ln w="28575">
              <a:solidFill>
                <a:srgbClr val="53548A"/>
              </a:solidFill>
              <a:miter lim="800000"/>
              <a:tailEnd type="none" w="sm" len="med"/>
            </a:ln>
            <a:effectLst>
              <a:outerShdw dist="35921" dir="2700000" algn="ctr" rotWithShape="0">
                <a:srgbClr val="C2A874"/>
              </a:outerShdw>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可移植</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rPr>
                <a:t>性需求</a:t>
              </a:r>
              <a:endParaRPr kumimoji="1" lang="zh-CN" altLang="en-US" sz="2000" b="0" i="0" u="none" strike="noStrike" kern="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grpSp>
          <p:nvGrpSpPr>
            <p:cNvPr id="53" name="Group 59"/>
            <p:cNvGrpSpPr/>
            <p:nvPr/>
          </p:nvGrpSpPr>
          <p:grpSpPr bwMode="auto">
            <a:xfrm>
              <a:off x="502" y="1408"/>
              <a:ext cx="2159" cy="393"/>
              <a:chOff x="502" y="1408"/>
              <a:chExt cx="2159" cy="393"/>
            </a:xfrm>
            <a:grpFill/>
          </p:grpSpPr>
          <p:sp>
            <p:nvSpPr>
              <p:cNvPr id="54" name="Line 53"/>
              <p:cNvSpPr>
                <a:spLocks noChangeShapeType="1"/>
              </p:cNvSpPr>
              <p:nvPr/>
            </p:nvSpPr>
            <p:spPr bwMode="auto">
              <a:xfrm>
                <a:off x="1435" y="1408"/>
                <a:ext cx="0" cy="183"/>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5" name="Line 54"/>
              <p:cNvSpPr>
                <a:spLocks noChangeShapeType="1"/>
              </p:cNvSpPr>
              <p:nvPr/>
            </p:nvSpPr>
            <p:spPr bwMode="auto">
              <a:xfrm>
                <a:off x="503" y="1591"/>
                <a:ext cx="2158" cy="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6" name="Line 55"/>
              <p:cNvSpPr>
                <a:spLocks noChangeShapeType="1"/>
              </p:cNvSpPr>
              <p:nvPr/>
            </p:nvSpPr>
            <p:spPr bwMode="auto">
              <a:xfrm>
                <a:off x="502" y="1591"/>
                <a:ext cx="0" cy="192"/>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7" name="Line 56"/>
              <p:cNvSpPr>
                <a:spLocks noChangeShapeType="1"/>
              </p:cNvSpPr>
              <p:nvPr/>
            </p:nvSpPr>
            <p:spPr bwMode="auto">
              <a:xfrm>
                <a:off x="1225" y="1591"/>
                <a:ext cx="0" cy="21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8" name="Line 57"/>
              <p:cNvSpPr>
                <a:spLocks noChangeShapeType="1"/>
              </p:cNvSpPr>
              <p:nvPr/>
            </p:nvSpPr>
            <p:spPr bwMode="auto">
              <a:xfrm>
                <a:off x="1947" y="1582"/>
                <a:ext cx="0" cy="201"/>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59" name="Line 58"/>
              <p:cNvSpPr>
                <a:spLocks noChangeShapeType="1"/>
              </p:cNvSpPr>
              <p:nvPr/>
            </p:nvSpPr>
            <p:spPr bwMode="auto">
              <a:xfrm>
                <a:off x="2651" y="1591"/>
                <a:ext cx="0" cy="210"/>
              </a:xfrm>
              <a:prstGeom prst="line">
                <a:avLst/>
              </a:prstGeom>
              <a:grpFill/>
              <a:ln w="28575">
                <a:solidFill>
                  <a:sysClr val="windowText" lastClr="000000"/>
                </a:solidFill>
                <a:round/>
                <a:tailEnd type="none" w="sm" len="med"/>
              </a:ln>
              <a:effectLst/>
            </p:spPr>
            <p:txBody>
              <a:bodyPr wrap="none" anchor="ct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ipe(up)">
                                      <p:cBhvr>
                                        <p:cTn id="12" dur="10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10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10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1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up)">
                                      <p:cBhvr>
                                        <p:cTn id="3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非功能需求的问题</a:t>
            </a:r>
            <a:endParaRPr lang="zh-CN" altLang="en-US" dirty="0"/>
          </a:p>
        </p:txBody>
      </p:sp>
      <p:sp>
        <p:nvSpPr>
          <p:cNvPr id="40963" name="内容占位符 2"/>
          <p:cNvSpPr>
            <a:spLocks noGrp="1"/>
          </p:cNvSpPr>
          <p:nvPr>
            <p:ph idx="1"/>
          </p:nvPr>
        </p:nvSpPr>
        <p:spPr>
          <a:xfrm>
            <a:off x="827088" y="1379538"/>
            <a:ext cx="7391400" cy="554037"/>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案例：所有查询的响应时间都应该小于</a:t>
            </a:r>
            <a:r>
              <a:rPr lang="en-US" altLang="zh-CN" dirty="0">
                <a:latin typeface="华文中宋" panose="02010600040101010101" pitchFamily="2" charset="-122"/>
                <a:ea typeface="华文中宋" panose="02010600040101010101" pitchFamily="2" charset="-122"/>
                <a:cs typeface="+mn-cs"/>
              </a:rPr>
              <a:t>5</a:t>
            </a:r>
            <a:r>
              <a:rPr lang="zh-CN" altLang="en-US" dirty="0">
                <a:latin typeface="华文中宋" panose="02010600040101010101" pitchFamily="2" charset="-122"/>
                <a:ea typeface="华文中宋" panose="02010600040101010101" pitchFamily="2" charset="-122"/>
                <a:cs typeface="+mn-cs"/>
              </a:rPr>
              <a:t>秒</a:t>
            </a:r>
            <a:endParaRPr lang="zh-CN" altLang="en-US" dirty="0">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 name="图示 6"/>
          <p:cNvGraphicFramePr/>
          <p:nvPr/>
        </p:nvGraphicFramePr>
        <p:xfrm>
          <a:off x="1524000" y="1700808"/>
          <a:ext cx="6096000" cy="309634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0966" name="矩形 1"/>
          <p:cNvSpPr/>
          <p:nvPr/>
        </p:nvSpPr>
        <p:spPr>
          <a:xfrm>
            <a:off x="611188" y="5105400"/>
            <a:ext cx="8415337" cy="1570038"/>
          </a:xfrm>
          <a:prstGeom prst="rect">
            <a:avLst/>
          </a:prstGeom>
          <a:noFill/>
          <a:ln w="9525">
            <a:noFill/>
          </a:ln>
        </p:spPr>
        <p:txBody>
          <a:bodyPr>
            <a:spAutoFit/>
          </a:bodyPr>
          <a:p>
            <a:r>
              <a:rPr lang="zh-CN" altLang="en-US" dirty="0">
                <a:solidFill>
                  <a:schemeClr val="tx1"/>
                </a:solidFill>
                <a:latin typeface="Calibri" panose="020F0502020204030204" pitchFamily="34" charset="0"/>
                <a:ea typeface="宋体" panose="02010600030101010101" pitchFamily="2" charset="-122"/>
              </a:rPr>
              <a:t>信息传递的无效性：定性的描述无法判断，如 “设计原则”</a:t>
            </a:r>
            <a:endParaRPr lang="en-US" altLang="zh-CN" dirty="0">
              <a:solidFill>
                <a:schemeClr val="tx1"/>
              </a:solidFill>
              <a:latin typeface="Calibri" panose="020F0502020204030204" pitchFamily="34" charset="0"/>
              <a:ea typeface="宋体" panose="02010600030101010101" pitchFamily="2" charset="-122"/>
            </a:endParaRPr>
          </a:p>
          <a:p>
            <a:r>
              <a:rPr lang="zh-CN" altLang="en-US" dirty="0">
                <a:solidFill>
                  <a:schemeClr val="tx1"/>
                </a:solidFill>
                <a:latin typeface="Calibri" panose="020F0502020204030204" pitchFamily="34" charset="0"/>
                <a:ea typeface="宋体" panose="02010600030101010101" pitchFamily="2" charset="-122"/>
              </a:rPr>
              <a:t>忽略了非功能需求的局部性：应限定具体的场景</a:t>
            </a:r>
            <a:endParaRPr lang="en-US" altLang="zh-CN" dirty="0">
              <a:solidFill>
                <a:schemeClr val="tx1"/>
              </a:solidFill>
              <a:latin typeface="Calibri" panose="020F0502020204030204" pitchFamily="34" charset="0"/>
              <a:ea typeface="宋体" panose="02010600030101010101" pitchFamily="2" charset="-122"/>
            </a:endParaRPr>
          </a:p>
          <a:p>
            <a:r>
              <a:rPr lang="zh-CN" altLang="en-US" dirty="0">
                <a:solidFill>
                  <a:schemeClr val="tx1"/>
                </a:solidFill>
                <a:latin typeface="Calibri" panose="020F0502020204030204" pitchFamily="34" charset="0"/>
                <a:ea typeface="宋体" panose="02010600030101010101" pitchFamily="2" charset="-122"/>
              </a:rPr>
              <a:t>案例：年度数据查询无法满足查询响应时间</a:t>
            </a:r>
            <a:endParaRPr lang="zh-CN" altLang="en-US" dirty="0">
              <a:solidFill>
                <a:schemeClr val="tx1"/>
              </a:solidFill>
              <a:latin typeface="Calibri" panose="020F0502020204030204" pitchFamily="34" charset="0"/>
              <a:ea typeface="宋体" panose="02010600030101010101" pitchFamily="2" charset="-122"/>
            </a:endParaRPr>
          </a:p>
          <a:p>
            <a:endParaRPr lang="zh-CN" altLang="en-US" dirty="0">
              <a:solidFill>
                <a:schemeClr val="tx1"/>
              </a:solidFill>
              <a:latin typeface="Calibri" panose="020F0502020204030204" pitchFamily="34"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ctr" anchorCtr="0"/>
          <a:p>
            <a:r>
              <a:rPr lang="zh-CN" altLang="en-US" dirty="0"/>
              <a:t>设计约束</a:t>
            </a:r>
            <a:endParaRPr lang="zh-CN" altLang="en-US" dirty="0"/>
          </a:p>
        </p:txBody>
      </p:sp>
      <p:sp>
        <p:nvSpPr>
          <p:cNvPr id="41987" name="内容占位符 2"/>
          <p:cNvSpPr>
            <a:spLocks noGrp="1"/>
          </p:cNvSpPr>
          <p:nvPr>
            <p:ph idx="1"/>
          </p:nvPr>
        </p:nvSpPr>
        <p:spPr>
          <a:xfrm>
            <a:off x="827088" y="1052513"/>
            <a:ext cx="7391400" cy="291782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设计约束指软件实现时必须满足的条件或限定。</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预期的软硬件环境 </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(2)</a:t>
            </a:r>
            <a:r>
              <a:rPr lang="zh-CN" altLang="en-US" dirty="0">
                <a:solidFill>
                  <a:srgbClr val="3333CC"/>
                </a:solidFill>
                <a:latin typeface="华文中宋" panose="02010600040101010101" pitchFamily="2" charset="-122"/>
                <a:ea typeface="华文中宋" panose="02010600040101010101" pitchFamily="2" charset="-122"/>
                <a:cs typeface="+mn-cs"/>
              </a:rPr>
              <a:t>预期的使用环境</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预期的使用行业</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solidFill>
                  <a:srgbClr val="3333CC"/>
                </a:solidFill>
                <a:latin typeface="华文中宋" panose="02010600040101010101" pitchFamily="2" charset="-122"/>
                <a:ea typeface="华文中宋" panose="02010600040101010101" pitchFamily="2" charset="-122"/>
                <a:cs typeface="+mn-cs"/>
              </a:rPr>
              <a:t>(4)</a:t>
            </a:r>
            <a:r>
              <a:rPr lang="zh-CN" altLang="en-US" dirty="0">
                <a:solidFill>
                  <a:srgbClr val="3333CC"/>
                </a:solidFill>
                <a:latin typeface="华文中宋" panose="02010600040101010101" pitchFamily="2" charset="-122"/>
                <a:ea typeface="华文中宋" panose="02010600040101010101" pitchFamily="2" charset="-122"/>
                <a:cs typeface="+mn-cs"/>
              </a:rPr>
              <a:t>预期的使用用户 </a:t>
            </a:r>
            <a:endParaRPr lang="zh-CN" altLang="en-US" dirty="0">
              <a:solidFill>
                <a:srgbClr val="3333CC"/>
              </a:solidFill>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 name="矩形 1"/>
          <p:cNvSpPr/>
          <p:nvPr/>
        </p:nvSpPr>
        <p:spPr>
          <a:xfrm>
            <a:off x="1081088" y="5567363"/>
            <a:ext cx="2249488"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海上</a:t>
            </a:r>
            <a:r>
              <a:rPr kumimoji="0" lang="zh-CN" altLang="zh-CN" sz="1800" b="0" i="0" u="none" strike="noStrike" kern="1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航标</a:t>
            </a:r>
            <a:r>
              <a:rPr kumimoji="0" lang="zh-CN" altLang="en-US" sz="1800" b="0" i="0" u="none" strike="noStrike" kern="1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巡检软件</a:t>
            </a: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pic>
        <p:nvPicPr>
          <p:cNvPr id="41990" name="图片 5"/>
          <p:cNvPicPr>
            <a:picLocks noChangeAspect="1"/>
          </p:cNvPicPr>
          <p:nvPr/>
        </p:nvPicPr>
        <p:blipFill>
          <a:blip r:embed="rId1"/>
          <a:stretch>
            <a:fillRect/>
          </a:stretch>
        </p:blipFill>
        <p:spPr>
          <a:xfrm>
            <a:off x="900113" y="4203700"/>
            <a:ext cx="2365375" cy="1352550"/>
          </a:xfrm>
          <a:prstGeom prst="rect">
            <a:avLst/>
          </a:prstGeom>
          <a:noFill/>
          <a:ln w="9525">
            <a:noFill/>
          </a:ln>
        </p:spPr>
      </p:pic>
      <p:pic>
        <p:nvPicPr>
          <p:cNvPr id="41991" name="图片 6"/>
          <p:cNvPicPr>
            <a:picLocks noChangeAspect="1"/>
          </p:cNvPicPr>
          <p:nvPr/>
        </p:nvPicPr>
        <p:blipFill>
          <a:blip r:embed="rId2"/>
          <a:stretch>
            <a:fillRect/>
          </a:stretch>
        </p:blipFill>
        <p:spPr>
          <a:xfrm>
            <a:off x="3716338" y="4089400"/>
            <a:ext cx="1574800" cy="1574800"/>
          </a:xfrm>
          <a:prstGeom prst="rect">
            <a:avLst/>
          </a:prstGeom>
          <a:noFill/>
          <a:ln w="9525">
            <a:noFill/>
          </a:ln>
        </p:spPr>
      </p:pic>
      <p:pic>
        <p:nvPicPr>
          <p:cNvPr id="41992" name="图片 8"/>
          <p:cNvPicPr>
            <a:picLocks noChangeAspect="1"/>
          </p:cNvPicPr>
          <p:nvPr/>
        </p:nvPicPr>
        <p:blipFill>
          <a:blip r:embed="rId3"/>
          <a:stretch>
            <a:fillRect/>
          </a:stretch>
        </p:blipFill>
        <p:spPr>
          <a:xfrm>
            <a:off x="5773738" y="3784600"/>
            <a:ext cx="2646362" cy="1879600"/>
          </a:xfrm>
          <a:prstGeom prst="rect">
            <a:avLst/>
          </a:prstGeom>
          <a:noFill/>
          <a:ln w="9525">
            <a:noFill/>
          </a:ln>
        </p:spPr>
      </p:pic>
      <p:sp>
        <p:nvSpPr>
          <p:cNvPr id="8" name="矩形 7"/>
          <p:cNvSpPr/>
          <p:nvPr/>
        </p:nvSpPr>
        <p:spPr>
          <a:xfrm>
            <a:off x="6481763" y="5653088"/>
            <a:ext cx="1890713" cy="36830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老人机</a:t>
            </a:r>
            <a:r>
              <a:rPr kumimoji="0" lang="en-US" altLang="zh-CN" sz="1800" b="0" i="0" u="none" strike="noStrike" kern="1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Times New Roman" panose="02020603050405020304" pitchFamily="18" charset="0"/>
              </a:rPr>
              <a:t>APP</a:t>
            </a:r>
            <a:endParaRPr kumimoji="0" lang="zh-CN" altLang="en-US" sz="18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zh-CN" altLang="en-US" dirty="0"/>
              <a:t>案例：图书管理系统</a:t>
            </a:r>
            <a:endParaRPr lang="zh-CN" altLang="en-US" dirty="0"/>
          </a:p>
        </p:txBody>
      </p:sp>
      <p:sp>
        <p:nvSpPr>
          <p:cNvPr id="43011" name="内容占位符 2"/>
          <p:cNvSpPr>
            <a:spLocks noGrp="1"/>
          </p:cNvSpPr>
          <p:nvPr>
            <p:ph idx="1"/>
          </p:nvPr>
        </p:nvSpPr>
        <p:spPr>
          <a:xfrm>
            <a:off x="395288" y="1052513"/>
            <a:ext cx="8280400" cy="4967287"/>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例如：对“大学图书管理系统”，提出一些与图书管理的业务相关的设计约束：</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⑴ 图书编目要求按照</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中国图书馆分类法</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进行；</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⑵ 由于版权限制，某些文献资料只能在图书馆规定的阅览室阅读，并限制复制和打印。</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第一条需求是对遵循我国图书管理的规定，执行对图书的分类管理的标准。而第二条需求则是版权法对图书馆文献资料的保护的需要，描述了对一类文献资料有限制的使用和服务。 </a:t>
            </a:r>
            <a:endParaRPr lang="zh-CN" altLang="en-US" dirty="0">
              <a:latin typeface="华文中宋" panose="02010600040101010101" pitchFamily="2" charset="-122"/>
              <a:ea typeface="华文中宋" panose="02010600040101010101" pitchFamily="2" charset="-122"/>
              <a:cs typeface="+mn-cs"/>
            </a:endParaRPr>
          </a:p>
        </p:txBody>
      </p:sp>
      <p:sp>
        <p:nvSpPr>
          <p:cNvPr id="430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en-US" altLang="zh-CN" dirty="0"/>
              <a:t>4.1.4 </a:t>
            </a:r>
            <a:r>
              <a:rPr lang="zh-CN" altLang="en-US" dirty="0"/>
              <a:t>需求的层次</a:t>
            </a:r>
            <a:endParaRPr lang="zh-CN" altLang="en-US" dirty="0"/>
          </a:p>
        </p:txBody>
      </p:sp>
      <p:sp>
        <p:nvSpPr>
          <p:cNvPr id="44035" name="内容占位符 2"/>
          <p:cNvSpPr>
            <a:spLocks noGrp="1"/>
          </p:cNvSpPr>
          <p:nvPr>
            <p:ph idx="1"/>
          </p:nvPr>
        </p:nvSpPr>
        <p:spPr>
          <a:xfrm>
            <a:off x="827088" y="1379538"/>
            <a:ext cx="7391400" cy="4968875"/>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个层次：业务需求、用户需求、软件需求</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业务需求：</a:t>
            </a:r>
            <a:r>
              <a:rPr lang="zh-CN" altLang="zh-CN" dirty="0">
                <a:latin typeface="华文中宋" panose="02010600040101010101" pitchFamily="2" charset="-122"/>
                <a:ea typeface="华文中宋" panose="02010600040101010101" pitchFamily="2" charset="-122"/>
                <a:cs typeface="+mn-cs"/>
              </a:rPr>
              <a:t>业务需求表示组织或客户高层次的目标。业务需求描述了组织为什么要开发一个系统，即组织希望达到的目标，是指导软件开发的高层需求。</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用户需求描述的是用户的目标，或用户要求系统必须能完成的任务。也就是说用户需求描述了用户能使用系统来做些什么。</a:t>
            </a:r>
            <a:r>
              <a:rPr lang="zh-CN" altLang="en-US" dirty="0">
                <a:latin typeface="华文中宋" panose="02010600040101010101" pitchFamily="2" charset="-122"/>
                <a:ea typeface="华文中宋" panose="02010600040101010101" pitchFamily="2" charset="-122"/>
                <a:cs typeface="+mn-cs"/>
              </a:rPr>
              <a:t>零散、存在矛盾</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需求分析人员还需要对其进行分析、提炼、整理，从而生成能够指导程序开发的、更精确的软件需求。</a:t>
            </a:r>
            <a:endParaRPr lang="zh-CN" altLang="en-US"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en-US" altLang="zh-CN" dirty="0"/>
              <a:t>4.2 </a:t>
            </a:r>
            <a:r>
              <a:rPr lang="zh-CN" altLang="en-US" dirty="0"/>
              <a:t>需求工程</a:t>
            </a:r>
            <a:endParaRPr lang="zh-CN" altLang="en-US" dirty="0"/>
          </a:p>
        </p:txBody>
      </p:sp>
      <p:sp>
        <p:nvSpPr>
          <p:cNvPr id="45059" name="内容占位符 2"/>
          <p:cNvSpPr>
            <a:spLocks noGrp="1"/>
          </p:cNvSpPr>
          <p:nvPr>
            <p:ph idx="1"/>
          </p:nvPr>
        </p:nvSpPr>
        <p:spPr>
          <a:xfrm>
            <a:off x="647700" y="3692525"/>
            <a:ext cx="7848600" cy="1341438"/>
          </a:xfrm>
          <a:ln/>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需求工程是指系统分析人员通过细致的调研分析，准确地理解用户的需求，将不规范的需求陈述转化为完整的需求定义，再将需求定义写成需求规格说明书的过程。</a:t>
            </a:r>
            <a:endParaRPr lang="zh-CN" altLang="en-US" sz="1800" dirty="0">
              <a:solidFill>
                <a:srgbClr val="3333CC"/>
              </a:solidFill>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5" name="图表 4"/>
          <p:cNvGraphicFramePr/>
          <p:nvPr/>
        </p:nvGraphicFramePr>
        <p:xfrm>
          <a:off x="2483768" y="946150"/>
          <a:ext cx="4176464" cy="2512313"/>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zh-CN" altLang="en-US" dirty="0"/>
              <a:t>需求开发和需求管理</a:t>
            </a:r>
            <a:endParaRPr lang="zh-CN" altLang="en-US" dirty="0"/>
          </a:p>
        </p:txBody>
      </p:sp>
      <p:sp>
        <p:nvSpPr>
          <p:cNvPr id="46083" name="内容占位符 2"/>
          <p:cNvSpPr>
            <a:spLocks noGrp="1"/>
          </p:cNvSpPr>
          <p:nvPr>
            <p:ph idx="1"/>
          </p:nvPr>
        </p:nvSpPr>
        <p:spPr>
          <a:xfrm>
            <a:off x="827088" y="1379538"/>
            <a:ext cx="7391400" cy="3341687"/>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需求工程包括需求开发和需求管理。</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需求开发的任务是确定系统的目标和范围，调查用户的需求，分析系统必须做什么，编写需求规格说明书等相关文档，以及需求验证审查。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需求管理贯穿整个需求工程过程，需求管理包括基线管理、需求变更、需求跟踪等工作。</a:t>
            </a:r>
            <a:endParaRPr lang="zh-CN" altLang="en-US" dirty="0">
              <a:latin typeface="华文中宋" panose="02010600040101010101" pitchFamily="2" charset="-122"/>
              <a:ea typeface="华文中宋" panose="02010600040101010101" pitchFamily="2" charset="-122"/>
              <a:cs typeface="+mn-cs"/>
            </a:endParaRPr>
          </a:p>
        </p:txBody>
      </p:sp>
      <p:sp>
        <p:nvSpPr>
          <p:cNvPr id="460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需求开发和需求管理</a:t>
            </a:r>
            <a:endParaRPr lang="zh-CN" altLang="en-US" dirty="0"/>
          </a:p>
        </p:txBody>
      </p:sp>
      <p:sp>
        <p:nvSpPr>
          <p:cNvPr id="4710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5" name="图示 4"/>
          <p:cNvGraphicFramePr/>
          <p:nvPr/>
        </p:nvGraphicFramePr>
        <p:xfrm>
          <a:off x="1763688" y="1700808"/>
          <a:ext cx="5072776" cy="36543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ln/>
        </p:spPr>
        <p:txBody>
          <a:bodyPr vert="horz" wrap="square" lIns="91440" tIns="45720" rIns="91440" bIns="45720" anchor="ctr" anchorCtr="0"/>
          <a:p>
            <a:r>
              <a:rPr lang="zh-CN" altLang="en-US" dirty="0"/>
              <a:t>需求开发的基本活动包括</a:t>
            </a:r>
            <a:endParaRPr lang="zh-CN" altLang="en-US" dirty="0"/>
          </a:p>
        </p:txBody>
      </p:sp>
      <p:sp>
        <p:nvSpPr>
          <p:cNvPr id="48131" name="内容占位符 2"/>
          <p:cNvSpPr>
            <a:spLocks noGrp="1"/>
          </p:cNvSpPr>
          <p:nvPr>
            <p:ph idx="1"/>
          </p:nvPr>
        </p:nvSpPr>
        <p:spPr>
          <a:xfrm>
            <a:off x="684213" y="1125538"/>
            <a:ext cx="7632700" cy="4516437"/>
          </a:xfrm>
          <a:ln/>
        </p:spPr>
        <p:txBody>
          <a:bodyPr vert="horz" wrap="square" lIns="91440" tIns="45720" rIns="91440" bIns="45720" anchor="t" anchorCtr="0">
            <a:spAutoFit/>
          </a:bodyPr>
          <a:p>
            <a:pPr>
              <a:lnSpc>
                <a:spcPts val="3300"/>
              </a:lnSpc>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需求获取。</a:t>
            </a:r>
            <a:r>
              <a:rPr lang="zh-CN" altLang="en-US" dirty="0">
                <a:latin typeface="华文中宋" panose="02010600040101010101" pitchFamily="2" charset="-122"/>
                <a:ea typeface="华文中宋" panose="02010600040101010101" pitchFamily="2" charset="-122"/>
                <a:cs typeface="+mn-cs"/>
              </a:rPr>
              <a:t>深入实际开展需求调研，在充分理解用户需求的基础上，获取系统需求。</a:t>
            </a:r>
            <a:endParaRPr lang="zh-CN" altLang="en-US" dirty="0">
              <a:latin typeface="华文中宋" panose="02010600040101010101" pitchFamily="2" charset="-122"/>
              <a:ea typeface="华文中宋" panose="02010600040101010101" pitchFamily="2" charset="-122"/>
              <a:cs typeface="+mn-cs"/>
            </a:endParaRPr>
          </a:p>
          <a:p>
            <a:pPr>
              <a:lnSpc>
                <a:spcPts val="3300"/>
              </a:lnSpc>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需求分析与建模。</a:t>
            </a:r>
            <a:r>
              <a:rPr lang="zh-CN" altLang="en-US" dirty="0">
                <a:latin typeface="华文中宋" panose="02010600040101010101" pitchFamily="2" charset="-122"/>
                <a:ea typeface="华文中宋" panose="02010600040101010101" pitchFamily="2" charset="-122"/>
                <a:cs typeface="+mn-cs"/>
              </a:rPr>
              <a:t>进行需求建模、对模型或原型进行分析</a:t>
            </a:r>
            <a:r>
              <a:rPr lang="zh-CN" altLang="zh-CN" dirty="0">
                <a:latin typeface="华文中宋" panose="02010600040101010101" pitchFamily="2" charset="-122"/>
                <a:ea typeface="华文中宋" panose="02010600040101010101" pitchFamily="2" charset="-122"/>
                <a:cs typeface="+mn-cs"/>
              </a:rPr>
              <a:t>，建立目标系统的概念模型</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lnSpc>
                <a:spcPts val="3300"/>
              </a:lnSpc>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编写需求规格。</a:t>
            </a:r>
            <a:r>
              <a:rPr lang="zh-CN" altLang="en-US" dirty="0">
                <a:latin typeface="华文中宋" panose="02010600040101010101" pitchFamily="2" charset="-122"/>
                <a:ea typeface="华文中宋" panose="02010600040101010101" pitchFamily="2" charset="-122"/>
                <a:cs typeface="+mn-cs"/>
              </a:rPr>
              <a:t>形成用户需求说明书、软件需求说明书</a:t>
            </a:r>
            <a:endParaRPr lang="en-US" altLang="zh-CN" dirty="0">
              <a:latin typeface="华文中宋" panose="02010600040101010101" pitchFamily="2" charset="-122"/>
              <a:ea typeface="华文中宋" panose="02010600040101010101" pitchFamily="2" charset="-122"/>
              <a:cs typeface="+mn-cs"/>
            </a:endParaRPr>
          </a:p>
          <a:p>
            <a:pPr>
              <a:lnSpc>
                <a:spcPts val="3300"/>
              </a:lnSpc>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需求验证。</a:t>
            </a:r>
            <a:r>
              <a:rPr lang="zh-CN" altLang="zh-CN" dirty="0">
                <a:latin typeface="华文中宋" panose="02010600040101010101" pitchFamily="2" charset="-122"/>
                <a:ea typeface="华文中宋" panose="02010600040101010101" pitchFamily="2" charset="-122"/>
                <a:cs typeface="+mn-cs"/>
              </a:rPr>
              <a:t>以需求规格说明为基础输入，通过符号执行、模拟或快速原型等方法，分析和验证需求规格说明的正确性和可行性，确保需求说明准确、完整地表达系统的主要特性。</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p:txBody>
      </p:sp>
      <p:sp>
        <p:nvSpPr>
          <p:cNvPr id="481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en-US" dirty="0"/>
              <a:t>需求管理</a:t>
            </a:r>
            <a:endParaRPr lang="zh-CN" altLang="en-US" dirty="0"/>
          </a:p>
        </p:txBody>
      </p:sp>
      <p:sp>
        <p:nvSpPr>
          <p:cNvPr id="49155" name="内容占位符 2"/>
          <p:cNvSpPr>
            <a:spLocks noGrp="1"/>
          </p:cNvSpPr>
          <p:nvPr>
            <p:ph idx="1"/>
          </p:nvPr>
        </p:nvSpPr>
        <p:spPr>
          <a:xfrm>
            <a:off x="827088" y="1379538"/>
            <a:ext cx="7391400" cy="3859212"/>
          </a:xfrm>
          <a:ln/>
        </p:spPr>
        <p:txBody>
          <a:bodyPr vert="horz" wrap="square" lIns="91440" tIns="45720" rIns="91440" bIns="45720" anchor="t" anchorCtr="0">
            <a:spAutoFit/>
          </a:bodyPr>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需求基线。</a:t>
            </a:r>
            <a:r>
              <a:rPr lang="zh-CN" altLang="zh-CN" dirty="0">
                <a:latin typeface="华文中宋" panose="02010600040101010101" pitchFamily="2" charset="-122"/>
                <a:ea typeface="华文中宋" panose="02010600040101010101" pitchFamily="2" charset="-122"/>
                <a:cs typeface="+mn-cs"/>
              </a:rPr>
              <a:t>需求基线是指开发团队承诺的在某一特定版本中实现的功能和非功能需求的一组集合。</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en-US" dirty="0">
                <a:solidFill>
                  <a:schemeClr val="accent2"/>
                </a:solidFill>
                <a:latin typeface="华文中宋" panose="02010600040101010101" pitchFamily="2" charset="-122"/>
                <a:ea typeface="华文中宋" panose="02010600040101010101" pitchFamily="2" charset="-122"/>
                <a:cs typeface="+mn-cs"/>
              </a:rPr>
              <a:t>需求变更</a:t>
            </a:r>
            <a:r>
              <a:rPr lang="zh-CN" altLang="en-US"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需求</a:t>
            </a:r>
            <a:r>
              <a:rPr lang="zh-CN" altLang="en-US" dirty="0">
                <a:latin typeface="华文中宋" panose="02010600040101010101" pitchFamily="2" charset="-122"/>
                <a:ea typeface="华文中宋" panose="02010600040101010101" pitchFamily="2" charset="-122"/>
                <a:cs typeface="+mn-cs"/>
              </a:rPr>
              <a:t>发生</a:t>
            </a:r>
            <a:r>
              <a:rPr lang="zh-CN" altLang="zh-CN" dirty="0">
                <a:latin typeface="华文中宋" panose="02010600040101010101" pitchFamily="2" charset="-122"/>
                <a:ea typeface="华文中宋" panose="02010600040101010101" pitchFamily="2" charset="-122"/>
                <a:cs typeface="+mn-cs"/>
              </a:rPr>
              <a:t>变化</a:t>
            </a:r>
            <a:r>
              <a:rPr lang="zh-CN" altLang="en-US" dirty="0">
                <a:latin typeface="华文中宋" panose="02010600040101010101" pitchFamily="2" charset="-122"/>
                <a:ea typeface="华文中宋" panose="02010600040101010101" pitchFamily="2" charset="-122"/>
                <a:cs typeface="+mn-cs"/>
              </a:rPr>
              <a:t>，对变更进行管理。</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需求跟踪。</a:t>
            </a:r>
            <a:r>
              <a:rPr lang="zh-CN" altLang="zh-CN" dirty="0">
                <a:latin typeface="华文中宋" panose="02010600040101010101" pitchFamily="2" charset="-122"/>
                <a:ea typeface="华文中宋" panose="02010600040101010101" pitchFamily="2" charset="-122"/>
                <a:cs typeface="+mn-cs"/>
              </a:rPr>
              <a:t>需求跟踪是将单个需求和其他系统元素之间的依赖关系和逻辑联系建立跟踪，主要包括从用户需求到软件需求的跟踪，从软件需求到下游产品的跟踪。</a:t>
            </a:r>
            <a:endParaRPr lang="zh-CN" altLang="en-US" dirty="0">
              <a:latin typeface="华文中宋" panose="02010600040101010101" pitchFamily="2" charset="-122"/>
              <a:ea typeface="华文中宋" panose="02010600040101010101" pitchFamily="2" charset="-122"/>
              <a:cs typeface="+mn-cs"/>
            </a:endParaRPr>
          </a:p>
        </p:txBody>
      </p:sp>
      <p:sp>
        <p:nvSpPr>
          <p:cNvPr id="491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ln/>
        </p:spPr>
        <p:txBody>
          <a:bodyPr vert="horz" wrap="square" lIns="91440" tIns="45720" rIns="91440" bIns="45720" anchor="ctr" anchorCtr="0"/>
          <a:p>
            <a:r>
              <a:rPr lang="en-US" altLang="zh-CN" dirty="0"/>
              <a:t>4.2.2 </a:t>
            </a:r>
            <a:r>
              <a:rPr lang="zh-CN" altLang="en-US" dirty="0"/>
              <a:t>需求工程涉及人员</a:t>
            </a:r>
            <a:endParaRPr lang="zh-CN" altLang="en-US" dirty="0"/>
          </a:p>
        </p:txBody>
      </p:sp>
      <p:sp>
        <p:nvSpPr>
          <p:cNvPr id="5017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2" name="表格 1"/>
          <p:cNvGraphicFramePr>
            <a:graphicFrameLocks noGrp="1"/>
          </p:cNvGraphicFramePr>
          <p:nvPr/>
        </p:nvGraphicFramePr>
        <p:xfrm>
          <a:off x="827088" y="3357563"/>
          <a:ext cx="7993063" cy="2674938"/>
        </p:xfrm>
        <a:graphic>
          <a:graphicData uri="http://schemas.openxmlformats.org/drawingml/2006/table">
            <a:tbl>
              <a:tblPr firstRow="1" firstCol="1" bandRow="1">
                <a:tableStyleId>{5C22544A-7EE6-4342-B048-85BDC9FD1C3A}</a:tableStyleId>
              </a:tblPr>
              <a:tblGrid>
                <a:gridCol w="1663411"/>
                <a:gridCol w="2897176"/>
                <a:gridCol w="3432474"/>
              </a:tblGrid>
              <a:tr h="646330">
                <a:tc>
                  <a:txBody>
                    <a:bodyPr/>
                    <a:lstStyle/>
                    <a:p>
                      <a:pPr marL="45720" indent="-45720" algn="ctr">
                        <a:spcAft>
                          <a:spcPts val="0"/>
                        </a:spcAft>
                      </a:pPr>
                      <a:r>
                        <a:rPr lang="zh-CN" sz="2000">
                          <a:effectLst/>
                        </a:rPr>
                        <a:t>人员</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优势</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缺点</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r>
              <a:tr h="676202">
                <a:tc>
                  <a:txBody>
                    <a:bodyPr/>
                    <a:lstStyle/>
                    <a:p>
                      <a:pPr marL="45720" indent="-45720" algn="ctr">
                        <a:spcAft>
                          <a:spcPts val="0"/>
                        </a:spcAft>
                      </a:pPr>
                      <a:r>
                        <a:rPr lang="zh-CN" sz="2000">
                          <a:effectLst/>
                        </a:rPr>
                        <a:t>开发人员</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选择的解决方案更合理</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dirty="0">
                          <a:effectLst/>
                        </a:rPr>
                        <a:t>缺乏领域知识，沟通能力不强</a:t>
                      </a:r>
                      <a:endParaRPr lang="zh-CN" sz="36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r>
              <a:tr h="676202">
                <a:tc>
                  <a:txBody>
                    <a:bodyPr/>
                    <a:lstStyle/>
                    <a:p>
                      <a:pPr marL="45720" indent="-45720" algn="ctr">
                        <a:spcAft>
                          <a:spcPts val="0"/>
                        </a:spcAft>
                      </a:pPr>
                      <a:r>
                        <a:rPr lang="zh-CN" sz="2000">
                          <a:effectLst/>
                        </a:rPr>
                        <a:t>用户</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更善于理清业务脉络</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软件知识欠缺，难以表述需求</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r>
              <a:tr h="676202">
                <a:tc>
                  <a:txBody>
                    <a:bodyPr/>
                    <a:lstStyle/>
                    <a:p>
                      <a:pPr marL="45720" indent="-45720" algn="ctr">
                        <a:spcAft>
                          <a:spcPts val="0"/>
                        </a:spcAft>
                      </a:pPr>
                      <a:r>
                        <a:rPr lang="zh-CN" sz="2000">
                          <a:effectLst/>
                        </a:rPr>
                        <a:t>领域专家</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a:effectLst/>
                        </a:rPr>
                        <a:t>对业务领域十分精通</a:t>
                      </a:r>
                      <a:endParaRPr lang="zh-CN" sz="360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c>
                  <a:txBody>
                    <a:bodyPr/>
                    <a:lstStyle/>
                    <a:p>
                      <a:pPr algn="ctr">
                        <a:spcAft>
                          <a:spcPts val="0"/>
                        </a:spcAft>
                      </a:pPr>
                      <a:r>
                        <a:rPr lang="zh-CN" sz="2000" dirty="0">
                          <a:effectLst/>
                        </a:rPr>
                        <a:t>易于用</a:t>
                      </a:r>
                      <a:r>
                        <a:rPr lang="zh-CN" altLang="en-US" sz="2000" dirty="0">
                          <a:effectLst/>
                        </a:rPr>
                        <a:t>自</a:t>
                      </a:r>
                      <a:r>
                        <a:rPr lang="zh-CN" sz="2000" dirty="0">
                          <a:effectLst/>
                        </a:rPr>
                        <a:t>己的偏好来构建系统</a:t>
                      </a:r>
                      <a:endParaRPr lang="zh-CN" sz="36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tc>
              </a:tr>
            </a:tbl>
          </a:graphicData>
        </a:graphic>
      </p:graphicFrame>
      <p:sp>
        <p:nvSpPr>
          <p:cNvPr id="50202" name="Rectangle 5"/>
          <p:cNvSpPr/>
          <p:nvPr/>
        </p:nvSpPr>
        <p:spPr>
          <a:xfrm>
            <a:off x="719138" y="1300163"/>
            <a:ext cx="7885112" cy="1016000"/>
          </a:xfrm>
          <a:prstGeom prst="rect">
            <a:avLst/>
          </a:prstGeom>
          <a:noFill/>
          <a:ln w="9525">
            <a:noFill/>
          </a:ln>
        </p:spPr>
        <p:txBody>
          <a:bodyPr anchor="ctr" anchorCtr="0">
            <a:spAutoFit/>
          </a:bodyPr>
          <a:p>
            <a:pPr indent="266700"/>
            <a:r>
              <a:rPr lang="zh-CN" altLang="zh-CN" sz="2000" b="0" dirty="0">
                <a:solidFill>
                  <a:schemeClr val="tx1"/>
                </a:solidFill>
                <a:latin typeface="华文中宋" panose="02010600040101010101" pitchFamily="2" charset="-122"/>
              </a:rPr>
              <a:t>需求工程人员是用户群体与软件开发团队间进行需求沟通的主要渠道。需求工程人员最重要的能力是沟通能力。需求工程人员可以不是技术专家，也不必是业务专家，但一定要成为沟通专家。</a:t>
            </a:r>
            <a:endParaRPr lang="zh-CN" altLang="en-US" sz="2000" b="0" dirty="0">
              <a:solidFill>
                <a:schemeClr val="tx1"/>
              </a:solidFill>
              <a:latin typeface="华文中宋" panose="02010600040101010101" pitchFamily="2" charset="-122"/>
            </a:endParaRPr>
          </a:p>
        </p:txBody>
      </p:sp>
      <p:sp>
        <p:nvSpPr>
          <p:cNvPr id="4" name="矩形 3"/>
          <p:cNvSpPr/>
          <p:nvPr/>
        </p:nvSpPr>
        <p:spPr>
          <a:xfrm>
            <a:off x="3419475" y="2722563"/>
            <a:ext cx="2660650" cy="46196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400" b="1" i="0" u="none" strike="noStrike" kern="100" cap="none" spc="0" normalizeH="0" baseline="0" noProof="0" dirty="0">
                <a:ln>
                  <a:noFill/>
                </a:ln>
                <a:solidFill>
                  <a:schemeClr val="accent2"/>
                </a:solidFill>
                <a:effectLst/>
                <a:uLnTx/>
                <a:uFillTx/>
                <a:latin typeface="华文中宋" panose="02010600040101010101" pitchFamily="2" charset="-122"/>
                <a:ea typeface="宋体" panose="02010600030101010101" pitchFamily="2" charset="-122"/>
                <a:cs typeface="Times New Roman" panose="02020603050405020304" pitchFamily="18" charset="0"/>
              </a:rPr>
              <a:t>需求工程人员组成</a:t>
            </a: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en-US" altLang="zh-CN" dirty="0"/>
              <a:t>4.2.3 </a:t>
            </a:r>
            <a:r>
              <a:rPr lang="zh-CN" altLang="en-US" dirty="0"/>
              <a:t>影响需求质量的因素</a:t>
            </a:r>
            <a:endParaRPr lang="zh-CN" altLang="en-US" dirty="0"/>
          </a:p>
        </p:txBody>
      </p:sp>
      <p:sp>
        <p:nvSpPr>
          <p:cNvPr id="51203" name="内容占位符 2"/>
          <p:cNvSpPr>
            <a:spLocks noGrp="1"/>
          </p:cNvSpPr>
          <p:nvPr>
            <p:ph idx="1"/>
          </p:nvPr>
        </p:nvSpPr>
        <p:spPr>
          <a:xfrm>
            <a:off x="827088" y="981075"/>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问题：需求为什么经常出错？</a:t>
            </a:r>
            <a:endParaRPr lang="zh-CN" altLang="en-US" sz="2800" b="1" dirty="0">
              <a:latin typeface="华文中宋" panose="02010600040101010101" pitchFamily="2" charset="-122"/>
              <a:ea typeface="华文中宋" panose="02010600040101010101" pitchFamily="2" charset="-122"/>
              <a:cs typeface="+mn-cs"/>
            </a:endParaRPr>
          </a:p>
        </p:txBody>
      </p:sp>
      <p:sp>
        <p:nvSpPr>
          <p:cNvPr id="512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2366963" y="2176463"/>
            <a:ext cx="955675" cy="958850"/>
          </a:xfrm>
          <a:prstGeom prst="rect">
            <a:avLst/>
          </a:prstGeom>
          <a:noFill/>
          <a:ln w="9525">
            <a:noFill/>
          </a:ln>
        </p:spPr>
      </p:pic>
      <p:pic>
        <p:nvPicPr>
          <p:cNvPr id="6" name="图片 5"/>
          <p:cNvPicPr>
            <a:picLocks noChangeAspect="1"/>
          </p:cNvPicPr>
          <p:nvPr/>
        </p:nvPicPr>
        <p:blipFill>
          <a:blip r:embed="rId2"/>
          <a:stretch>
            <a:fillRect/>
          </a:stretch>
        </p:blipFill>
        <p:spPr>
          <a:xfrm>
            <a:off x="4465638" y="4486275"/>
            <a:ext cx="908050" cy="909638"/>
          </a:xfrm>
          <a:prstGeom prst="rect">
            <a:avLst/>
          </a:prstGeom>
          <a:noFill/>
          <a:ln w="9525">
            <a:noFill/>
          </a:ln>
        </p:spPr>
      </p:pic>
      <p:sp>
        <p:nvSpPr>
          <p:cNvPr id="7" name="文本框 7"/>
          <p:cNvSpPr txBox="1"/>
          <p:nvPr/>
        </p:nvSpPr>
        <p:spPr>
          <a:xfrm>
            <a:off x="3322638" y="2400300"/>
            <a:ext cx="1244600" cy="33972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a:lnSpc>
                <a:spcPct val="100000"/>
              </a:lnSpc>
              <a:spcBef>
                <a:spcPct val="0"/>
              </a:spcBef>
              <a:buClrTx/>
              <a:buSzTx/>
              <a:buFont typeface="Arial" panose="020B0604020202020204" pitchFamily="34" charset="0"/>
              <a:buNone/>
            </a:pPr>
            <a:r>
              <a:rPr lang="zh-CN" altLang="en-US" sz="1600" b="1" dirty="0">
                <a:solidFill>
                  <a:srgbClr val="002060"/>
                </a:solidFill>
                <a:latin typeface="微软雅黑" panose="020B0503020204020204" pitchFamily="34" charset="-122"/>
                <a:ea typeface="微软雅黑" panose="020B0503020204020204" pitchFamily="34" charset="-122"/>
              </a:rPr>
              <a:t>研发人员</a:t>
            </a:r>
            <a:endParaRPr lang="en-US" altLang="zh-CN" sz="1600" b="1" dirty="0">
              <a:solidFill>
                <a:srgbClr val="002060"/>
              </a:solidFill>
              <a:latin typeface="微软雅黑" panose="020B0503020204020204" pitchFamily="34" charset="-122"/>
              <a:ea typeface="微软雅黑" panose="020B0503020204020204" pitchFamily="34" charset="-122"/>
            </a:endParaRPr>
          </a:p>
        </p:txBody>
      </p:sp>
      <p:sp>
        <p:nvSpPr>
          <p:cNvPr id="8" name="文本框 8"/>
          <p:cNvSpPr txBox="1"/>
          <p:nvPr/>
        </p:nvSpPr>
        <p:spPr>
          <a:xfrm>
            <a:off x="5413375" y="4697413"/>
            <a:ext cx="1301750" cy="584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a:lnSpc>
                <a:spcPct val="100000"/>
              </a:lnSpc>
              <a:spcBef>
                <a:spcPct val="0"/>
              </a:spcBef>
              <a:buClrTx/>
              <a:buSzTx/>
              <a:buFont typeface="Arial" panose="020B0604020202020204" pitchFamily="34" charset="0"/>
              <a:buNone/>
            </a:pPr>
            <a:r>
              <a:rPr lang="zh-CN" altLang="en-US" sz="1600" b="1" dirty="0">
                <a:solidFill>
                  <a:srgbClr val="002060"/>
                </a:solidFill>
                <a:latin typeface="微软雅黑" panose="020B0503020204020204" pitchFamily="34" charset="-122"/>
                <a:ea typeface="微软雅黑" panose="020B0503020204020204" pitchFamily="34" charset="-122"/>
              </a:rPr>
              <a:t>用户</a:t>
            </a:r>
            <a:endParaRPr lang="en-US" altLang="zh-CN" sz="1600" b="1" dirty="0">
              <a:solidFill>
                <a:srgbClr val="002060"/>
              </a:solidFill>
              <a:latin typeface="微软雅黑" panose="020B0503020204020204" pitchFamily="34" charset="-122"/>
              <a:ea typeface="微软雅黑" panose="020B0503020204020204" pitchFamily="34" charset="-122"/>
            </a:endParaRPr>
          </a:p>
          <a:p>
            <a:pPr marL="0" lvl="0" indent="0" algn="l">
              <a:lnSpc>
                <a:spcPct val="100000"/>
              </a:lnSpc>
              <a:spcBef>
                <a:spcPct val="0"/>
              </a:spcBef>
              <a:buClrTx/>
              <a:buSzTx/>
              <a:buFont typeface="Arial" panose="020B0604020202020204" pitchFamily="34" charset="0"/>
              <a:buNone/>
            </a:pPr>
            <a:r>
              <a:rPr lang="zh-CN" altLang="en-US" sz="1600" b="1" dirty="0">
                <a:solidFill>
                  <a:srgbClr val="002060"/>
                </a:solidFill>
                <a:latin typeface="微软雅黑" panose="020B0503020204020204" pitchFamily="34" charset="-122"/>
                <a:ea typeface="微软雅黑" panose="020B0503020204020204" pitchFamily="34" charset="-122"/>
              </a:rPr>
              <a:t>千人千面</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graphicFrame>
        <p:nvGraphicFramePr>
          <p:cNvPr id="9" name="图示 8"/>
          <p:cNvGraphicFramePr/>
          <p:nvPr/>
        </p:nvGraphicFramePr>
        <p:xfrm>
          <a:off x="1043608" y="2528880"/>
          <a:ext cx="5905135" cy="25299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文本框 7"/>
          <p:cNvSpPr txBox="1">
            <a:spLocks noChangeArrowheads="1"/>
          </p:cNvSpPr>
          <p:nvPr/>
        </p:nvSpPr>
        <p:spPr bwMode="auto">
          <a:xfrm>
            <a:off x="6161088" y="2320925"/>
            <a:ext cx="1333500" cy="1939925"/>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浅层的</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短期的</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不全面</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矛盾的</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零散的</a:t>
            </a:r>
            <a:endPar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en-US" altLang="zh-CN" dirty="0"/>
              <a:t>4.2.3 </a:t>
            </a:r>
            <a:r>
              <a:rPr lang="zh-CN" altLang="en-US" dirty="0"/>
              <a:t>影响需求质量的因素</a:t>
            </a:r>
            <a:endParaRPr lang="zh-CN" altLang="en-US" dirty="0"/>
          </a:p>
        </p:txBody>
      </p:sp>
      <p:sp>
        <p:nvSpPr>
          <p:cNvPr id="52227" name="内容占位符 2"/>
          <p:cNvSpPr>
            <a:spLocks noGrp="1"/>
          </p:cNvSpPr>
          <p:nvPr>
            <p:ph idx="1"/>
          </p:nvPr>
        </p:nvSpPr>
        <p:spPr>
          <a:xfrm>
            <a:off x="827088" y="1379538"/>
            <a:ext cx="7391400" cy="4672012"/>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用户参与不够</a:t>
            </a:r>
            <a:r>
              <a:rPr lang="zh-CN" altLang="en-US" dirty="0">
                <a:latin typeface="华文中宋" panose="02010600040101010101" pitchFamily="2" charset="-122"/>
                <a:ea typeface="华文中宋" panose="02010600040101010101" pitchFamily="2" charset="-122"/>
                <a:cs typeface="+mn-cs"/>
              </a:rPr>
              <a:t>。引导用户感兴趣，取得信任</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用户需求不断增加。破坏软件整体结构，影响进度。减少变更：定义清晰</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变更控制</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模棱两可的需求。审查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过于精简的需求说明。需求不完整</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二义性，审查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忽略用户分类。不同的人使用不同的功能，分别满足</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不准确的计划。</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不必要的特性。开发人员心血来潮增加功能。</a:t>
            </a:r>
            <a:endParaRPr lang="zh-CN" altLang="en-US" dirty="0">
              <a:latin typeface="华文中宋" panose="02010600040101010101" pitchFamily="2" charset="-122"/>
              <a:ea typeface="华文中宋" panose="02010600040101010101" pitchFamily="2" charset="-122"/>
              <a:cs typeface="+mn-cs"/>
            </a:endParaRPr>
          </a:p>
        </p:txBody>
      </p:sp>
      <p:sp>
        <p:nvSpPr>
          <p:cNvPr id="522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en-US" altLang="zh-CN" dirty="0"/>
              <a:t>4.3 </a:t>
            </a:r>
            <a:r>
              <a:rPr lang="zh-CN" altLang="en-US" dirty="0"/>
              <a:t>需求获取</a:t>
            </a:r>
            <a:endParaRPr lang="zh-CN" altLang="en-US" dirty="0"/>
          </a:p>
        </p:txBody>
      </p:sp>
      <p:sp>
        <p:nvSpPr>
          <p:cNvPr id="53251" name="内容占位符 2"/>
          <p:cNvSpPr>
            <a:spLocks noGrp="1" noChangeArrowheads="1"/>
          </p:cNvSpPr>
          <p:nvPr>
            <p:ph idx="1"/>
          </p:nvPr>
        </p:nvSpPr>
        <p:spPr>
          <a:xfrm>
            <a:off x="468313" y="1052513"/>
            <a:ext cx="8135938" cy="41179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4.3.1 </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需求获取的困难</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需求调研指通过和客户进行沟通和交流而获取客户的需求的一系列活动，</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为编写</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用户需求说明书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做的前期工作。</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需求调研的目的</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了解现实世界中做实际工作的人们真正需要什么样的程序过程，直接成果是编写</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用户需求说明书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，为编写</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软件需求规格说明书</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提供依据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32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zh-CN" altLang="en-US" dirty="0"/>
              <a:t>需求调研的概述</a:t>
            </a:r>
            <a:endParaRPr lang="zh-CN" altLang="en-US" dirty="0"/>
          </a:p>
        </p:txBody>
      </p:sp>
      <p:sp>
        <p:nvSpPr>
          <p:cNvPr id="54275" name="内容占位符 2"/>
          <p:cNvSpPr>
            <a:spLocks noGrp="1"/>
          </p:cNvSpPr>
          <p:nvPr>
            <p:ph idx="1"/>
          </p:nvPr>
        </p:nvSpPr>
        <p:spPr>
          <a:xfrm>
            <a:off x="996950" y="1196975"/>
            <a:ext cx="7391400" cy="5540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用户需求与软件需求</a:t>
            </a:r>
            <a:endParaRPr lang="zh-CN" altLang="en-US" dirty="0">
              <a:latin typeface="华文中宋" panose="02010600040101010101" pitchFamily="2" charset="-122"/>
              <a:ea typeface="华文中宋" panose="02010600040101010101" pitchFamily="2" charset="-122"/>
              <a:cs typeface="+mn-cs"/>
            </a:endParaRPr>
          </a:p>
        </p:txBody>
      </p:sp>
      <p:sp>
        <p:nvSpPr>
          <p:cNvPr id="542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4277" name="Picture 4" descr="222"/>
          <p:cNvPicPr>
            <a:picLocks noChangeAspect="1"/>
          </p:cNvPicPr>
          <p:nvPr/>
        </p:nvPicPr>
        <p:blipFill>
          <a:blip r:embed="rId1"/>
          <a:stretch>
            <a:fillRect/>
          </a:stretch>
        </p:blipFill>
        <p:spPr>
          <a:xfrm>
            <a:off x="1042988" y="2060575"/>
            <a:ext cx="3744912" cy="3602038"/>
          </a:xfrm>
          <a:prstGeom prst="rect">
            <a:avLst/>
          </a:prstGeom>
          <a:noFill/>
          <a:ln w="9525">
            <a:noFill/>
          </a:ln>
        </p:spPr>
      </p:pic>
      <p:sp>
        <p:nvSpPr>
          <p:cNvPr id="6" name="AutoShape 5"/>
          <p:cNvSpPr>
            <a:spLocks noChangeArrowheads="1"/>
          </p:cNvSpPr>
          <p:nvPr/>
        </p:nvSpPr>
        <p:spPr bwMode="auto">
          <a:xfrm rot="1685466" flipH="1">
            <a:off x="1476375" y="2636838"/>
            <a:ext cx="431800" cy="2447925"/>
          </a:xfrm>
          <a:prstGeom prst="downArrow">
            <a:avLst>
              <a:gd name="adj1" fmla="val 55148"/>
              <a:gd name="adj2" fmla="val 136033"/>
            </a:avLst>
          </a:prstGeom>
          <a:solidFill>
            <a:srgbClr val="67AFBD"/>
          </a:solidFill>
          <a:ln w="12700" algn="ctr">
            <a:solidFill>
              <a:sysClr val="windowText" lastClr="000000"/>
            </a:solidFill>
            <a:miter lim="800000"/>
          </a:ln>
          <a:effectLst/>
        </p:spPr>
        <p:txBody>
          <a:bodyPr anchor="ctr">
            <a:spAutoFit/>
          </a:bodyPr>
          <a:lstStyle/>
          <a:p>
            <a:pPr marL="0" marR="0" lvl="0" indent="0" algn="l" defTabSz="914400" rtl="0" eaLnBrk="1" fontAlgn="auto" latinLnBrk="0" hangingPunct="1">
              <a:lnSpc>
                <a:spcPct val="130000"/>
              </a:lnSpc>
              <a:spcBef>
                <a:spcPct val="20000"/>
              </a:spcBef>
              <a:spcAft>
                <a:spcPts val="0"/>
              </a:spcAft>
              <a:buClrTx/>
              <a:buSzTx/>
              <a:buFontTx/>
              <a:buNone/>
              <a:defRPr/>
            </a:pPr>
            <a:endParaRPr kumimoji="1" lang="zh-CN" altLang="en-U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楷体_GB2312" pitchFamily="49" charset="-122"/>
              <a:cs typeface="+mn-cs"/>
            </a:endParaRPr>
          </a:p>
        </p:txBody>
      </p:sp>
      <p:sp>
        <p:nvSpPr>
          <p:cNvPr id="7" name="AutoShape 6"/>
          <p:cNvSpPr>
            <a:spLocks noChangeArrowheads="1"/>
          </p:cNvSpPr>
          <p:nvPr/>
        </p:nvSpPr>
        <p:spPr bwMode="auto">
          <a:xfrm>
            <a:off x="5003800" y="2574925"/>
            <a:ext cx="3529013" cy="1933575"/>
          </a:xfrm>
          <a:prstGeom prst="wedgeRectCallout">
            <a:avLst>
              <a:gd name="adj1" fmla="val -97097"/>
              <a:gd name="adj2" fmla="val -39218"/>
            </a:avLst>
          </a:prstGeom>
          <a:solidFill>
            <a:srgbClr val="67AFBD"/>
          </a:solidFill>
          <a:ln w="12700" algn="ctr">
            <a:solidFill>
              <a:sysClr val="windowText" lastClr="000000"/>
            </a:solidFill>
            <a:miter lim="800000"/>
          </a:ln>
        </p:spPr>
        <p:txBody>
          <a:bodyPr anchor="ctr"/>
          <a:lstStyle>
            <a:lvl1pPr>
              <a:defRPr kumimoji="1" sz="2800" b="1">
                <a:solidFill>
                  <a:schemeClr val="tx1"/>
                </a:solidFill>
                <a:latin typeface="Times New Roman" panose="02020603050405020304" pitchFamily="18" charset="0"/>
                <a:ea typeface="楷体_GB2312" pitchFamily="49" charset="-122"/>
              </a:defRPr>
            </a:lvl1pPr>
            <a:lvl2pPr marL="742950" indent="-285750">
              <a:defRPr kumimoji="1" sz="2800" b="1">
                <a:solidFill>
                  <a:schemeClr val="tx1"/>
                </a:solidFill>
                <a:latin typeface="Times New Roman" panose="02020603050405020304" pitchFamily="18" charset="0"/>
                <a:ea typeface="楷体_GB2312" pitchFamily="49" charset="-122"/>
              </a:defRPr>
            </a:lvl2pPr>
            <a:lvl3pPr marL="1143000" indent="-228600">
              <a:defRPr kumimoji="1" sz="2800" b="1">
                <a:solidFill>
                  <a:schemeClr val="tx1"/>
                </a:solidFill>
                <a:latin typeface="Times New Roman" panose="02020603050405020304" pitchFamily="18" charset="0"/>
                <a:ea typeface="楷体_GB2312" pitchFamily="49" charset="-122"/>
              </a:defRPr>
            </a:lvl3pPr>
            <a:lvl4pPr marL="1600200" indent="-228600">
              <a:defRPr kumimoji="1" sz="2800" b="1">
                <a:solidFill>
                  <a:schemeClr val="tx1"/>
                </a:solidFill>
                <a:latin typeface="Times New Roman" panose="02020603050405020304" pitchFamily="18" charset="0"/>
                <a:ea typeface="楷体_GB2312" pitchFamily="49" charset="-122"/>
              </a:defRPr>
            </a:lvl4pPr>
            <a:lvl5pPr marL="2057400" indent="-228600">
              <a:defRPr kumimoji="1" sz="2800" b="1">
                <a:solidFill>
                  <a:schemeClr val="tx1"/>
                </a:solidFill>
                <a:latin typeface="Times New Roman" panose="02020603050405020304" pitchFamily="18" charset="0"/>
                <a:ea typeface="楷体_GB2312" pitchFamily="49" charset="-122"/>
              </a:defRPr>
            </a:lvl5pPr>
            <a:lvl6pPr marL="2514600" indent="-228600" eaLnBrk="0" fontAlgn="base" hangingPunct="0">
              <a:lnSpc>
                <a:spcPct val="130000"/>
              </a:lnSpc>
              <a:spcBef>
                <a:spcPct val="20000"/>
              </a:spcBef>
              <a:spcAft>
                <a:spcPct val="0"/>
              </a:spcAft>
              <a:defRPr kumimoji="1" sz="2800" b="1">
                <a:solidFill>
                  <a:schemeClr val="tx1"/>
                </a:solidFill>
                <a:latin typeface="Times New Roman" panose="02020603050405020304" pitchFamily="18" charset="0"/>
                <a:ea typeface="楷体_GB2312" pitchFamily="49" charset="-122"/>
              </a:defRPr>
            </a:lvl6pPr>
            <a:lvl7pPr marL="2971800" indent="-228600" eaLnBrk="0" fontAlgn="base" hangingPunct="0">
              <a:lnSpc>
                <a:spcPct val="130000"/>
              </a:lnSpc>
              <a:spcBef>
                <a:spcPct val="20000"/>
              </a:spcBef>
              <a:spcAft>
                <a:spcPct val="0"/>
              </a:spcAft>
              <a:defRPr kumimoji="1" sz="2800" b="1">
                <a:solidFill>
                  <a:schemeClr val="tx1"/>
                </a:solidFill>
                <a:latin typeface="Times New Roman" panose="02020603050405020304" pitchFamily="18" charset="0"/>
                <a:ea typeface="楷体_GB2312" pitchFamily="49" charset="-122"/>
              </a:defRPr>
            </a:lvl7pPr>
            <a:lvl8pPr marL="3429000" indent="-228600" eaLnBrk="0" fontAlgn="base" hangingPunct="0">
              <a:lnSpc>
                <a:spcPct val="130000"/>
              </a:lnSpc>
              <a:spcBef>
                <a:spcPct val="20000"/>
              </a:spcBef>
              <a:spcAft>
                <a:spcPct val="0"/>
              </a:spcAft>
              <a:defRPr kumimoji="1" sz="2800" b="1">
                <a:solidFill>
                  <a:schemeClr val="tx1"/>
                </a:solidFill>
                <a:latin typeface="Times New Roman" panose="02020603050405020304" pitchFamily="18" charset="0"/>
                <a:ea typeface="楷体_GB2312" pitchFamily="49" charset="-122"/>
              </a:defRPr>
            </a:lvl8pPr>
            <a:lvl9pPr marL="3886200" indent="-228600" eaLnBrk="0" fontAlgn="base" hangingPunct="0">
              <a:lnSpc>
                <a:spcPct val="130000"/>
              </a:lnSpc>
              <a:spcBef>
                <a:spcPct val="20000"/>
              </a:spcBef>
              <a:spcAft>
                <a:spcPct val="0"/>
              </a:spcAft>
              <a:defRPr kumimoji="1" sz="2800" b="1">
                <a:solidFill>
                  <a:schemeClr val="tx1"/>
                </a:solidFill>
                <a:latin typeface="Times New Roman" panose="02020603050405020304" pitchFamily="18" charset="0"/>
                <a:ea typeface="楷体_GB2312"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rPr>
              <a:t>需求调研就是要搞清楚用户的需要，通过用户的需求提取特征，进而提取软件需求。</a:t>
            </a:r>
            <a:endParaRPr kumimoji="0" lang="en-US" altLang="zh-CN"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0" i="0" u="none" strike="noStrike" kern="0" cap="none" spc="0" normalizeH="0" baseline="0" noProof="0" dirty="0">
              <a:ln>
                <a:noFill/>
              </a:ln>
              <a:solidFill>
                <a:schemeClr val="bg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en-US" dirty="0"/>
              <a:t>需求调研的现状</a:t>
            </a:r>
            <a:endParaRPr lang="zh-CN" altLang="en-US" dirty="0"/>
          </a:p>
        </p:txBody>
      </p:sp>
      <p:sp>
        <p:nvSpPr>
          <p:cNvPr id="5529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5300" name="Picture 4" descr="1"/>
          <p:cNvPicPr>
            <a:picLocks noChangeAspect="1"/>
          </p:cNvPicPr>
          <p:nvPr/>
        </p:nvPicPr>
        <p:blipFill>
          <a:blip r:embed="rId1"/>
          <a:stretch>
            <a:fillRect/>
          </a:stretch>
        </p:blipFill>
        <p:spPr>
          <a:xfrm>
            <a:off x="782638" y="1484313"/>
            <a:ext cx="7534275" cy="3579812"/>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zh-CN" altLang="en-US" dirty="0"/>
              <a:t>需求调研的现状</a:t>
            </a:r>
            <a:endParaRPr lang="zh-CN" altLang="en-US" dirty="0"/>
          </a:p>
        </p:txBody>
      </p:sp>
      <p:sp>
        <p:nvSpPr>
          <p:cNvPr id="5632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6324" name="Picture 5" descr="2"/>
          <p:cNvPicPr>
            <a:picLocks noChangeAspect="1"/>
          </p:cNvPicPr>
          <p:nvPr/>
        </p:nvPicPr>
        <p:blipFill>
          <a:blip r:embed="rId1"/>
          <a:stretch>
            <a:fillRect/>
          </a:stretch>
        </p:blipFill>
        <p:spPr>
          <a:xfrm>
            <a:off x="684213" y="1484313"/>
            <a:ext cx="7691437" cy="3600450"/>
          </a:xfrm>
          <a:prstGeom prst="rect">
            <a:avLst/>
          </a:prstGeom>
          <a:noFill/>
          <a:ln w="9525">
            <a:noFill/>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zh-CN" altLang="en-US" dirty="0"/>
              <a:t>需求调研的现状</a:t>
            </a:r>
            <a:endParaRPr lang="zh-CN" altLang="en-US" dirty="0"/>
          </a:p>
        </p:txBody>
      </p:sp>
      <p:sp>
        <p:nvSpPr>
          <p:cNvPr id="5734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7348" name="Picture 6"/>
          <p:cNvPicPr>
            <a:picLocks noChangeAspect="1"/>
          </p:cNvPicPr>
          <p:nvPr/>
        </p:nvPicPr>
        <p:blipFill>
          <a:blip r:embed="rId1"/>
          <a:stretch>
            <a:fillRect/>
          </a:stretch>
        </p:blipFill>
        <p:spPr>
          <a:xfrm>
            <a:off x="971550" y="1700213"/>
            <a:ext cx="3570288" cy="3429000"/>
          </a:xfrm>
          <a:prstGeom prst="rect">
            <a:avLst/>
          </a:prstGeom>
          <a:noFill/>
          <a:ln w="28575">
            <a:noFill/>
          </a:ln>
        </p:spPr>
      </p:pic>
      <p:pic>
        <p:nvPicPr>
          <p:cNvPr id="6" name="Picture 7"/>
          <p:cNvPicPr>
            <a:picLocks noChangeAspect="1"/>
          </p:cNvPicPr>
          <p:nvPr/>
        </p:nvPicPr>
        <p:blipFill>
          <a:blip r:embed="rId2"/>
          <a:stretch>
            <a:fillRect/>
          </a:stretch>
        </p:blipFill>
        <p:spPr>
          <a:xfrm>
            <a:off x="4765675" y="1770063"/>
            <a:ext cx="3505200" cy="3362325"/>
          </a:xfrm>
          <a:prstGeom prst="rect">
            <a:avLst/>
          </a:prstGeom>
          <a:noFill/>
          <a:ln w="2857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ln/>
        </p:spPr>
        <p:txBody>
          <a:bodyPr vert="horz" wrap="square" lIns="91440" tIns="45720" rIns="91440" bIns="45720" anchor="ctr" anchorCtr="0"/>
          <a:p>
            <a:r>
              <a:rPr lang="zh-CN" altLang="en-US" dirty="0"/>
              <a:t>需求分析现状总结</a:t>
            </a:r>
            <a:endParaRPr lang="zh-CN" altLang="en-US" dirty="0"/>
          </a:p>
        </p:txBody>
      </p:sp>
      <p:sp>
        <p:nvSpPr>
          <p:cNvPr id="58371" name="内容占位符 2"/>
          <p:cNvSpPr>
            <a:spLocks noGrp="1"/>
          </p:cNvSpPr>
          <p:nvPr>
            <p:ph idx="1"/>
          </p:nvPr>
        </p:nvSpPr>
        <p:spPr>
          <a:xfrm>
            <a:off x="827088" y="1125538"/>
            <a:ext cx="7391400" cy="409892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误解</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交流障碍</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缺乏共同语言</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“完整性”问题</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需求永远不会稳定，用户意见不统一</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错误要求</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认识混淆</a:t>
            </a:r>
            <a:endParaRPr lang="zh-CN" altLang="en-US" dirty="0">
              <a:latin typeface="华文中宋" panose="02010600040101010101" pitchFamily="2" charset="-122"/>
              <a:ea typeface="华文中宋" panose="02010600040101010101" pitchFamily="2" charset="-122"/>
              <a:cs typeface="+mn-cs"/>
            </a:endParaRPr>
          </a:p>
        </p:txBody>
      </p:sp>
      <p:sp>
        <p:nvSpPr>
          <p:cNvPr id="583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en-US" dirty="0"/>
              <a:t>软件需求获取困难的原因</a:t>
            </a:r>
            <a:endParaRPr lang="zh-CN" altLang="en-US" dirty="0"/>
          </a:p>
        </p:txBody>
      </p:sp>
      <p:sp>
        <p:nvSpPr>
          <p:cNvPr id="21507" name="内容占位符 2"/>
          <p:cNvSpPr>
            <a:spLocks noGrp="1"/>
          </p:cNvSpPr>
          <p:nvPr>
            <p:ph idx="1"/>
          </p:nvPr>
        </p:nvSpPr>
        <p:spPr>
          <a:xfrm>
            <a:off x="395288" y="1052513"/>
            <a:ext cx="8353425" cy="48323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需求获取是软件工程中最困难的过程之一：</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0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应用领域的广泛性，</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它的实施无疑与各个应用行业的特征密切相关。经验难以复用。</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0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非功能性需求建模技术的缺乏，</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及其与功能性需求有着错综复杂的联系，大大增加了需求工程的复杂性。</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0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沟通上的困难，不仅技术人员和业务系统使用人员，</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由于系统分析员、需求分析员等各方面人员有不同的着眼点和不同的知识背景，给需求工程的实施增加了人为的难度。</a:t>
            </a:r>
            <a:endPar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需求的变化是造成软件需求复杂性的一个重要原因，尤其对于大型系统，需求的变化总是存在的</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93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en-US" altLang="zh-CN" dirty="0"/>
              <a:t>4.3.2 </a:t>
            </a:r>
            <a:r>
              <a:rPr lang="zh-CN" altLang="en-US" dirty="0"/>
              <a:t>需求调研的方法</a:t>
            </a:r>
            <a:endParaRPr lang="zh-CN" altLang="en-US" dirty="0"/>
          </a:p>
        </p:txBody>
      </p:sp>
      <p:sp>
        <p:nvSpPr>
          <p:cNvPr id="21507" name="内容占位符 2"/>
          <p:cNvSpPr>
            <a:spLocks noGrp="1"/>
          </p:cNvSpPr>
          <p:nvPr>
            <p:ph idx="1"/>
          </p:nvPr>
        </p:nvSpPr>
        <p:spPr>
          <a:xfrm>
            <a:off x="395288" y="981075"/>
            <a:ext cx="8353425" cy="52006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需求调研的方法一般有：</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面谈法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重要而直接，简单的需求获取技术。</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问卷调查法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是对面谈法的补充。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需求专题讨论会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最有力的需求获取技术。有利  于 培养高效团队。</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mj-lt"/>
              <a:buAutoNum type="arabicPeriod"/>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观察用户的工作流程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适用于用户无法准确表达需求的情况。</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还有知识工程方法等如：场记分析法、卡片分类法、分类表格技术和基于模型的知识获取等。</a:t>
            </a:r>
            <a:endPar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需求调研的方法</a:t>
            </a:r>
            <a:endParaRPr lang="zh-CN" altLang="en-US" dirty="0"/>
          </a:p>
        </p:txBody>
      </p:sp>
      <p:sp>
        <p:nvSpPr>
          <p:cNvPr id="61443" name="内容占位符 2"/>
          <p:cNvSpPr>
            <a:spLocks noGrp="1"/>
          </p:cNvSpPr>
          <p:nvPr>
            <p:ph idx="1"/>
          </p:nvPr>
        </p:nvSpPr>
        <p:spPr>
          <a:xfrm>
            <a:off x="827088" y="1052513"/>
            <a:ext cx="7391400" cy="630237"/>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NO. 1  </a:t>
            </a:r>
            <a:r>
              <a:rPr lang="zh-CN" altLang="en-US" sz="2800" b="1" dirty="0">
                <a:latin typeface="华文中宋" panose="02010600040101010101" pitchFamily="2" charset="-122"/>
                <a:ea typeface="华文中宋" panose="02010600040101010101" pitchFamily="2" charset="-122"/>
                <a:cs typeface="+mn-cs"/>
              </a:rPr>
              <a:t>面谈法：渐入佳境</a:t>
            </a:r>
            <a:endParaRPr lang="en-US" altLang="zh-CN" sz="2800" b="1" dirty="0">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2" name="Text Box 4"/>
          <p:cNvSpPr txBox="1">
            <a:spLocks noChangeArrowheads="1"/>
          </p:cNvSpPr>
          <p:nvPr/>
        </p:nvSpPr>
        <p:spPr bwMode="auto">
          <a:xfrm>
            <a:off x="838200" y="1989138"/>
            <a:ext cx="7004050" cy="923925"/>
          </a:xfrm>
          <a:prstGeom prst="rect">
            <a:avLst/>
          </a:prstGeom>
          <a:ln>
            <a:tailEnd type="none" w="sm" len="med"/>
          </a:ln>
        </p:spPr>
        <p:style>
          <a:lnRef idx="1">
            <a:schemeClr val="accent6"/>
          </a:lnRef>
          <a:fillRef idx="2">
            <a:schemeClr val="accent6"/>
          </a:fillRef>
          <a:effectRef idx="1">
            <a:schemeClr val="accent6"/>
          </a:effectRef>
          <a:fontRef idx="minor">
            <a:schemeClr val="dk1"/>
          </a:fontRef>
        </p:style>
        <p:txBody>
          <a:bodyPr>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zh-CN" sz="1800" b="0" i="0" u="none" strike="noStrike" kern="1200" cap="none" spc="0" normalizeH="0" baseline="0" noProof="0" dirty="0">
                <a:ln>
                  <a:noFill/>
                </a:ln>
                <a:solidFill>
                  <a:srgbClr val="000000"/>
                </a:solidFill>
                <a:effectLst/>
                <a:uLnTx/>
                <a:uFillTx/>
                <a:latin typeface="Calibri" panose="020F0502020204030204"/>
                <a:ea typeface="+mn-ea"/>
                <a:cs typeface="+mn-cs"/>
              </a:rPr>
              <a:t>通常是一对一的采访，通过详细的面谈，广泛而深入地了解用户的背景、心理、需求等。</a:t>
            </a:r>
            <a:endParaRPr kumimoji="0" lang="en-US" altLang="zh-CN" sz="18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Calibri" panose="020F0502020204030204"/>
                <a:ea typeface="+mn-ea"/>
                <a:cs typeface="+mn-cs"/>
              </a:rPr>
              <a:t>面谈的对象主要有用户和领域专家。</a:t>
            </a:r>
            <a:endParaRPr kumimoji="0" lang="zh-CN" alt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61446" name="图片 2"/>
          <p:cNvPicPr>
            <a:picLocks noChangeAspect="1"/>
          </p:cNvPicPr>
          <p:nvPr/>
        </p:nvPicPr>
        <p:blipFill>
          <a:blip r:embed="rId1"/>
          <a:stretch>
            <a:fillRect/>
          </a:stretch>
        </p:blipFill>
        <p:spPr>
          <a:xfrm>
            <a:off x="2263775" y="4856163"/>
            <a:ext cx="1030288" cy="1039812"/>
          </a:xfrm>
          <a:prstGeom prst="rect">
            <a:avLst/>
          </a:prstGeom>
          <a:noFill/>
          <a:ln w="9525">
            <a:noFill/>
          </a:ln>
        </p:spPr>
      </p:pic>
      <p:pic>
        <p:nvPicPr>
          <p:cNvPr id="61447" name="图片 3"/>
          <p:cNvPicPr>
            <a:picLocks noChangeAspect="1"/>
          </p:cNvPicPr>
          <p:nvPr/>
        </p:nvPicPr>
        <p:blipFill>
          <a:blip r:embed="rId2"/>
          <a:stretch>
            <a:fillRect/>
          </a:stretch>
        </p:blipFill>
        <p:spPr>
          <a:xfrm>
            <a:off x="5159375" y="4811713"/>
            <a:ext cx="1208088" cy="1255712"/>
          </a:xfrm>
          <a:prstGeom prst="rect">
            <a:avLst/>
          </a:prstGeom>
          <a:noFill/>
          <a:ln w="9525">
            <a:noFill/>
          </a:ln>
        </p:spPr>
      </p:pic>
      <p:sp>
        <p:nvSpPr>
          <p:cNvPr id="16" name="矩形 15"/>
          <p:cNvSpPr/>
          <p:nvPr/>
        </p:nvSpPr>
        <p:spPr>
          <a:xfrm>
            <a:off x="857250" y="4930775"/>
            <a:ext cx="1368425" cy="10160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金字塔形</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具体问题</a:t>
            </a:r>
            <a:endParaRPr kumimoji="0" lang="en-US" altLang="zh-CN"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针对用户</a:t>
            </a:r>
            <a:endPar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
        <p:nvSpPr>
          <p:cNvPr id="17" name="矩形 16"/>
          <p:cNvSpPr/>
          <p:nvPr/>
        </p:nvSpPr>
        <p:spPr>
          <a:xfrm>
            <a:off x="6588125" y="5092700"/>
            <a:ext cx="1531938" cy="10160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漏斗形</a:t>
            </a:r>
            <a:endPar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开放性问题</a:t>
            </a:r>
            <a:endParaRPr kumimoji="0" lang="en-US" altLang="zh-CN"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a:t>
            </a:r>
            <a:r>
              <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专家</a:t>
            </a:r>
            <a:endParaRPr kumimoji="0" lang="zh-CN" altLang="en-US" sz="21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
        <p:nvSpPr>
          <p:cNvPr id="18" name="Text Box 4"/>
          <p:cNvSpPr txBox="1">
            <a:spLocks noChangeArrowheads="1"/>
          </p:cNvSpPr>
          <p:nvPr/>
        </p:nvSpPr>
        <p:spPr bwMode="auto">
          <a:xfrm>
            <a:off x="815975" y="3125788"/>
            <a:ext cx="7026275" cy="1077913"/>
          </a:xfrm>
          <a:prstGeom prst="rect">
            <a:avLst/>
          </a:prstGeom>
          <a:ln>
            <a:tailEnd type="none" w="sm" len="med"/>
          </a:ln>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(1)</a:t>
            </a:r>
            <a:r>
              <a:rPr kumimoji="0" lang="zh-CN" altLang="en-US" sz="16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rPr>
              <a:t>面谈前的准备要充分；</a:t>
            </a:r>
            <a:endParaRPr kumimoji="0" lang="en-US" altLang="zh-CN" sz="1600" b="1" i="0" u="none" strike="noStrike" kern="120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600" b="1" i="0" u="none" strike="noStrike" kern="1200" cap="none" spc="0" normalizeH="0" baseline="0" noProof="0" dirty="0">
                <a:ln>
                  <a:noFill/>
                </a:ln>
                <a:solidFill>
                  <a:srgbClr val="000000"/>
                </a:solidFill>
                <a:effectLst/>
                <a:uLnTx/>
                <a:uFillTx/>
                <a:latin typeface="Calibri" panose="020F0502020204030204"/>
                <a:ea typeface="+mn-ea"/>
                <a:cs typeface="+mn-cs"/>
              </a:rPr>
              <a:t>事先拟订谈话提纲，列出面谈的问题</a:t>
            </a:r>
            <a:endParaRPr kumimoji="0" lang="en-US" altLang="zh-CN" sz="16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latin typeface="Calibri" panose="020F0502020204030204"/>
                <a:ea typeface="+mn-ea"/>
                <a:cs typeface="+mn-cs"/>
              </a:rPr>
              <a:t>(2)</a:t>
            </a:r>
            <a:r>
              <a:rPr kumimoji="0" lang="zh-CN" altLang="en-US" sz="1600" b="1" i="0" u="none" strike="noStrike" kern="1200" cap="none" spc="0" normalizeH="0" baseline="0" noProof="0" dirty="0">
                <a:ln>
                  <a:noFill/>
                </a:ln>
                <a:solidFill>
                  <a:srgbClr val="000000"/>
                </a:solidFill>
                <a:effectLst/>
                <a:uLnTx/>
                <a:uFillTx/>
                <a:latin typeface="Calibri" panose="020F0502020204030204"/>
                <a:ea typeface="+mn-ea"/>
                <a:cs typeface="+mn-cs"/>
              </a:rPr>
              <a:t>时长控制</a:t>
            </a:r>
            <a:endParaRPr kumimoji="0" lang="en-US" altLang="zh-CN" sz="16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latin typeface="Calibri" panose="020F0502020204030204"/>
                <a:ea typeface="+mn-ea"/>
                <a:cs typeface="+mn-cs"/>
              </a:rPr>
              <a:t>(3)</a:t>
            </a:r>
            <a:r>
              <a:rPr kumimoji="0" lang="zh-CN" altLang="zh-CN" sz="1600" b="1" i="0" u="none" strike="noStrike" kern="1200" cap="none" spc="0" normalizeH="0" baseline="0" noProof="0" dirty="0">
                <a:ln>
                  <a:noFill/>
                </a:ln>
                <a:solidFill>
                  <a:srgbClr val="000000"/>
                </a:solidFill>
                <a:effectLst/>
                <a:uLnTx/>
                <a:uFillTx/>
                <a:latin typeface="Calibri" panose="020F0502020204030204"/>
                <a:ea typeface="+mn-ea"/>
                <a:cs typeface="+mn-cs"/>
              </a:rPr>
              <a:t>问题的顺序</a:t>
            </a: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a:cs typeface="+mn-cs"/>
            </a:endParaRPr>
          </a:p>
        </p:txBody>
      </p:sp>
      <p:sp>
        <p:nvSpPr>
          <p:cNvPr id="61451" name="文本框 1"/>
          <p:cNvSpPr txBox="1"/>
          <p:nvPr/>
        </p:nvSpPr>
        <p:spPr>
          <a:xfrm>
            <a:off x="3443288" y="5092700"/>
            <a:ext cx="2159000" cy="461963"/>
          </a:xfrm>
          <a:prstGeom prst="rect">
            <a:avLst/>
          </a:prstGeom>
          <a:noFill/>
          <a:ln w="9525">
            <a:noFill/>
          </a:ln>
        </p:spPr>
        <p:txBody>
          <a:bodyPr>
            <a:spAutoFit/>
          </a:bodyPr>
          <a:p>
            <a:r>
              <a:rPr lang="zh-CN" altLang="en-US" dirty="0">
                <a:latin typeface="华文中宋" panose="02010600040101010101" pitchFamily="2" charset="-122"/>
              </a:rPr>
              <a:t>问题的顺序</a:t>
            </a:r>
            <a:endParaRPr lang="zh-CN" altLang="en-US" dirty="0">
              <a:latin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charRg st="0" end="40"/>
                                            </p:txEl>
                                          </p:spTgt>
                                        </p:tgtEl>
                                        <p:attrNameLst>
                                          <p:attrName>style.visibility</p:attrName>
                                        </p:attrNameLst>
                                      </p:cBhvr>
                                      <p:to>
                                        <p:strVal val="visible"/>
                                      </p:to>
                                    </p:set>
                                    <p:anim calcmode="lin" valueType="num">
                                      <p:cBhvr additive="base">
                                        <p:cTn id="7" dur="500" fill="hold"/>
                                        <p:tgtEl>
                                          <p:spTgt spid="12">
                                            <p:txEl>
                                              <p:charRg st="0" end="4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charRg st="0" end="4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charRg st="40" end="57"/>
                                            </p:txEl>
                                          </p:spTgt>
                                        </p:tgtEl>
                                        <p:attrNameLst>
                                          <p:attrName>style.visibility</p:attrName>
                                        </p:attrNameLst>
                                      </p:cBhvr>
                                      <p:to>
                                        <p:strVal val="visible"/>
                                      </p:to>
                                    </p:set>
                                    <p:anim calcmode="lin" valueType="num">
                                      <p:cBhvr additive="base">
                                        <p:cTn id="13" dur="500" fill="hold"/>
                                        <p:tgtEl>
                                          <p:spTgt spid="12">
                                            <p:txEl>
                                              <p:charRg st="40" end="5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charRg st="40" end="5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8">
                                            <p:txEl>
                                              <p:charRg st="0" end="14"/>
                                            </p:txEl>
                                          </p:spTgt>
                                        </p:tgtEl>
                                        <p:attrNameLst>
                                          <p:attrName>style.visibility</p:attrName>
                                        </p:attrNameLst>
                                      </p:cBhvr>
                                      <p:to>
                                        <p:strVal val="visible"/>
                                      </p:to>
                                    </p:set>
                                    <p:anim calcmode="lin" valueType="num">
                                      <p:cBhvr additive="base">
                                        <p:cTn id="17" dur="500" fill="hold"/>
                                        <p:tgtEl>
                                          <p:spTgt spid="18">
                                            <p:txEl>
                                              <p:charRg st="0" end="1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
                                            <p:txEl>
                                              <p:charRg st="0" end="1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8">
                                            <p:txEl>
                                              <p:charRg st="14" end="31"/>
                                            </p:txEl>
                                          </p:spTgt>
                                        </p:tgtEl>
                                        <p:attrNameLst>
                                          <p:attrName>style.visibility</p:attrName>
                                        </p:attrNameLst>
                                      </p:cBhvr>
                                      <p:to>
                                        <p:strVal val="visible"/>
                                      </p:to>
                                    </p:set>
                                    <p:anim calcmode="lin" valueType="num">
                                      <p:cBhvr additive="base">
                                        <p:cTn id="21" dur="500" fill="hold"/>
                                        <p:tgtEl>
                                          <p:spTgt spid="18">
                                            <p:txEl>
                                              <p:charRg st="14" end="3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
                                            <p:txEl>
                                              <p:charRg st="14" end="3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8">
                                            <p:txEl>
                                              <p:charRg st="31" end="39"/>
                                            </p:txEl>
                                          </p:spTgt>
                                        </p:tgtEl>
                                        <p:attrNameLst>
                                          <p:attrName>style.visibility</p:attrName>
                                        </p:attrNameLst>
                                      </p:cBhvr>
                                      <p:to>
                                        <p:strVal val="visible"/>
                                      </p:to>
                                    </p:set>
                                    <p:anim calcmode="lin" valueType="num">
                                      <p:cBhvr additive="base">
                                        <p:cTn id="25" dur="500" fill="hold"/>
                                        <p:tgtEl>
                                          <p:spTgt spid="18">
                                            <p:txEl>
                                              <p:charRg st="31" end="3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
                                            <p:txEl>
                                              <p:charRg st="31" end="3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
                                            <p:txEl>
                                              <p:charRg st="39" end="48"/>
                                            </p:txEl>
                                          </p:spTgt>
                                        </p:tgtEl>
                                        <p:attrNameLst>
                                          <p:attrName>style.visibility</p:attrName>
                                        </p:attrNameLst>
                                      </p:cBhvr>
                                      <p:to>
                                        <p:strVal val="visible"/>
                                      </p:to>
                                    </p:set>
                                    <p:anim calcmode="lin" valueType="num">
                                      <p:cBhvr additive="base">
                                        <p:cTn id="29" dur="500" fill="hold"/>
                                        <p:tgtEl>
                                          <p:spTgt spid="18">
                                            <p:txEl>
                                              <p:charRg st="39" end="4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
                                            <p:txEl>
                                              <p:charRg st="39" end="4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ln/>
        </p:spPr>
        <p:txBody>
          <a:bodyPr vert="horz" wrap="square" lIns="91440" tIns="45720" rIns="91440" bIns="45720" anchor="ctr" anchorCtr="0"/>
          <a:p>
            <a:r>
              <a:rPr lang="zh-CN" altLang="en-US" dirty="0"/>
              <a:t>需求调研的方法</a:t>
            </a:r>
            <a:endParaRPr lang="zh-CN" altLang="en-US" dirty="0"/>
          </a:p>
        </p:txBody>
      </p:sp>
      <p:sp>
        <p:nvSpPr>
          <p:cNvPr id="62467" name="内容占位符 2"/>
          <p:cNvSpPr>
            <a:spLocks noGrp="1"/>
          </p:cNvSpPr>
          <p:nvPr>
            <p:ph idx="1"/>
          </p:nvPr>
        </p:nvSpPr>
        <p:spPr>
          <a:xfrm>
            <a:off x="827088" y="1052513"/>
            <a:ext cx="7391400" cy="630237"/>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NO. 1  </a:t>
            </a:r>
            <a:r>
              <a:rPr lang="zh-CN" altLang="en-US" sz="2800" b="1" dirty="0">
                <a:latin typeface="华文中宋" panose="02010600040101010101" pitchFamily="2" charset="-122"/>
                <a:ea typeface="华文中宋" panose="02010600040101010101" pitchFamily="2" charset="-122"/>
                <a:cs typeface="+mn-cs"/>
              </a:rPr>
              <a:t>面谈法：渐入佳境</a:t>
            </a:r>
            <a:endParaRPr lang="zh-CN" altLang="en-US" sz="2800" b="1" dirty="0">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11" name="Group 4"/>
          <p:cNvGrpSpPr/>
          <p:nvPr/>
        </p:nvGrpSpPr>
        <p:grpSpPr>
          <a:xfrm rot="534634">
            <a:off x="6110288" y="2516188"/>
            <a:ext cx="2424112" cy="2473325"/>
            <a:chOff x="0" y="0"/>
            <a:chExt cx="2424106" cy="2473176"/>
          </a:xfrm>
        </p:grpSpPr>
        <p:pic>
          <p:nvPicPr>
            <p:cNvPr id="62473" name="Picture 4" descr="记事贴01"/>
            <p:cNvPicPr>
              <a:picLocks noChangeAspect="1"/>
            </p:cNvPicPr>
            <p:nvPr/>
          </p:nvPicPr>
          <p:blipFill>
            <a:blip r:embed="rId1"/>
            <a:stretch>
              <a:fillRect/>
            </a:stretch>
          </p:blipFill>
          <p:spPr>
            <a:xfrm>
              <a:off x="0" y="0"/>
              <a:ext cx="2424106" cy="2473176"/>
            </a:xfrm>
            <a:prstGeom prst="rect">
              <a:avLst/>
            </a:prstGeom>
            <a:noFill/>
            <a:ln w="9525">
              <a:noFill/>
            </a:ln>
          </p:spPr>
        </p:pic>
        <p:sp>
          <p:nvSpPr>
            <p:cNvPr id="62474" name="矩形 3"/>
            <p:cNvSpPr/>
            <p:nvPr/>
          </p:nvSpPr>
          <p:spPr>
            <a:xfrm>
              <a:off x="271466" y="267152"/>
              <a:ext cx="1933584" cy="19388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 typeface="Arial" panose="020B0604020202020204" pitchFamily="34" charset="0"/>
                <a:buNone/>
              </a:pPr>
              <a:r>
                <a:rPr lang="zh-CN" altLang="en-US" sz="1600" b="1" dirty="0">
                  <a:solidFill>
                    <a:srgbClr val="000000"/>
                  </a:solidFill>
                  <a:latin typeface="微软雅黑" panose="020B0503020204020204" pitchFamily="34" charset="-122"/>
                  <a:ea typeface="微软雅黑" panose="020B0503020204020204" pitchFamily="34" charset="-122"/>
                </a:rPr>
                <a:t>工具有</a:t>
              </a:r>
              <a:endParaRPr lang="en-US" altLang="zh-CN" sz="1600" b="1"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r>
                <a:rPr lang="zh-CN" altLang="en-US" sz="1600" dirty="0">
                  <a:solidFill>
                    <a:srgbClr val="000000"/>
                  </a:solidFill>
                  <a:latin typeface="微软雅黑" panose="020B0503020204020204" pitchFamily="34" charset="-122"/>
                  <a:ea typeface="微软雅黑" panose="020B0503020204020204" pitchFamily="34" charset="-122"/>
                </a:rPr>
                <a:t>数据流图</a:t>
              </a:r>
              <a:endParaRPr lang="en-US" altLang="zh-CN" sz="160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r>
                <a:rPr lang="zh-CN" altLang="en-US" sz="1600" dirty="0">
                  <a:solidFill>
                    <a:srgbClr val="000000"/>
                  </a:solidFill>
                  <a:latin typeface="微软雅黑" panose="020B0503020204020204" pitchFamily="34" charset="-122"/>
                  <a:ea typeface="微软雅黑" panose="020B0503020204020204" pitchFamily="34" charset="-122"/>
                </a:rPr>
                <a:t>用例图</a:t>
              </a:r>
              <a:endParaRPr lang="en-US" altLang="zh-CN" sz="160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r>
                <a:rPr lang="zh-CN" altLang="en-US" sz="1600" dirty="0">
                  <a:solidFill>
                    <a:srgbClr val="000000"/>
                  </a:solidFill>
                  <a:latin typeface="微软雅黑" panose="020B0503020204020204" pitchFamily="34" charset="-122"/>
                  <a:ea typeface="微软雅黑" panose="020B0503020204020204" pitchFamily="34" charset="-122"/>
                </a:rPr>
                <a:t>思维图</a:t>
              </a:r>
              <a:endParaRPr lang="en-US" altLang="zh-CN" sz="160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r>
                <a:rPr lang="zh-CN" altLang="en-US" sz="1600" dirty="0">
                  <a:solidFill>
                    <a:srgbClr val="000000"/>
                  </a:solidFill>
                  <a:latin typeface="微软雅黑" panose="020B0503020204020204" pitchFamily="34" charset="-122"/>
                  <a:ea typeface="微软雅黑" panose="020B0503020204020204" pitchFamily="34" charset="-122"/>
                </a:rPr>
                <a:t>界面图</a:t>
              </a:r>
              <a:endParaRPr lang="zh-CN" altLang="en-US" sz="1600" dirty="0">
                <a:solidFill>
                  <a:srgbClr val="000000"/>
                </a:solidFill>
                <a:latin typeface="微软雅黑" panose="020B0503020204020204" pitchFamily="34" charset="-122"/>
                <a:ea typeface="微软雅黑" panose="020B0503020204020204" pitchFamily="34" charset="-122"/>
              </a:endParaRPr>
            </a:p>
          </p:txBody>
        </p:sp>
      </p:grpSp>
      <p:sp>
        <p:nvSpPr>
          <p:cNvPr id="14" name="矩形 13"/>
          <p:cNvSpPr/>
          <p:nvPr/>
        </p:nvSpPr>
        <p:spPr>
          <a:xfrm>
            <a:off x="611188" y="2438400"/>
            <a:ext cx="4572000" cy="1366838"/>
          </a:xfrm>
          <a:prstGeom prst="rect">
            <a:avLst/>
          </a:prstGeom>
          <a:solidFill>
            <a:srgbClr val="C0504D">
              <a:lumMod val="60000"/>
              <a:lumOff val="40000"/>
            </a:srgbClr>
          </a:solidFill>
          <a:ln w="25400" cap="flat" cmpd="sng" algn="ctr">
            <a:solidFill>
              <a:srgbClr val="B2C1DB">
                <a:shade val="50000"/>
              </a:srgbClr>
            </a:solidFill>
            <a:prstDash val="solid"/>
          </a:ln>
          <a:effectLst/>
        </p:spPr>
        <p:txBody>
          <a:bodyPr>
            <a:spAutoFit/>
          </a:bodyPr>
          <a:lstStyle/>
          <a:p>
            <a:pPr marL="0" marR="0" lvl="0" indent="0" algn="just" defTabSz="914400" rtl="0" eaLnBrk="1" fontAlgn="auto" latinLnBrk="0" hangingPunct="1">
              <a:lnSpc>
                <a:spcPct val="115000"/>
              </a:lnSpc>
              <a:spcBef>
                <a:spcPts val="0"/>
              </a:spcBef>
              <a:spcAft>
                <a:spcPts val="0"/>
              </a:spcAft>
              <a:buClrTx/>
              <a:buSzTx/>
              <a:buFontTx/>
              <a:buNone/>
              <a:defRPr/>
            </a:pPr>
            <a:r>
              <a:rPr kumimoji="0" lang="en-US" altLang="zh-CN" sz="1800" b="0"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让模型成为访谈过程的工具</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a:p>
            <a:pPr marL="0" marR="0" lvl="0" indent="263525" algn="just" defTabSz="914400" rtl="0" eaLnBrk="1" fontAlgn="auto" latinLnBrk="0" hangingPunct="1">
              <a:lnSpc>
                <a:spcPct val="115000"/>
              </a:lnSpc>
              <a:spcBef>
                <a:spcPts val="0"/>
              </a:spcBef>
              <a:spcAft>
                <a:spcPts val="0"/>
              </a:spcAft>
              <a:buClrTx/>
              <a:buSzTx/>
              <a:buFontTx/>
              <a:buNone/>
              <a:defRPr/>
            </a:pP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在访谈中，尽量及时用草图绘制模型，如数据流图、用例图、思维图等，从而及时得到反馈。</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p:txBody>
      </p:sp>
      <p:sp>
        <p:nvSpPr>
          <p:cNvPr id="15" name="矩形 14"/>
          <p:cNvSpPr/>
          <p:nvPr/>
        </p:nvSpPr>
        <p:spPr>
          <a:xfrm>
            <a:off x="611188" y="4041775"/>
            <a:ext cx="4572000" cy="368300"/>
          </a:xfrm>
          <a:prstGeom prst="rect">
            <a:avLst/>
          </a:prstGeom>
          <a:solidFill>
            <a:srgbClr val="4F81BD">
              <a:lumMod val="40000"/>
              <a:lumOff val="60000"/>
            </a:srgbClr>
          </a:solidFill>
          <a:ln w="25400" cap="flat" cmpd="sng" algn="ctr">
            <a:solidFill>
              <a:srgbClr val="B2C1DB">
                <a:shade val="50000"/>
              </a:srgbClr>
            </a:solidFill>
            <a:prstDash val="solid"/>
          </a:ln>
          <a:effectLst/>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(5)</a:t>
            </a:r>
            <a:r>
              <a:rPr kumimoji="0" lang="zh-CN" altLang="zh-CN" sz="18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rPr>
              <a:t>注意掌握谈话时的人际交流技能。</a:t>
            </a:r>
            <a:endParaRPr kumimoji="1" lang="zh-CN" altLang="en-US" sz="1800" b="0" i="0" u="none" strike="noStrike" kern="120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15"/>
          <p:cNvSpPr/>
          <p:nvPr/>
        </p:nvSpPr>
        <p:spPr>
          <a:xfrm>
            <a:off x="611188" y="4670425"/>
            <a:ext cx="4572000" cy="411163"/>
          </a:xfrm>
          <a:prstGeom prst="rect">
            <a:avLst/>
          </a:prstGeom>
          <a:solidFill>
            <a:srgbClr val="92D050"/>
          </a:solidFill>
          <a:ln w="25400" cap="flat" cmpd="sng" algn="ctr">
            <a:solidFill>
              <a:srgbClr val="B2C1DB">
                <a:shade val="50000"/>
              </a:srgbClr>
            </a:solidFill>
            <a:prstDash val="solid"/>
          </a:ln>
          <a:effectLst/>
        </p:spPr>
        <p:txBody>
          <a:bodyPr>
            <a:spAutoFit/>
          </a:bodyPr>
          <a:lstStyle/>
          <a:p>
            <a:pPr marL="0" marR="0" lvl="0" indent="0" algn="just" defTabSz="914400" rtl="0" eaLnBrk="1" fontAlgn="auto" latinLnBrk="0" hangingPunct="1">
              <a:lnSpc>
                <a:spcPct val="115000"/>
              </a:lnSpc>
              <a:spcBef>
                <a:spcPts val="0"/>
              </a:spcBef>
              <a:spcAft>
                <a:spcPts val="0"/>
              </a:spcAft>
              <a:buClrTx/>
              <a:buSzTx/>
              <a:buFontTx/>
              <a:buNone/>
              <a:defRPr/>
            </a:pPr>
            <a:r>
              <a:rPr kumimoji="0" lang="en-US" altLang="zh-CN" sz="1800" b="0" i="0" u="none" strike="noStrike" kern="1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(6)</a:t>
            </a: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面谈后注意认真分析总结</a:t>
            </a:r>
            <a:r>
              <a:rPr kumimoji="0" lang="zh-CN" altLang="en-US"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整理</a:t>
            </a: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 </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zh-CN" altLang="en-US" dirty="0"/>
              <a:t>需求调研的方法</a:t>
            </a:r>
            <a:endParaRPr lang="zh-CN" altLang="en-US" dirty="0"/>
          </a:p>
        </p:txBody>
      </p:sp>
      <p:sp>
        <p:nvSpPr>
          <p:cNvPr id="63491" name="内容占位符 2"/>
          <p:cNvSpPr>
            <a:spLocks noGrp="1"/>
          </p:cNvSpPr>
          <p:nvPr>
            <p:ph idx="1"/>
          </p:nvPr>
        </p:nvSpPr>
        <p:spPr>
          <a:xfrm>
            <a:off x="827088" y="1052513"/>
            <a:ext cx="7391400" cy="630237"/>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NO. 2 </a:t>
            </a:r>
            <a:r>
              <a:rPr lang="zh-CN" altLang="en-US" sz="2800" b="1" dirty="0">
                <a:latin typeface="华文中宋" panose="02010600040101010101" pitchFamily="2" charset="-122"/>
                <a:ea typeface="华文中宋" panose="02010600040101010101" pitchFamily="2" charset="-122"/>
                <a:cs typeface="+mn-cs"/>
              </a:rPr>
              <a:t>需求专题会：穷追猛打</a:t>
            </a:r>
            <a:endParaRPr lang="zh-CN" altLang="en-US" sz="2800" b="1" dirty="0">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 name="矩形 9"/>
          <p:cNvSpPr/>
          <p:nvPr/>
        </p:nvSpPr>
        <p:spPr>
          <a:xfrm>
            <a:off x="611188" y="2155825"/>
            <a:ext cx="4572000" cy="1047750"/>
          </a:xfrm>
          <a:prstGeom prst="rect">
            <a:avLst/>
          </a:prstGeom>
          <a:solidFill>
            <a:srgbClr val="C0504D">
              <a:lumMod val="60000"/>
              <a:lumOff val="40000"/>
            </a:srgbClr>
          </a:solidFill>
          <a:ln w="25400" cap="flat" cmpd="sng" algn="ctr">
            <a:solidFill>
              <a:srgbClr val="B2C1DB">
                <a:shade val="50000"/>
              </a:srgbClr>
            </a:solidFill>
            <a:prstDash val="solid"/>
          </a:ln>
          <a:effectLst/>
        </p:spPr>
        <p:txBody>
          <a:bodyPr>
            <a:spAutoFit/>
          </a:bodyPr>
          <a:lstStyle/>
          <a:p>
            <a:pPr marL="0" marR="0" lvl="0" indent="0" algn="just" defTabSz="914400" rtl="0" eaLnBrk="1" fontAlgn="auto" latinLnBrk="0" hangingPunct="1">
              <a:lnSpc>
                <a:spcPct val="115000"/>
              </a:lnSpc>
              <a:spcBef>
                <a:spcPts val="0"/>
              </a:spcBef>
              <a:spcAft>
                <a:spcPts val="0"/>
              </a:spcAft>
              <a:buClrTx/>
              <a:buSzTx/>
              <a:buFontTx/>
              <a:buNone/>
              <a:defRPr/>
            </a:pPr>
            <a:r>
              <a:rPr kumimoji="0" lang="zh-CN" altLang="zh-CN"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开发方和用户召开的需求讨论会议，用户方的不同部门或角色都提出自己的需求，达成统一意见</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p:txBody>
      </p:sp>
      <p:sp>
        <p:nvSpPr>
          <p:cNvPr id="11" name="矩形 10"/>
          <p:cNvSpPr/>
          <p:nvPr/>
        </p:nvSpPr>
        <p:spPr>
          <a:xfrm>
            <a:off x="630238" y="3398838"/>
            <a:ext cx="4572000" cy="922338"/>
          </a:xfrm>
          <a:prstGeom prst="rect">
            <a:avLst/>
          </a:prstGeom>
          <a:solidFill>
            <a:srgbClr val="4F81BD">
              <a:lumMod val="40000"/>
              <a:lumOff val="60000"/>
            </a:srgbClr>
          </a:solidFill>
          <a:ln w="25400" cap="flat" cmpd="sng" algn="ctr">
            <a:solidFill>
              <a:srgbClr val="B2C1DB">
                <a:shade val="50000"/>
              </a:srgbClr>
            </a:solidFill>
            <a:prstDash val="soli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这种方法尤其适合于开发方不清楚项目需求，如开发方是</a:t>
            </a:r>
            <a:r>
              <a:rPr kumimoji="0" lang="zh-CN" altLang="zh-CN" sz="1800" b="0" i="0" u="none" strike="noStrike" kern="100" cap="none" spc="0" normalizeH="0" baseline="0" noProof="0" dirty="0">
                <a:ln>
                  <a:noFill/>
                </a:ln>
                <a:solidFill>
                  <a:schemeClr val="accent2"/>
                </a:solidFill>
                <a:effectLst/>
                <a:uLnTx/>
                <a:uFillTx/>
                <a:latin typeface="Calibri" panose="020F0502020204030204"/>
                <a:ea typeface="宋体" panose="02010600030101010101" pitchFamily="2" charset="-122"/>
                <a:cs typeface="Times New Roman" panose="02020603050405020304" pitchFamily="18" charset="0"/>
              </a:rPr>
              <a:t>刚开始</a:t>
            </a: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做这种业务类型的工程项目</a:t>
            </a: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98488" y="4567238"/>
            <a:ext cx="4572000" cy="922338"/>
          </a:xfrm>
          <a:prstGeom prst="rect">
            <a:avLst/>
          </a:prstGeom>
          <a:solidFill>
            <a:srgbClr val="92D050"/>
          </a:solidFill>
          <a:ln w="25400" cap="flat" cmpd="sng" algn="ctr">
            <a:solidFill>
              <a:srgbClr val="B2C1DB">
                <a:shade val="50000"/>
              </a:srgbClr>
            </a:solidFill>
            <a:prstDash val="soli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rPr>
              <a:t>因为用户方不同人员之间的需求可能相左，在需求专题会上大家发表意见能更快地暴露问题，并尽早解决问题。</a:t>
            </a: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pic>
        <p:nvPicPr>
          <p:cNvPr id="14" name="Picture 4" descr="https://timgsa.baidu.com/timg?image&amp;quality=80&amp;size=b9999_10000&amp;sec=1599148878022&amp;di=43bb0332cb55956c1ccec1983828a896&amp;imgtype=0&amp;src=http%3A%2F%2Fwww.kedo.gov.cn%2Fupload%2Fresources%2Fimage%2F2018%2F12%2F06%2F251576_600x400c.jpg"/>
          <p:cNvPicPr>
            <a:picLocks noChangeAspect="1"/>
          </p:cNvPicPr>
          <p:nvPr/>
        </p:nvPicPr>
        <p:blipFill>
          <a:blip r:embed="rId1"/>
          <a:stretch>
            <a:fillRect/>
          </a:stretch>
        </p:blipFill>
        <p:spPr>
          <a:xfrm>
            <a:off x="5691188" y="2714625"/>
            <a:ext cx="2787650" cy="1857375"/>
          </a:xfrm>
          <a:prstGeom prst="rect">
            <a:avLst/>
          </a:prstGeom>
          <a:noFill/>
          <a:ln w="9525">
            <a:noFill/>
          </a:ln>
        </p:spPr>
      </p:pic>
      <p:sp>
        <p:nvSpPr>
          <p:cNvPr id="2" name="文本框 1"/>
          <p:cNvSpPr txBox="1"/>
          <p:nvPr/>
        </p:nvSpPr>
        <p:spPr>
          <a:xfrm>
            <a:off x="2124075" y="5876925"/>
            <a:ext cx="5230495" cy="398780"/>
          </a:xfrm>
          <a:prstGeom prst="rect">
            <a:avLst/>
          </a:prstGeom>
          <a:noFill/>
        </p:spPr>
        <p:txBody>
          <a:bodyPr wrap="square" rtlCol="0" anchor="t">
            <a:spAutoFit/>
          </a:bodyPr>
          <a:p>
            <a:r>
              <a:rPr lang="zh-CN" altLang="en-US" sz="2000" dirty="0">
                <a:sym typeface="+mn-ea"/>
              </a:rPr>
              <a:t>穷追猛打的意思是把问题彻底说明白</a:t>
            </a:r>
            <a:endParaRPr lang="zh-CN" altLang="en-US" sz="2000"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r>
              <a:rPr lang="zh-CN" altLang="en-US" dirty="0"/>
              <a:t>需求调研的方法</a:t>
            </a:r>
            <a:endParaRPr lang="zh-CN" altLang="en-US" dirty="0"/>
          </a:p>
        </p:txBody>
      </p:sp>
      <p:sp>
        <p:nvSpPr>
          <p:cNvPr id="64515" name="内容占位符 2"/>
          <p:cNvSpPr>
            <a:spLocks noGrp="1"/>
          </p:cNvSpPr>
          <p:nvPr>
            <p:ph idx="1"/>
          </p:nvPr>
        </p:nvSpPr>
        <p:spPr>
          <a:xfrm>
            <a:off x="827088" y="1052513"/>
            <a:ext cx="7391400" cy="694055"/>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NO. 3 </a:t>
            </a:r>
            <a:r>
              <a:rPr lang="zh-CN" altLang="en-US" sz="2800" b="1" dirty="0">
                <a:latin typeface="华文中宋" panose="02010600040101010101" pitchFamily="2" charset="-122"/>
                <a:ea typeface="华文中宋" panose="02010600040101010101" pitchFamily="2" charset="-122"/>
                <a:cs typeface="+mn-cs"/>
              </a:rPr>
              <a:t>问卷调查：务必清晰易</a:t>
            </a:r>
            <a:r>
              <a:rPr lang="zh-CN" altLang="en-US" sz="2800" b="1" dirty="0">
                <a:latin typeface="华文中宋" panose="02010600040101010101" pitchFamily="2" charset="-122"/>
                <a:ea typeface="华文中宋" panose="02010600040101010101" pitchFamily="2" charset="-122"/>
                <a:cs typeface="+mn-cs"/>
              </a:rPr>
              <a:t>答</a:t>
            </a:r>
            <a:endParaRPr lang="zh-CN" altLang="en-US" sz="2800" b="1" dirty="0">
              <a:latin typeface="华文中宋" panose="02010600040101010101" pitchFamily="2" charset="-122"/>
              <a:ea typeface="华文中宋" panose="02010600040101010101" pitchFamily="2" charset="-122"/>
              <a:cs typeface="+mn-cs"/>
            </a:endParaRPr>
          </a:p>
        </p:txBody>
      </p:sp>
      <p:sp>
        <p:nvSpPr>
          <p:cNvPr id="645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5" name="矩形 14"/>
          <p:cNvSpPr/>
          <p:nvPr/>
        </p:nvSpPr>
        <p:spPr>
          <a:xfrm>
            <a:off x="611188" y="2155825"/>
            <a:ext cx="4572000" cy="1047750"/>
          </a:xfrm>
          <a:prstGeom prst="rect">
            <a:avLst/>
          </a:prstGeom>
          <a:solidFill>
            <a:srgbClr val="C0504D">
              <a:lumMod val="60000"/>
              <a:lumOff val="40000"/>
            </a:srgbClr>
          </a:solidFill>
          <a:ln w="25400" cap="flat" cmpd="sng" algn="ctr">
            <a:solidFill>
              <a:srgbClr val="B2C1DB">
                <a:shade val="50000"/>
              </a:srgbClr>
            </a:solidFill>
            <a:prstDash val="solid"/>
          </a:ln>
          <a:effectLst/>
        </p:spPr>
        <p:txBody>
          <a:bodyPr>
            <a:spAutoFit/>
          </a:bodyPr>
          <a:lstStyle/>
          <a:p>
            <a:pPr marL="0" marR="0" lvl="0" indent="0" algn="just" defTabSz="914400" rtl="0" eaLnBrk="1" fontAlgn="auto" latinLnBrk="0" hangingPunct="1">
              <a:lnSpc>
                <a:spcPct val="115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向用户发问卷调查表的方式，针对用户需求中的一些个性化的、需要进一步明确的需求，或者不方便做实地调研的情况</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p:txBody>
      </p:sp>
      <p:sp>
        <p:nvSpPr>
          <p:cNvPr id="16" name="矩形 15"/>
          <p:cNvSpPr/>
          <p:nvPr/>
        </p:nvSpPr>
        <p:spPr>
          <a:xfrm>
            <a:off x="617538" y="3429000"/>
            <a:ext cx="4572000" cy="923925"/>
          </a:xfrm>
          <a:prstGeom prst="rect">
            <a:avLst/>
          </a:prstGeom>
          <a:solidFill>
            <a:srgbClr val="4F81BD">
              <a:lumMod val="40000"/>
              <a:lumOff val="60000"/>
            </a:srgbClr>
          </a:solidFill>
          <a:ln w="25400" cap="flat" cmpd="sng" algn="ctr">
            <a:solidFill>
              <a:srgbClr val="B2C1DB">
                <a:shade val="50000"/>
              </a:srgbClr>
            </a:solidFill>
            <a:prstDash val="solid"/>
          </a:ln>
          <a:effectLst/>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rPr>
              <a:t>一种从多个用户中收集需求信息的有效方式，是对面谈法的补充。</a:t>
            </a:r>
            <a:r>
              <a:rPr kumimoji="1"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Times New Roman" panose="02020603050405020304" pitchFamily="18" charset="0"/>
              </a:rPr>
              <a:t>选择题、评分题、排序题、开放式问题。    </a:t>
            </a:r>
            <a:endParaRPr kumimoji="1"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16"/>
          <p:cNvSpPr/>
          <p:nvPr/>
        </p:nvSpPr>
        <p:spPr>
          <a:xfrm>
            <a:off x="611188" y="4562475"/>
            <a:ext cx="4572000" cy="1311275"/>
          </a:xfrm>
          <a:prstGeom prst="rect">
            <a:avLst/>
          </a:prstGeom>
          <a:solidFill>
            <a:srgbClr val="92D050"/>
          </a:solidFill>
          <a:ln w="25400" cap="flat" cmpd="sng" algn="ctr">
            <a:solidFill>
              <a:srgbClr val="B2C1DB">
                <a:shade val="50000"/>
              </a:srgbClr>
            </a:solidFill>
            <a:prstDash val="solid"/>
          </a:ln>
          <a:effectLst/>
        </p:spPr>
        <p:txBody>
          <a:bodyPr>
            <a:spAutoFit/>
          </a:bodyPr>
          <a:lstStyle/>
          <a:p>
            <a:pPr marL="0" marR="0" lvl="0" indent="0" algn="l" defTabSz="914400" rtl="0" eaLnBrk="1" fontAlgn="auto" latinLnBrk="0" hangingPunct="1">
              <a:lnSpc>
                <a:spcPct val="100000"/>
              </a:lnSpc>
              <a:spcBef>
                <a:spcPct val="20000"/>
              </a:spcBef>
              <a:spcAft>
                <a:spcPts val="0"/>
              </a:spcAft>
              <a:buClrTx/>
              <a:buSzTx/>
              <a:buFontTx/>
              <a:buNone/>
              <a:defRPr/>
            </a:pPr>
            <a:r>
              <a:rPr kumimoji="1" lang="zh-CN" altLang="en-US"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rPr>
              <a:t>常见错误：</a:t>
            </a:r>
            <a:endParaRPr kumimoji="1" lang="en-US" altLang="zh-CN"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endParaRPr>
          </a:p>
          <a:p>
            <a:pPr marL="0" marR="0" lvl="0" indent="0" algn="l" defTabSz="914400" rtl="0" eaLnBrk="1" fontAlgn="auto" latinLnBrk="0" hangingPunct="1">
              <a:lnSpc>
                <a:spcPct val="100000"/>
              </a:lnSpc>
              <a:spcBef>
                <a:spcPct val="20000"/>
              </a:spcBef>
              <a:spcAft>
                <a:spcPts val="0"/>
              </a:spcAft>
              <a:buClrTx/>
              <a:buSzTx/>
              <a:buFontTx/>
              <a:buNone/>
              <a:defRPr/>
            </a:pPr>
            <a:r>
              <a:rPr kumimoji="1" lang="zh-CN" altLang="en-US"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rPr>
              <a:t>问题不准确，使用含糊不清的词汇：优势，经常，偶尔、很少、很多等</a:t>
            </a:r>
            <a:endParaRPr kumimoji="1" lang="en-US" altLang="zh-CN"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endParaRPr>
          </a:p>
          <a:p>
            <a:pPr marL="0" marR="0" lvl="0" indent="0" algn="l" defTabSz="914400" rtl="0" eaLnBrk="1" fontAlgn="auto" latinLnBrk="0" hangingPunct="1">
              <a:lnSpc>
                <a:spcPct val="100000"/>
              </a:lnSpc>
              <a:spcBef>
                <a:spcPct val="20000"/>
              </a:spcBef>
              <a:spcAft>
                <a:spcPts val="0"/>
              </a:spcAft>
              <a:buClrTx/>
              <a:buSzTx/>
              <a:buFontTx/>
              <a:buNone/>
              <a:defRPr/>
            </a:pPr>
            <a:r>
              <a:rPr kumimoji="1" lang="zh-CN" altLang="en-US"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rPr>
              <a:t>回答问题太费劲、问题带有导向性</a:t>
            </a:r>
            <a:endParaRPr kumimoji="1" lang="zh-CN" altLang="en-US" sz="1800" b="0" i="0" u="none" strike="noStrike" kern="0" cap="none" spc="0" normalizeH="0" baseline="0" noProof="0" dirty="0">
              <a:ln>
                <a:noFill/>
              </a:ln>
              <a:solidFill>
                <a:prstClr val="black"/>
              </a:solidFill>
              <a:effectLst>
                <a:outerShdw blurRad="38100" dist="38100" dir="2700000" algn="tl">
                  <a:srgbClr val="FFFFFF"/>
                </a:outerShdw>
              </a:effectLst>
              <a:uLnTx/>
              <a:uFillTx/>
              <a:latin typeface="Times New Roman" panose="02020603050405020304" pitchFamily="18" charset="0"/>
              <a:ea typeface="楷体_GB2312"/>
              <a:cs typeface="+mn-cs"/>
            </a:endParaRPr>
          </a:p>
        </p:txBody>
      </p:sp>
      <p:grpSp>
        <p:nvGrpSpPr>
          <p:cNvPr id="2" name="组合 1"/>
          <p:cNvGrpSpPr/>
          <p:nvPr/>
        </p:nvGrpSpPr>
        <p:grpSpPr>
          <a:xfrm>
            <a:off x="6126480" y="2510155"/>
            <a:ext cx="2556510" cy="2840990"/>
            <a:chOff x="9648" y="3953"/>
            <a:chExt cx="4026" cy="4474"/>
          </a:xfrm>
        </p:grpSpPr>
        <p:grpSp>
          <p:nvGrpSpPr>
            <p:cNvPr id="12" name="Group 4"/>
            <p:cNvGrpSpPr/>
            <p:nvPr/>
          </p:nvGrpSpPr>
          <p:grpSpPr>
            <a:xfrm rot="-302590">
              <a:off x="9648" y="3953"/>
              <a:ext cx="4027" cy="4475"/>
              <a:chOff x="0" y="0"/>
              <a:chExt cx="2424106" cy="2473176"/>
            </a:xfrm>
          </p:grpSpPr>
          <p:pic>
            <p:nvPicPr>
              <p:cNvPr id="64522" name="Picture 4" descr="记事贴01"/>
              <p:cNvPicPr>
                <a:picLocks noChangeAspect="1"/>
              </p:cNvPicPr>
              <p:nvPr/>
            </p:nvPicPr>
            <p:blipFill>
              <a:blip r:embed="rId1"/>
              <a:stretch>
                <a:fillRect/>
              </a:stretch>
            </p:blipFill>
            <p:spPr>
              <a:xfrm>
                <a:off x="0" y="0"/>
                <a:ext cx="2424106" cy="2473176"/>
              </a:xfrm>
              <a:prstGeom prst="rect">
                <a:avLst/>
              </a:prstGeom>
              <a:noFill/>
              <a:ln w="9525">
                <a:noFill/>
              </a:ln>
            </p:spPr>
          </p:pic>
          <p:sp>
            <p:nvSpPr>
              <p:cNvPr id="64523" name="矩形 6"/>
              <p:cNvSpPr/>
              <p:nvPr/>
            </p:nvSpPr>
            <p:spPr>
              <a:xfrm>
                <a:off x="214756" y="432062"/>
                <a:ext cx="1933584" cy="1687469"/>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 typeface="Arial" panose="020B0604020202020204" pitchFamily="34" charset="0"/>
                  <a:buNone/>
                </a:pPr>
                <a:r>
                  <a:rPr lang="zh-CN" altLang="en-US" sz="1600" b="1" dirty="0">
                    <a:solidFill>
                      <a:srgbClr val="000000"/>
                    </a:solidFill>
                    <a:latin typeface="微软雅黑" panose="020B0503020204020204" pitchFamily="34" charset="-122"/>
                    <a:ea typeface="微软雅黑" panose="020B0503020204020204" pitchFamily="34" charset="-122"/>
                  </a:rPr>
                  <a:t>问题</a:t>
                </a:r>
                <a:endParaRPr lang="en-US" altLang="zh-CN" sz="1600" b="1"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r>
                  <a:rPr lang="zh-CN" altLang="en-US" sz="1600" dirty="0">
                    <a:solidFill>
                      <a:srgbClr val="000000"/>
                    </a:solidFill>
                    <a:latin typeface="微软雅黑" panose="020B0503020204020204" pitchFamily="34" charset="-122"/>
                    <a:ea typeface="微软雅黑" panose="020B0503020204020204" pitchFamily="34" charset="-122"/>
                  </a:rPr>
                  <a:t>你们全家每人每年平均下载几个</a:t>
                </a:r>
                <a:r>
                  <a:rPr lang="en-US" altLang="zh-CN" sz="1600" dirty="0">
                    <a:solidFill>
                      <a:srgbClr val="000000"/>
                    </a:solidFill>
                    <a:latin typeface="微软雅黑" panose="020B0503020204020204" pitchFamily="34" charset="-122"/>
                    <a:ea typeface="微软雅黑" panose="020B0503020204020204" pitchFamily="34" charset="-122"/>
                  </a:rPr>
                  <a:t>APP</a:t>
                </a:r>
                <a:r>
                  <a:rPr lang="zh-CN" altLang="en-US" sz="1600" dirty="0">
                    <a:solidFill>
                      <a:srgbClr val="000000"/>
                    </a:solidFill>
                    <a:latin typeface="微软雅黑" panose="020B0503020204020204" pitchFamily="34" charset="-122"/>
                    <a:ea typeface="微软雅黑" panose="020B0503020204020204" pitchFamily="34" charset="-122"/>
                  </a:rPr>
                  <a:t>软件？</a:t>
                </a:r>
                <a:endParaRPr lang="zh-CN" altLang="en-US" sz="160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endParaRPr lang="en-US" altLang="zh-CN" sz="1600" dirty="0">
                  <a:solidFill>
                    <a:srgbClr val="000000"/>
                  </a:solidFill>
                  <a:latin typeface="微软雅黑" panose="020B0503020204020204" pitchFamily="34" charset="-122"/>
                  <a:ea typeface="微软雅黑" panose="020B0503020204020204" pitchFamily="34" charset="-122"/>
                </a:endParaRPr>
              </a:p>
              <a:p>
                <a:pPr marL="0" lvl="0" indent="0" algn="l" eaLnBrk="1" hangingPunct="1">
                  <a:lnSpc>
                    <a:spcPct val="150000"/>
                  </a:lnSpc>
                  <a:spcBef>
                    <a:spcPct val="0"/>
                  </a:spcBef>
                  <a:buClrTx/>
                  <a:buSzTx/>
                  <a:buFont typeface="Arial" panose="020B0604020202020204" pitchFamily="34" charset="0"/>
                  <a:buNone/>
                </a:pPr>
                <a:endParaRPr lang="zh-CN" altLang="en-US" sz="1600" dirty="0">
                  <a:solidFill>
                    <a:srgbClr val="000000"/>
                  </a:solidFill>
                  <a:latin typeface="微软雅黑" panose="020B0503020204020204" pitchFamily="34" charset="-122"/>
                  <a:ea typeface="微软雅黑" panose="020B0503020204020204" pitchFamily="34" charset="-122"/>
                </a:endParaRPr>
              </a:p>
            </p:txBody>
          </p:sp>
        </p:grpSp>
        <p:pic>
          <p:nvPicPr>
            <p:cNvPr id="64521" name="图片 2"/>
            <p:cNvPicPr>
              <a:picLocks noChangeAspect="1"/>
            </p:cNvPicPr>
            <p:nvPr/>
          </p:nvPicPr>
          <p:blipFill>
            <a:blip r:embed="rId2"/>
            <a:stretch>
              <a:fillRect/>
            </a:stretch>
          </p:blipFill>
          <p:spPr>
            <a:xfrm rot="-258056">
              <a:off x="10925" y="6490"/>
              <a:ext cx="1643" cy="1640"/>
            </a:xfrm>
            <a:prstGeom prst="rect">
              <a:avLst/>
            </a:prstGeom>
            <a:noFill/>
            <a:ln w="9525">
              <a:noFill/>
            </a:ln>
          </p:spPr>
        </p:pic>
      </p:gr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需求调研的方法</a:t>
            </a:r>
            <a:endParaRPr lang="zh-CN" altLang="en-US" dirty="0"/>
          </a:p>
        </p:txBody>
      </p:sp>
      <p:sp>
        <p:nvSpPr>
          <p:cNvPr id="65539" name="内容占位符 2"/>
          <p:cNvSpPr>
            <a:spLocks noGrp="1"/>
          </p:cNvSpPr>
          <p:nvPr>
            <p:ph idx="1"/>
          </p:nvPr>
        </p:nvSpPr>
        <p:spPr>
          <a:xfrm>
            <a:off x="827088" y="1052513"/>
            <a:ext cx="7391400" cy="630237"/>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NO. 4 </a:t>
            </a:r>
            <a:r>
              <a:rPr lang="zh-CN" altLang="en-US" sz="2800" b="1" dirty="0">
                <a:latin typeface="华文中宋" panose="02010600040101010101" pitchFamily="2" charset="-122"/>
                <a:ea typeface="华文中宋" panose="02010600040101010101" pitchFamily="2" charset="-122"/>
                <a:cs typeface="+mn-cs"/>
              </a:rPr>
              <a:t>现场观察：身临其境</a:t>
            </a:r>
            <a:endParaRPr lang="zh-CN" altLang="en-US" sz="2800" b="1" dirty="0">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3" name="矩形 12"/>
          <p:cNvSpPr/>
          <p:nvPr/>
        </p:nvSpPr>
        <p:spPr>
          <a:xfrm>
            <a:off x="2160588" y="2243138"/>
            <a:ext cx="4572000" cy="727075"/>
          </a:xfrm>
          <a:prstGeom prst="rect">
            <a:avLst/>
          </a:prstGeom>
          <a:solidFill>
            <a:srgbClr val="C0504D">
              <a:lumMod val="60000"/>
              <a:lumOff val="40000"/>
            </a:srgbClr>
          </a:solidFill>
          <a:ln w="25400" cap="flat" cmpd="sng" algn="ctr">
            <a:solidFill>
              <a:srgbClr val="B2C1DB">
                <a:shade val="50000"/>
              </a:srgbClr>
            </a:solidFill>
            <a:prstDash val="solid"/>
          </a:ln>
          <a:effectLst/>
        </p:spPr>
        <p:txBody>
          <a:bodyPr>
            <a:spAutoFit/>
          </a:bodyPr>
          <a:lstStyle/>
          <a:p>
            <a:pPr marL="0" marR="0" lvl="0" indent="0" algn="just" defTabSz="914400" rtl="0" eaLnBrk="1" fontAlgn="auto" latinLnBrk="0" hangingPunct="1">
              <a:lnSpc>
                <a:spcPct val="115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目标用户一同工作或生活，</a:t>
            </a:r>
            <a:r>
              <a:rPr kumimoji="0" lang="zh-CN" altLang="zh-CN"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其实是让你生活在目标人群中，观察平时你不够敏感的需求</a:t>
            </a:r>
            <a:endParaRPr kumimoji="0" lang="zh-CN" altLang="zh-CN" sz="1800" b="0" i="0" u="none" strike="noStrike" kern="100" cap="none" spc="0" normalizeH="0" baseline="0" noProof="0" dirty="0">
              <a:ln>
                <a:noFill/>
              </a:ln>
              <a:solidFill>
                <a:srgbClr val="000000"/>
              </a:solidFill>
              <a:effectLst/>
              <a:uLnTx/>
              <a:uFillTx/>
              <a:latin typeface="Calibri" panose="020F0502020204030204"/>
              <a:ea typeface="宋体" panose="02010600030101010101" pitchFamily="2" charset="-122"/>
              <a:cs typeface="Times New Roman" panose="02020603050405020304" pitchFamily="18" charset="0"/>
            </a:endParaRPr>
          </a:p>
        </p:txBody>
      </p:sp>
      <p:sp>
        <p:nvSpPr>
          <p:cNvPr id="14" name="矩形 13"/>
          <p:cNvSpPr/>
          <p:nvPr/>
        </p:nvSpPr>
        <p:spPr>
          <a:xfrm>
            <a:off x="2138363" y="3556000"/>
            <a:ext cx="4572000" cy="1477963"/>
          </a:xfrm>
          <a:prstGeom prst="rect">
            <a:avLst/>
          </a:prstGeom>
          <a:solidFill>
            <a:srgbClr val="4F81BD">
              <a:lumMod val="40000"/>
              <a:lumOff val="60000"/>
            </a:srgbClr>
          </a:solidFill>
          <a:ln w="25400" cap="flat" cmpd="sng" algn="ctr">
            <a:solidFill>
              <a:srgbClr val="B2C1DB">
                <a:shade val="50000"/>
              </a:srgbClr>
            </a:solidFill>
            <a:prstDash val="soli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常用的方法是请用户来完成一些任务，然后软件项目成员可以在一旁观察，或通过录像观察。这时候让用户使用的软件不一定是自己公司开发的软件，也可以使用别的软件，从而找出此类软件的问题</a:t>
            </a:r>
            <a:r>
              <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a:t>
            </a:r>
            <a:endPar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endParaRPr>
          </a:p>
        </p:txBody>
      </p:sp>
      <p:sp>
        <p:nvSpPr>
          <p:cNvPr id="15" name="矩形 14"/>
          <p:cNvSpPr/>
          <p:nvPr/>
        </p:nvSpPr>
        <p:spPr>
          <a:xfrm>
            <a:off x="2157413" y="5319713"/>
            <a:ext cx="4572000" cy="368300"/>
          </a:xfrm>
          <a:prstGeom prst="rect">
            <a:avLst/>
          </a:prstGeom>
          <a:solidFill>
            <a:srgbClr val="92D050"/>
          </a:solidFill>
          <a:ln w="25400" cap="flat" cmpd="sng" algn="ctr">
            <a:solidFill>
              <a:srgbClr val="B2C1DB">
                <a:shade val="50000"/>
              </a:srgbClr>
            </a:solidFill>
            <a:prstDash val="soli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案例：微软公司</a:t>
            </a:r>
            <a:r>
              <a:rPr kumimoji="0" lang="zh-CN" altLang="en-US"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试用软件</a:t>
            </a:r>
            <a:r>
              <a:rPr kumimoji="0" lang="zh-CN" altLang="zh-CN" sz="1800" b="0" i="0" u="none" strike="noStrike" kern="0" cap="none" spc="0" normalizeH="0" baseline="0" noProof="0" dirty="0">
                <a:ln>
                  <a:noFill/>
                </a:ln>
                <a:solidFill>
                  <a:srgbClr val="000000"/>
                </a:solidFill>
                <a:effectLst/>
                <a:uLnTx/>
                <a:uFillTx/>
                <a:latin typeface="Calibri" panose="020F0502020204030204"/>
                <a:ea typeface="宋体" panose="02010600030101010101" pitchFamily="2" charset="-122"/>
                <a:cs typeface="+mn-cs"/>
              </a:rPr>
              <a:t>。</a:t>
            </a:r>
            <a:endParaRPr kumimoji="1" lang="zh-CN" altLang="en-US" sz="1800" b="0" i="0" u="none" strike="noStrike" kern="0" cap="none" spc="0" normalizeH="0" baseline="0" noProof="0" dirty="0">
              <a:ln>
                <a:noFill/>
              </a:ln>
              <a:solidFill>
                <a:srgbClr val="000000"/>
              </a:solidFill>
              <a:effectLst>
                <a:outerShdw blurRad="38100" dist="38100" dir="2700000" algn="tl">
                  <a:srgbClr val="FFFFFF"/>
                </a:outerShdw>
              </a:effectLst>
              <a:uLnTx/>
              <a:uFillTx/>
              <a:latin typeface="Times New Roman" panose="02020603050405020304" pitchFamily="18" charset="0"/>
              <a:ea typeface="楷体_GB2312"/>
              <a:cs typeface="+mn-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需求调研问题</a:t>
            </a:r>
            <a:endParaRPr lang="zh-CN" altLang="en-US" dirty="0"/>
          </a:p>
        </p:txBody>
      </p:sp>
      <p:sp>
        <p:nvSpPr>
          <p:cNvPr id="21507" name="内容占位符 2"/>
          <p:cNvSpPr>
            <a:spLocks noGrp="1"/>
          </p:cNvSpPr>
          <p:nvPr>
            <p:ph idx="1"/>
          </p:nvPr>
        </p:nvSpPr>
        <p:spPr>
          <a:xfrm>
            <a:off x="468313" y="1052513"/>
            <a:ext cx="8280400" cy="48688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高质量的需求调研均要求调研人员提前思考调研问题。</a:t>
            </a:r>
            <a:r>
              <a:rPr kumimoji="0" lang="zh-CN" altLang="en-US" sz="2400" b="0" i="0" u="none" strike="noStrike" kern="0" cap="none" spc="0" normalizeH="0" baseline="0" noProof="0" dirty="0">
                <a:ln>
                  <a:noFill/>
                </a:ln>
                <a:solidFill>
                  <a:srgbClr val="0066FF"/>
                </a:solidFill>
                <a:effectLst/>
                <a:uLnTx/>
                <a:uFillTx/>
                <a:latin typeface="华文中宋" panose="02010600040101010101" pitchFamily="2" charset="-122"/>
                <a:ea typeface="华文中宋" panose="02010600040101010101" pitchFamily="2" charset="-122"/>
                <a:cs typeface="+mn-cs"/>
              </a:rPr>
              <a:t>需求分析或调研人员应该在调研前做充分的准备</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，针对具体项目的特点设计一些具体问题和表格。</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案例：大厦安全监控平台项目</a:t>
            </a:r>
            <a:endPar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小李问值班人员：“你对这个系统有什么需求</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老吴问</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当监控中心收到一个告警的时候，希望以什么形式体现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这些报警是否有安全级别？收到报警后，你们一般会进行什么样的处理？在这个过程中其他人需要做什么配套工作</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原来处理时存在什么因难</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有哪些问题是比较棘手的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发散的问题和聚焦的问题。</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65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a:ln/>
        </p:spPr>
        <p:txBody>
          <a:bodyPr vert="horz" wrap="square" lIns="91440" tIns="45720" rIns="91440" bIns="45720" anchor="ctr" anchorCtr="0"/>
          <a:p>
            <a:r>
              <a:rPr lang="zh-CN" altLang="en-US" dirty="0"/>
              <a:t>需求调研存在的问题</a:t>
            </a:r>
            <a:endParaRPr lang="zh-CN" altLang="en-US" dirty="0"/>
          </a:p>
        </p:txBody>
      </p:sp>
      <p:sp>
        <p:nvSpPr>
          <p:cNvPr id="67587" name="内容占位符 2"/>
          <p:cNvSpPr>
            <a:spLocks noGrp="1"/>
          </p:cNvSpPr>
          <p:nvPr>
            <p:ph idx="1"/>
          </p:nvPr>
        </p:nvSpPr>
        <p:spPr>
          <a:xfrm>
            <a:off x="468313" y="1052513"/>
            <a:ext cx="8280400" cy="4252912"/>
          </a:xfrm>
          <a:ln/>
        </p:spPr>
        <p:txBody>
          <a:bodyPr vert="horz" wrap="square" lIns="91440" tIns="45720" rIns="91440" bIns="45720" anchor="t" anchorCtr="0">
            <a:spAutoFit/>
          </a:bodyPr>
          <a:p>
            <a:pPr>
              <a:lnSpc>
                <a:spcPct val="120000"/>
              </a:lnSpc>
              <a:buSzPct val="70000"/>
            </a:pPr>
            <a:r>
              <a:rPr lang="en-US" altLang="zh-CN" sz="2000" dirty="0">
                <a:latin typeface="华文中宋" panose="02010600040101010101" pitchFamily="2" charset="-122"/>
                <a:ea typeface="华文中宋" panose="02010600040101010101" pitchFamily="2" charset="-122"/>
                <a:cs typeface="+mn-cs"/>
              </a:rPr>
              <a:t>1</a:t>
            </a:r>
            <a:r>
              <a:rPr lang="zh-CN" altLang="zh-CN" sz="2000" dirty="0">
                <a:latin typeface="华文中宋" panose="02010600040101010101" pitchFamily="2" charset="-122"/>
                <a:ea typeface="华文中宋" panose="02010600040101010101" pitchFamily="2" charset="-122"/>
                <a:cs typeface="+mn-cs"/>
              </a:rPr>
              <a:t>问题定义不准确。</a:t>
            </a:r>
            <a:endParaRPr lang="en-US" altLang="zh-CN" sz="2000" dirty="0">
              <a:latin typeface="华文中宋" panose="02010600040101010101" pitchFamily="2" charset="-122"/>
              <a:ea typeface="华文中宋" panose="02010600040101010101" pitchFamily="2" charset="-122"/>
              <a:cs typeface="+mn-cs"/>
            </a:endParaRPr>
          </a:p>
          <a:p>
            <a:pPr>
              <a:lnSpc>
                <a:spcPct val="120000"/>
              </a:lnSpc>
              <a:buSzPct val="70000"/>
            </a:pPr>
            <a:r>
              <a:rPr lang="en-US" altLang="zh-CN" sz="2000" dirty="0">
                <a:latin typeface="华文中宋" panose="02010600040101010101" pitchFamily="2" charset="-122"/>
                <a:ea typeface="华文中宋" panose="02010600040101010101" pitchFamily="2" charset="-122"/>
                <a:cs typeface="+mn-cs"/>
              </a:rPr>
              <a:t>2</a:t>
            </a:r>
            <a:r>
              <a:rPr lang="zh-CN" altLang="zh-CN" sz="2000" dirty="0">
                <a:latin typeface="华文中宋" panose="02010600040101010101" pitchFamily="2" charset="-122"/>
                <a:ea typeface="华文中宋" panose="02010600040101010101" pitchFamily="2" charset="-122"/>
                <a:cs typeface="+mn-cs"/>
              </a:rPr>
              <a:t>使用含糊不清的形容词、副词描述时间、数量、频率、价格等</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3</a:t>
            </a:r>
            <a:r>
              <a:rPr lang="zh-CN" altLang="zh-CN" sz="2000" dirty="0">
                <a:latin typeface="华文中宋" panose="02010600040101010101" pitchFamily="2" charset="-122"/>
                <a:ea typeface="华文中宋" panose="02010600040101010101" pitchFamily="2" charset="-122"/>
                <a:cs typeface="+mn-cs"/>
              </a:rPr>
              <a:t>让用户花额外的努力来回答问题。 例如：请问你全家平均每人每年下载多少手机应用软件？用户很难在短时间内得出准确的答案。</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4</a:t>
            </a:r>
            <a:r>
              <a:rPr lang="zh-CN" altLang="zh-CN" sz="2000" dirty="0">
                <a:latin typeface="华文中宋" panose="02010600040101010101" pitchFamily="2" charset="-122"/>
                <a:ea typeface="华文中宋" panose="02010600040101010101" pitchFamily="2" charset="-122"/>
                <a:cs typeface="+mn-cs"/>
              </a:rPr>
              <a:t>问题带有引导性的倾向。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例如：用户普遍认为，搜索引擎</a:t>
            </a:r>
            <a:r>
              <a:rPr lang="en-US" altLang="zh-CN" sz="2000" dirty="0">
                <a:latin typeface="华文中宋" panose="02010600040101010101" pitchFamily="2" charset="-122"/>
                <a:ea typeface="华文中宋" panose="02010600040101010101" pitchFamily="2" charset="-122"/>
                <a:cs typeface="+mn-cs"/>
              </a:rPr>
              <a:t>A</a:t>
            </a:r>
            <a:r>
              <a:rPr lang="zh-CN" altLang="zh-CN" sz="2000" dirty="0">
                <a:latin typeface="华文中宋" panose="02010600040101010101" pitchFamily="2" charset="-122"/>
                <a:ea typeface="华文中宋" panose="02010600040101010101" pitchFamily="2" charset="-122"/>
                <a:cs typeface="+mn-cs"/>
              </a:rPr>
              <a:t>收录了许多侵犯版权的资料而拒绝承认错误，搜索引擎</a:t>
            </a:r>
            <a:r>
              <a:rPr lang="en-US" altLang="zh-CN" sz="2000" dirty="0">
                <a:latin typeface="华文中宋" panose="02010600040101010101" pitchFamily="2" charset="-122"/>
                <a:ea typeface="华文中宋" panose="02010600040101010101" pitchFamily="2" charset="-122"/>
                <a:cs typeface="+mn-cs"/>
              </a:rPr>
              <a:t>B</a:t>
            </a:r>
            <a:r>
              <a:rPr lang="zh-CN" altLang="zh-CN" sz="2000" dirty="0">
                <a:latin typeface="华文中宋" panose="02010600040101010101" pitchFamily="2" charset="-122"/>
                <a:ea typeface="华文中宋" panose="02010600040101010101" pitchFamily="2" charset="-122"/>
                <a:cs typeface="+mn-cs"/>
              </a:rPr>
              <a:t>则赢得用户信任，你会选择</a:t>
            </a:r>
            <a:r>
              <a:rPr lang="en-US" altLang="zh-CN" sz="2000" dirty="0">
                <a:latin typeface="华文中宋" panose="02010600040101010101" pitchFamily="2" charset="-122"/>
                <a:ea typeface="华文中宋" panose="02010600040101010101" pitchFamily="2" charset="-122"/>
                <a:cs typeface="+mn-cs"/>
              </a:rPr>
              <a:t>A</a:t>
            </a:r>
            <a:r>
              <a:rPr lang="zh-CN" altLang="zh-CN" sz="2000" dirty="0">
                <a:latin typeface="华文中宋" panose="02010600040101010101" pitchFamily="2" charset="-122"/>
                <a:ea typeface="华文中宋" panose="02010600040101010101" pitchFamily="2" charset="-122"/>
                <a:cs typeface="+mn-cs"/>
              </a:rPr>
              <a:t>或</a:t>
            </a:r>
            <a:r>
              <a:rPr lang="en-US" altLang="zh-CN" sz="2000" dirty="0">
                <a:latin typeface="华文中宋" panose="02010600040101010101" pitchFamily="2" charset="-122"/>
                <a:ea typeface="华文中宋" panose="02010600040101010101" pitchFamily="2" charset="-122"/>
                <a:cs typeface="+mn-cs"/>
              </a:rPr>
              <a:t>B? </a:t>
            </a:r>
            <a:r>
              <a:rPr lang="zh-CN" altLang="zh-CN" sz="2000" dirty="0">
                <a:latin typeface="华文中宋" panose="02010600040101010101" pitchFamily="2" charset="-122"/>
                <a:ea typeface="华文中宋" panose="02010600040101010101" pitchFamily="2" charset="-122"/>
                <a:cs typeface="+mn-cs"/>
              </a:rPr>
              <a:t>这样收集的是提问者倾向性的答案，失去了问卷调查的价值。</a:t>
            </a:r>
            <a:endParaRPr lang="en-US"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5</a:t>
            </a:r>
            <a:r>
              <a:rPr lang="zh-CN" altLang="zh-CN" sz="2000" dirty="0">
                <a:latin typeface="华文中宋" panose="02010600040101010101" pitchFamily="2" charset="-122"/>
                <a:ea typeface="华文中宋" panose="02010600040101010101" pitchFamily="2" charset="-122"/>
                <a:cs typeface="+mn-cs"/>
              </a:rPr>
              <a:t>问题涉及用户隐私、用户所在公司的商业机密或细节等</a:t>
            </a:r>
            <a:r>
              <a:rPr lang="zh-CN" altLang="en-US" sz="2000" dirty="0">
                <a:latin typeface="华文中宋" panose="02010600040101010101" pitchFamily="2" charset="-122"/>
                <a:ea typeface="华文中宋" panose="02010600040101010101" pitchFamily="2" charset="-122"/>
                <a:cs typeface="+mn-cs"/>
              </a:rPr>
              <a:t>。</a:t>
            </a:r>
            <a:endParaRPr lang="zh-CN" altLang="en-US" sz="1800" dirty="0">
              <a:latin typeface="华文中宋" panose="02010600040101010101" pitchFamily="2" charset="-122"/>
              <a:ea typeface="华文中宋" panose="02010600040101010101" pitchFamily="2" charset="-122"/>
              <a:cs typeface="+mn-cs"/>
            </a:endParaRPr>
          </a:p>
        </p:txBody>
      </p:sp>
      <p:sp>
        <p:nvSpPr>
          <p:cNvPr id="675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a:ln/>
        </p:spPr>
        <p:txBody>
          <a:bodyPr vert="horz" wrap="square" lIns="91440" tIns="45720" rIns="91440" bIns="45720" anchor="ctr" anchorCtr="0"/>
          <a:p>
            <a:r>
              <a:rPr lang="en-US" altLang="zh-CN" dirty="0"/>
              <a:t>4.3.4 </a:t>
            </a:r>
            <a:r>
              <a:rPr lang="zh-CN" altLang="en-US" dirty="0"/>
              <a:t>需求调研的步骤和计划</a:t>
            </a:r>
            <a:endParaRPr lang="zh-CN" altLang="en-US" dirty="0"/>
          </a:p>
        </p:txBody>
      </p:sp>
      <p:sp>
        <p:nvSpPr>
          <p:cNvPr id="68611" name="内容占位符 2"/>
          <p:cNvSpPr>
            <a:spLocks noGrp="1"/>
          </p:cNvSpPr>
          <p:nvPr>
            <p:ph idx="1"/>
          </p:nvPr>
        </p:nvSpPr>
        <p:spPr>
          <a:xfrm>
            <a:off x="611188" y="1196975"/>
            <a:ext cx="7993062" cy="2255838"/>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调研前要制定调研计划，做好调研准备。</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调研中要采取多种方法获得用户的需求，</a:t>
            </a:r>
            <a:r>
              <a:rPr lang="zh-CN" altLang="zh-CN" dirty="0">
                <a:solidFill>
                  <a:srgbClr val="3333CC"/>
                </a:solidFill>
                <a:latin typeface="华文中宋" panose="02010600040101010101" pitchFamily="2" charset="-122"/>
                <a:ea typeface="华文中宋" panose="02010600040101010101" pitchFamily="2" charset="-122"/>
                <a:cs typeface="+mn-cs"/>
              </a:rPr>
              <a:t>努力学习用户的业务知识和工作流程</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调研后，认真编写调研记录。</a:t>
            </a:r>
            <a:endParaRPr lang="zh-CN" altLang="zh-CN" dirty="0">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r>
              <a:rPr lang="zh-CN" altLang="en-US" dirty="0"/>
              <a:t>需求调研前的准备</a:t>
            </a:r>
            <a:endParaRPr lang="zh-CN" altLang="en-US" dirty="0"/>
          </a:p>
        </p:txBody>
      </p:sp>
      <p:sp>
        <p:nvSpPr>
          <p:cNvPr id="21507" name="内容占位符 2"/>
          <p:cNvSpPr>
            <a:spLocks noGrp="1"/>
          </p:cNvSpPr>
          <p:nvPr>
            <p:ph idx="1"/>
          </p:nvPr>
        </p:nvSpPr>
        <p:spPr>
          <a:xfrm>
            <a:off x="827088" y="1125538"/>
            <a:ext cx="7391400" cy="3502025"/>
          </a:xfrm>
        </p:spPr>
        <p:txBody>
          <a:bodyPr vert="horz" wrap="square" lIns="91440" tIns="45720" rIns="91440" bIns="45720" numCol="1" anchor="t" anchorCtr="0" compatLnSpc="1">
            <a:spAutoFit/>
          </a:bodyPr>
          <a:lstStyle/>
          <a:p>
            <a:pPr marL="0" marR="0" lvl="0" indent="0" algn="l"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三种准备</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0" fontAlgn="base" latinLnBrk="0" hangingPunct="0">
              <a:lnSpc>
                <a:spcPct val="140000"/>
              </a:lnSpc>
              <a:spcBef>
                <a:spcPct val="20000"/>
              </a:spcBef>
              <a:spcAft>
                <a:spcPct val="0"/>
              </a:spcAft>
              <a:buClr>
                <a:schemeClr val="accent2"/>
              </a:buClr>
              <a:buSzPct val="100000"/>
              <a:buFont typeface="+mj-lt"/>
              <a:buAutoNum type="arabicPeriod"/>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制定好需求</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调研的计划</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，对需求调研中可能用到的资源进行一定的分配。</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0" fontAlgn="base" latinLnBrk="0" hangingPunct="0">
              <a:lnSpc>
                <a:spcPct val="140000"/>
              </a:lnSpc>
              <a:spcBef>
                <a:spcPct val="20000"/>
              </a:spcBef>
              <a:spcAft>
                <a:spcPct val="0"/>
              </a:spcAft>
              <a:buClr>
                <a:schemeClr val="accent2"/>
              </a:buClr>
              <a:buSzPct val="100000"/>
              <a:buFont typeface="+mj-lt"/>
              <a:buAutoNum type="arabicPeriod"/>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做好调研前使用</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资料的准备</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，如需求调研模板，各种调研表单以及需求调研问题列表等。</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0" fontAlgn="base" latinLnBrk="0" hangingPunct="0">
              <a:lnSpc>
                <a:spcPct val="140000"/>
              </a:lnSpc>
              <a:spcBef>
                <a:spcPct val="20000"/>
              </a:spcBef>
              <a:spcAft>
                <a:spcPct val="0"/>
              </a:spcAft>
              <a:buClr>
                <a:schemeClr val="accent2"/>
              </a:buClr>
              <a:buSzPct val="100000"/>
              <a:buFont typeface="+mj-lt"/>
              <a:buAutoNum type="arabicPeriod"/>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准备好需求调研中所要使用到的</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工具</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r>
              <a:rPr lang="zh-CN" altLang="en-US" dirty="0"/>
              <a:t>需求调研的综合能力：五种提高</a:t>
            </a:r>
            <a:endParaRPr lang="zh-CN" altLang="en-US" dirty="0"/>
          </a:p>
        </p:txBody>
      </p:sp>
      <p:sp>
        <p:nvSpPr>
          <p:cNvPr id="70659" name="内容占位符 2"/>
          <p:cNvSpPr>
            <a:spLocks noGrp="1"/>
          </p:cNvSpPr>
          <p:nvPr>
            <p:ph idx="1"/>
          </p:nvPr>
        </p:nvSpPr>
        <p:spPr>
          <a:xfrm>
            <a:off x="684213" y="1133475"/>
            <a:ext cx="7775575" cy="4587875"/>
          </a:xfrm>
          <a:ln/>
        </p:spPr>
        <p:txBody>
          <a:bodyPr vert="horz" wrap="square" lIns="91440" tIns="45720" rIns="91440" bIns="45720" anchor="t" anchorCtr="0">
            <a:spAutoFit/>
          </a:bodyPr>
          <a:p>
            <a:pPr marL="0" indent="0" algn="l">
              <a:lnSpc>
                <a:spcPts val="3100"/>
              </a:lnSpc>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1</a:t>
            </a:r>
            <a:r>
              <a:rPr lang="zh-CN" altLang="en-US" sz="2000" dirty="0">
                <a:latin typeface="华文中宋" panose="02010600040101010101" pitchFamily="2" charset="-122"/>
                <a:ea typeface="华文中宋" panose="02010600040101010101" pitchFamily="2" charset="-122"/>
                <a:cs typeface="+mn-cs"/>
              </a:rPr>
              <a:t>）了解被调研对象的组织机构，了解每一个子对象中的关键人物，</a:t>
            </a:r>
            <a:r>
              <a:rPr lang="zh-CN" altLang="en-US" sz="2000" dirty="0">
                <a:solidFill>
                  <a:srgbClr val="3333CC"/>
                </a:solidFill>
                <a:latin typeface="华文中宋" panose="02010600040101010101" pitchFamily="2" charset="-122"/>
                <a:ea typeface="华文中宋" panose="02010600040101010101" pitchFamily="2" charset="-122"/>
                <a:cs typeface="+mn-cs"/>
              </a:rPr>
              <a:t>提高自己的观察思考能力</a:t>
            </a:r>
            <a:r>
              <a:rPr lang="zh-CN" altLang="en-US" sz="2000" dirty="0">
                <a:latin typeface="华文中宋" panose="02010600040101010101" pitchFamily="2" charset="-122"/>
                <a:ea typeface="华文中宋" panose="02010600040101010101" pitchFamily="2" charset="-122"/>
                <a:cs typeface="+mn-cs"/>
              </a:rPr>
              <a:t>。</a:t>
            </a:r>
            <a:endParaRPr lang="en-US" altLang="zh-CN" sz="2000" dirty="0">
              <a:latin typeface="华文中宋" panose="02010600040101010101" pitchFamily="2" charset="-122"/>
              <a:ea typeface="华文中宋" panose="02010600040101010101" pitchFamily="2" charset="-122"/>
              <a:cs typeface="+mn-cs"/>
            </a:endParaRPr>
          </a:p>
          <a:p>
            <a:pPr marL="0" indent="0" algn="l">
              <a:lnSpc>
                <a:spcPts val="3100"/>
              </a:lnSpc>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2</a:t>
            </a:r>
            <a:r>
              <a:rPr lang="zh-CN" altLang="en-US" sz="2000" dirty="0">
                <a:latin typeface="华文中宋" panose="02010600040101010101" pitchFamily="2" charset="-122"/>
                <a:ea typeface="华文中宋" panose="02010600040101010101" pitchFamily="2" charset="-122"/>
                <a:cs typeface="+mn-cs"/>
              </a:rPr>
              <a:t>）其次应该了解用户的行业，学习用户使用的术语，标准，以便能够准确的理解用户的需求，</a:t>
            </a:r>
            <a:r>
              <a:rPr lang="zh-CN" altLang="en-US" sz="2000" dirty="0">
                <a:solidFill>
                  <a:srgbClr val="3333CC"/>
                </a:solidFill>
                <a:latin typeface="华文中宋" panose="02010600040101010101" pitchFamily="2" charset="-122"/>
                <a:ea typeface="华文中宋" panose="02010600040101010101" pitchFamily="2" charset="-122"/>
                <a:cs typeface="+mn-cs"/>
              </a:rPr>
              <a:t>提高自己的行业知识面</a:t>
            </a:r>
            <a:r>
              <a:rPr lang="zh-CN" altLang="en-US" sz="2000" dirty="0">
                <a:latin typeface="华文中宋" panose="02010600040101010101" pitchFamily="2" charset="-122"/>
                <a:ea typeface="华文中宋" panose="02010600040101010101" pitchFamily="2" charset="-122"/>
                <a:cs typeface="+mn-cs"/>
              </a:rPr>
              <a:t>。</a:t>
            </a:r>
            <a:endParaRPr lang="zh-CN" altLang="en-US" sz="2000" dirty="0">
              <a:latin typeface="华文中宋" panose="02010600040101010101" pitchFamily="2" charset="-122"/>
              <a:ea typeface="华文中宋" panose="02010600040101010101" pitchFamily="2" charset="-122"/>
              <a:cs typeface="+mn-cs"/>
            </a:endParaRPr>
          </a:p>
          <a:p>
            <a:pPr marL="0" indent="0" algn="l">
              <a:lnSpc>
                <a:spcPts val="3100"/>
              </a:lnSpc>
              <a:buSzPct val="70000"/>
              <a:buFont typeface="Wingdings" panose="05000000000000000000" pitchFamily="2" charset="2"/>
              <a:buNone/>
            </a:pPr>
            <a:r>
              <a:rPr lang="en-US" altLang="zh-CN" sz="2000" dirty="0">
                <a:latin typeface="华文中宋" panose="02010600040101010101" pitchFamily="2" charset="-122"/>
                <a:ea typeface="华文中宋" panose="02010600040101010101" pitchFamily="2" charset="-122"/>
                <a:cs typeface="+mn-cs"/>
              </a:rPr>
              <a:t>3</a:t>
            </a:r>
            <a:r>
              <a:rPr lang="zh-CN" altLang="en-US" sz="2000" dirty="0">
                <a:latin typeface="华文中宋" panose="02010600040101010101" pitchFamily="2" charset="-122"/>
                <a:ea typeface="华文中宋" panose="02010600040101010101" pitchFamily="2" charset="-122"/>
                <a:cs typeface="+mn-cs"/>
              </a:rPr>
              <a:t>）需求调研中，学会尽量不使用</a:t>
            </a:r>
            <a:r>
              <a:rPr lang="en-US" altLang="zh-CN" sz="2000" dirty="0">
                <a:latin typeface="华文中宋" panose="02010600040101010101" pitchFamily="2" charset="-122"/>
                <a:ea typeface="华文中宋" panose="02010600040101010101" pitchFamily="2" charset="-122"/>
                <a:cs typeface="+mn-cs"/>
              </a:rPr>
              <a:t>IT</a:t>
            </a:r>
            <a:r>
              <a:rPr lang="zh-CN" altLang="en-US" sz="2000" dirty="0">
                <a:latin typeface="华文中宋" panose="02010600040101010101" pitchFamily="2" charset="-122"/>
                <a:ea typeface="华文中宋" panose="02010600040101010101" pitchFamily="2" charset="-122"/>
                <a:cs typeface="+mn-cs"/>
              </a:rPr>
              <a:t>行业的术语，而采用浅显易懂的口头语言来解释</a:t>
            </a:r>
            <a:r>
              <a:rPr lang="en-US" altLang="zh-CN" sz="2000" dirty="0">
                <a:latin typeface="华文中宋" panose="02010600040101010101" pitchFamily="2" charset="-122"/>
                <a:ea typeface="华文中宋" panose="02010600040101010101" pitchFamily="2" charset="-122"/>
                <a:cs typeface="+mn-cs"/>
              </a:rPr>
              <a:t>IT</a:t>
            </a:r>
            <a:r>
              <a:rPr lang="zh-CN" altLang="en-US" sz="2000" dirty="0">
                <a:latin typeface="华文中宋" panose="02010600040101010101" pitchFamily="2" charset="-122"/>
                <a:ea typeface="华文中宋" panose="02010600040101010101" pitchFamily="2" charset="-122"/>
                <a:cs typeface="+mn-cs"/>
              </a:rPr>
              <a:t>行业中高深莫测的术语，以便用户能够很好的理解，</a:t>
            </a:r>
            <a:r>
              <a:rPr lang="zh-CN" altLang="en-US" sz="2000" dirty="0">
                <a:solidFill>
                  <a:srgbClr val="3333CC"/>
                </a:solidFill>
                <a:latin typeface="华文中宋" panose="02010600040101010101" pitchFamily="2" charset="-122"/>
                <a:ea typeface="华文中宋" panose="02010600040101010101" pitchFamily="2" charset="-122"/>
                <a:cs typeface="+mn-cs"/>
              </a:rPr>
              <a:t>提高自己的沟通交流能力</a:t>
            </a:r>
            <a:r>
              <a:rPr lang="zh-CN" altLang="en-US" sz="2000" dirty="0">
                <a:latin typeface="华文中宋" panose="02010600040101010101" pitchFamily="2" charset="-122"/>
                <a:ea typeface="华文中宋" panose="02010600040101010101" pitchFamily="2" charset="-122"/>
                <a:cs typeface="+mn-cs"/>
              </a:rPr>
              <a:t>。</a:t>
            </a:r>
            <a:br>
              <a:rPr lang="zh-CN" altLang="en-US" sz="2000" dirty="0">
                <a:latin typeface="华文中宋" panose="02010600040101010101" pitchFamily="2" charset="-122"/>
                <a:ea typeface="华文中宋" panose="02010600040101010101" pitchFamily="2" charset="-122"/>
                <a:cs typeface="+mn-cs"/>
              </a:rPr>
            </a:br>
            <a:r>
              <a:rPr lang="en-US" altLang="zh-CN" sz="2000" dirty="0">
                <a:latin typeface="华文中宋" panose="02010600040101010101" pitchFamily="2" charset="-122"/>
                <a:ea typeface="华文中宋" panose="02010600040101010101" pitchFamily="2" charset="-122"/>
                <a:cs typeface="+mn-cs"/>
              </a:rPr>
              <a:t>4</a:t>
            </a:r>
            <a:r>
              <a:rPr lang="zh-CN" altLang="en-US" sz="2000" dirty="0">
                <a:latin typeface="华文中宋" panose="02010600040101010101" pitchFamily="2" charset="-122"/>
                <a:ea typeface="华文中宋" panose="02010600040101010101" pitchFamily="2" charset="-122"/>
                <a:cs typeface="+mn-cs"/>
              </a:rPr>
              <a:t>）提高自己的归纳和抽象能力，</a:t>
            </a:r>
            <a:r>
              <a:rPr lang="zh-CN" altLang="en-US" sz="2000" dirty="0">
                <a:solidFill>
                  <a:srgbClr val="3333CC"/>
                </a:solidFill>
                <a:latin typeface="华文中宋" panose="02010600040101010101" pitchFamily="2" charset="-122"/>
                <a:ea typeface="华文中宋" panose="02010600040101010101" pitchFamily="2" charset="-122"/>
                <a:cs typeface="+mn-cs"/>
              </a:rPr>
              <a:t>能迅速归纳需求调研核心抓住本质</a:t>
            </a:r>
            <a:r>
              <a:rPr lang="zh-CN" altLang="en-US" sz="2000" dirty="0">
                <a:latin typeface="华文中宋" panose="02010600040101010101" pitchFamily="2" charset="-122"/>
                <a:ea typeface="华文中宋" panose="02010600040101010101" pitchFamily="2" charset="-122"/>
                <a:cs typeface="+mn-cs"/>
              </a:rPr>
              <a:t>，总结归纳形成原始的需求调研资料。</a:t>
            </a:r>
            <a:br>
              <a:rPr lang="zh-CN" altLang="en-US" sz="2000" dirty="0">
                <a:latin typeface="华文中宋" panose="02010600040101010101" pitchFamily="2" charset="-122"/>
                <a:ea typeface="华文中宋" panose="02010600040101010101" pitchFamily="2" charset="-122"/>
                <a:cs typeface="+mn-cs"/>
              </a:rPr>
            </a:br>
            <a:r>
              <a:rPr lang="en-US" altLang="zh-CN" sz="2000" dirty="0">
                <a:latin typeface="华文中宋" panose="02010600040101010101" pitchFamily="2" charset="-122"/>
                <a:ea typeface="华文中宋" panose="02010600040101010101" pitchFamily="2" charset="-122"/>
                <a:cs typeface="+mn-cs"/>
              </a:rPr>
              <a:t>5</a:t>
            </a:r>
            <a:r>
              <a:rPr lang="zh-CN" altLang="en-US" sz="2000" dirty="0">
                <a:latin typeface="华文中宋" panose="02010600040101010101" pitchFamily="2" charset="-122"/>
                <a:ea typeface="华文中宋" panose="02010600040101010101" pitchFamily="2" charset="-122"/>
                <a:cs typeface="+mn-cs"/>
              </a:rPr>
              <a:t>）提高自己的</a:t>
            </a:r>
            <a:r>
              <a:rPr lang="zh-CN" altLang="en-US" sz="2000" dirty="0">
                <a:solidFill>
                  <a:srgbClr val="3333CC"/>
                </a:solidFill>
                <a:latin typeface="华文中宋" panose="02010600040101010101" pitchFamily="2" charset="-122"/>
                <a:ea typeface="华文中宋" panose="02010600040101010101" pitchFamily="2" charset="-122"/>
                <a:cs typeface="+mn-cs"/>
              </a:rPr>
              <a:t>总结写作能力</a:t>
            </a:r>
            <a:r>
              <a:rPr lang="zh-CN" altLang="en-US" sz="2000" dirty="0">
                <a:latin typeface="华文中宋" panose="02010600040101010101" pitchFamily="2" charset="-122"/>
                <a:ea typeface="华文中宋" panose="02010600040101010101" pitchFamily="2" charset="-122"/>
                <a:cs typeface="+mn-cs"/>
              </a:rPr>
              <a:t>，书写一份完整的、前后一致的、可追踪的需求报告。</a:t>
            </a:r>
            <a:endParaRPr lang="zh-CN" altLang="en-US" sz="2000" dirty="0">
              <a:latin typeface="华文中宋" panose="02010600040101010101" pitchFamily="2" charset="-122"/>
              <a:ea typeface="华文中宋" panose="02010600040101010101" pitchFamily="2" charset="-122"/>
              <a:cs typeface="+mn-cs"/>
            </a:endParaRPr>
          </a:p>
        </p:txBody>
      </p:sp>
      <p:sp>
        <p:nvSpPr>
          <p:cNvPr id="706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6484</Words>
  <Application>WPS 演示</Application>
  <PresentationFormat>全屏显示(4:3)</PresentationFormat>
  <Paragraphs>631</Paragraphs>
  <Slides>49</Slides>
  <Notes>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49</vt:i4>
      </vt:variant>
    </vt:vector>
  </HeadingPairs>
  <TitlesOfParts>
    <vt:vector size="64" baseType="lpstr">
      <vt:lpstr>Arial</vt:lpstr>
      <vt:lpstr>宋体</vt:lpstr>
      <vt:lpstr>Wingdings</vt:lpstr>
      <vt:lpstr>华文中宋</vt:lpstr>
      <vt:lpstr>Times New Roman</vt:lpstr>
      <vt:lpstr>微软雅黑</vt:lpstr>
      <vt:lpstr>Calibri</vt:lpstr>
      <vt:lpstr>楷体</vt:lpstr>
      <vt:lpstr>楷体_GB2312</vt:lpstr>
      <vt:lpstr>新宋体</vt:lpstr>
      <vt:lpstr>Arial Unicode MS</vt:lpstr>
      <vt:lpstr>Calibri</vt:lpstr>
      <vt:lpstr>华文新魏</vt:lpstr>
      <vt:lpstr>楷体_GB2312</vt:lpstr>
      <vt:lpstr>华为3Com培训胶片模板ISSUE1.1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121</cp:revision>
  <dcterms:created xsi:type="dcterms:W3CDTF">2006-02-20T02:27:42Z</dcterms:created>
  <dcterms:modified xsi:type="dcterms:W3CDTF">2025-10-15T14:50:58Z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4F1F6FFB339F42E7B94DF31026E6218C_12</vt:lpwstr>
  </property>
</Properties>
</file>